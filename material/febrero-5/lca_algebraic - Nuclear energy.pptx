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57" r:id="rId4"/>
  </p:sldMasterIdLst>
  <p:notesMasterIdLst>
    <p:notesMasterId r:id="rId16"/>
  </p:notesMasterIdLst>
  <p:handoutMasterIdLst>
    <p:handoutMasterId r:id="rId17"/>
  </p:handoutMasterIdLst>
  <p:sldIdLst>
    <p:sldId id="328" r:id="rId5"/>
    <p:sldId id="330" r:id="rId6"/>
    <p:sldId id="331" r:id="rId7"/>
    <p:sldId id="329" r:id="rId8"/>
    <p:sldId id="332" r:id="rId9"/>
    <p:sldId id="333" r:id="rId10"/>
    <p:sldId id="334" r:id="rId11"/>
    <p:sldId id="335" r:id="rId12"/>
    <p:sldId id="336" r:id="rId13"/>
    <p:sldId id="337" r:id="rId14"/>
    <p:sldId id="338" r:id="rId15"/>
  </p:sldIdLst>
  <p:sldSz cx="12192000" cy="6858000"/>
  <p:notesSz cx="6858000" cy="9144000"/>
  <p:defaultTextStyle>
    <a:defPPr>
      <a:defRPr lang="de-D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0"/>
      </p:ext>
    </p:extLst>
  </p:showPr>
  <p:clrMru>
    <a:srgbClr val="DC0059"/>
    <a:srgbClr val="000073"/>
    <a:srgbClr val="F1E8EF"/>
    <a:srgbClr val="F0F0F0"/>
    <a:srgbClr val="CBCCF5"/>
    <a:srgbClr val="E7E7FA"/>
    <a:srgbClr val="EBE7F9"/>
    <a:srgbClr val="D5CCF2"/>
    <a:srgbClr val="FF66FF"/>
    <a:srgbClr val="F5F5F5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ittlere Formatvorlage 2 - Akz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940675A-B579-460E-94D1-54222C63F5DA}" styleName="Keine Formatvorlage, Tabellenraster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00A15C55-8517-42AA-B614-E9B94910E393}" styleName="Medium Style 2 - Accent 4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4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4"/>
          </a:solidFill>
        </a:fill>
      </a:tcStyle>
    </a:firstRow>
  </a:tblStyle>
  <a:tblStyle styleId="{F5AB1C69-6EDB-4FF4-983F-18BD219EF322}" styleName="Medium Style 2 - Accent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494" autoAdjust="0"/>
    <p:restoredTop sz="72122" autoAdjust="0"/>
  </p:normalViewPr>
  <p:slideViewPr>
    <p:cSldViewPr showGuides="1">
      <p:cViewPr varScale="1">
        <p:scale>
          <a:sx n="91" d="100"/>
          <a:sy n="91" d="100"/>
        </p:scale>
        <p:origin x="1320" y="90"/>
      </p:cViewPr>
      <p:guideLst/>
    </p:cSldViewPr>
  </p:slideViewPr>
  <p:outlineViewPr>
    <p:cViewPr>
      <p:scale>
        <a:sx n="33" d="100"/>
        <a:sy n="33" d="100"/>
      </p:scale>
      <p:origin x="0" y="-26640"/>
    </p:cViewPr>
  </p:outlin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notesViewPr>
    <p:cSldViewPr>
      <p:cViewPr varScale="1">
        <p:scale>
          <a:sx n="96" d="100"/>
          <a:sy n="96" d="100"/>
        </p:scale>
        <p:origin x="3538" y="58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slide" Target="slides/slide9.xml"/><Relationship Id="rId18" Type="http://schemas.openxmlformats.org/officeDocument/2006/relationships/presProps" Target="presProps.xml"/><Relationship Id="rId3" Type="http://schemas.openxmlformats.org/officeDocument/2006/relationships/customXml" Target="../customXml/item3.xml"/><Relationship Id="rId21" Type="http://schemas.openxmlformats.org/officeDocument/2006/relationships/tableStyles" Target="tableStyles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handoutMaster" Target="handoutMasters/handoutMaster1.xml"/><Relationship Id="rId2" Type="http://schemas.openxmlformats.org/officeDocument/2006/relationships/customXml" Target="../customXml/item2.xml"/><Relationship Id="rId16" Type="http://schemas.openxmlformats.org/officeDocument/2006/relationships/notesMaster" Target="notesMasters/notesMaster1.xml"/><Relationship Id="rId20" Type="http://schemas.openxmlformats.org/officeDocument/2006/relationships/theme" Target="theme/theme1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10" Type="http://schemas.openxmlformats.org/officeDocument/2006/relationships/slide" Target="slides/slide6.xml"/><Relationship Id="rId19" Type="http://schemas.openxmlformats.org/officeDocument/2006/relationships/viewProps" Target="viewProp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opfzeilenplatzhalter 1"/>
          <p:cNvSpPr>
            <a:spLocks noGrp="1"/>
          </p:cNvSpPr>
          <p:nvPr>
            <p:ph type="hdr" sz="quarter"/>
          </p:nvPr>
        </p:nvSpPr>
        <p:spPr>
          <a:xfrm>
            <a:off x="476672" y="229395"/>
            <a:ext cx="4320480" cy="310159"/>
          </a:xfrm>
          <a:prstGeom prst="rect">
            <a:avLst/>
          </a:prstGeom>
        </p:spPr>
        <p:txBody>
          <a:bodyPr vert="horz" lIns="0" tIns="0" rIns="0" bIns="0" rtlCol="0"/>
          <a:lstStyle>
            <a:lvl1pPr algn="l">
              <a:defRPr sz="1200"/>
            </a:lvl1pPr>
          </a:lstStyle>
          <a:p>
            <a:r>
              <a:rPr lang="de-CH" sz="900"/>
              <a:t>Kopfzeilentext</a:t>
            </a:r>
            <a:endParaRPr lang="de-CH" sz="900" dirty="0"/>
          </a:p>
        </p:txBody>
      </p:sp>
      <p:sp>
        <p:nvSpPr>
          <p:cNvPr id="3" name="Datumsplatzhalter 2"/>
          <p:cNvSpPr>
            <a:spLocks noGrp="1"/>
          </p:cNvSpPr>
          <p:nvPr>
            <p:ph type="dt" sz="quarter" idx="1"/>
          </p:nvPr>
        </p:nvSpPr>
        <p:spPr>
          <a:xfrm>
            <a:off x="5137720" y="229395"/>
            <a:ext cx="1243608" cy="310159"/>
          </a:xfrm>
          <a:prstGeom prst="rect">
            <a:avLst/>
          </a:prstGeom>
        </p:spPr>
        <p:txBody>
          <a:bodyPr vert="horz" lIns="0" tIns="0" rIns="0" bIns="0" rtlCol="0"/>
          <a:lstStyle>
            <a:lvl1pPr algn="r">
              <a:defRPr sz="1200"/>
            </a:lvl1pPr>
          </a:lstStyle>
          <a:p>
            <a:fld id="{EEC665CA-D682-48EC-95D2-126FD6449D65}" type="datetime1">
              <a:rPr lang="de-CH" sz="900" smtClean="0"/>
              <a:t>03.02.2025</a:t>
            </a:fld>
            <a:endParaRPr lang="de-CH" sz="900"/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2"/>
          </p:nvPr>
        </p:nvSpPr>
        <p:spPr>
          <a:xfrm>
            <a:off x="476672" y="8489144"/>
            <a:ext cx="4320480" cy="331331"/>
          </a:xfrm>
          <a:prstGeom prst="rect">
            <a:avLst/>
          </a:prstGeom>
        </p:spPr>
        <p:txBody>
          <a:bodyPr vert="horz" lIns="0" tIns="0" rIns="0" bIns="0" rtlCol="0" anchor="b"/>
          <a:lstStyle>
            <a:lvl1pPr algn="l">
              <a:defRPr sz="1200"/>
            </a:lvl1pPr>
          </a:lstStyle>
          <a:p>
            <a:r>
              <a:rPr lang="de-CH" sz="900"/>
              <a:t>Fusszeilentext</a:t>
            </a:r>
            <a:endParaRPr lang="de-CH" sz="900" dirty="0"/>
          </a:p>
        </p:txBody>
      </p:sp>
      <p:sp>
        <p:nvSpPr>
          <p:cNvPr id="5" name="Foliennummernplatzhalter 4"/>
          <p:cNvSpPr>
            <a:spLocks noGrp="1"/>
          </p:cNvSpPr>
          <p:nvPr>
            <p:ph type="sldNum" sz="quarter" idx="3"/>
          </p:nvPr>
        </p:nvSpPr>
        <p:spPr>
          <a:xfrm>
            <a:off x="5137720" y="8489146"/>
            <a:ext cx="1243608" cy="331329"/>
          </a:xfrm>
          <a:prstGeom prst="rect">
            <a:avLst/>
          </a:prstGeom>
        </p:spPr>
        <p:txBody>
          <a:bodyPr vert="horz" lIns="0" tIns="0" rIns="0" bIns="0" rtlCol="0" anchor="b"/>
          <a:lstStyle>
            <a:lvl1pPr algn="r">
              <a:defRPr sz="1200"/>
            </a:lvl1pPr>
          </a:lstStyle>
          <a:p>
            <a:fld id="{2CEDAA2C-602C-494B-9BFF-F0D7FF14E319}" type="slidenum">
              <a:rPr lang="de-CH" sz="900" smtClean="0"/>
              <a:t>‹#›</a:t>
            </a:fld>
            <a:endParaRPr lang="de-CH" sz="900" dirty="0"/>
          </a:p>
        </p:txBody>
      </p:sp>
    </p:spTree>
    <p:extLst>
      <p:ext uri="{BB962C8B-B14F-4D97-AF65-F5344CB8AC3E}">
        <p14:creationId xmlns:p14="http://schemas.microsoft.com/office/powerpoint/2010/main" val="1625002673"/>
      </p:ext>
    </p:extLst>
  </p:cSld>
  <p:clrMap bg1="lt1" tx1="dk1" bg2="lt2" tx2="dk2" accent1="accent1" accent2="accent2" accent3="accent3" accent4="accent4" accent5="accent5" accent6="accent6" hlink="hlink" folHlink="folHlink"/>
  <p:hf hdr="0" ftr="0" dt="0"/>
  <p:extLst>
    <p:ext uri="{56416CCD-93CA-4268-BC5B-53C4BB910035}">
      <p15:sldGuideLst xmlns:p15="http://schemas.microsoft.com/office/powerpoint/2012/main">
        <p15:guide id="1" orient="horz" pos="2880" userDrawn="1">
          <p15:clr>
            <a:srgbClr val="F26B43"/>
          </p15:clr>
        </p15:guide>
        <p15:guide id="2" pos="2160" userDrawn="1">
          <p15:clr>
            <a:srgbClr val="F26B43"/>
          </p15:clr>
        </p15:guide>
      </p15:sldGuideLst>
    </p:ext>
  </p:extLst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Folienbildplatzhalter 11"/>
          <p:cNvSpPr>
            <a:spLocks noGrp="1" noRot="1" noChangeAspect="1"/>
          </p:cNvSpPr>
          <p:nvPr>
            <p:ph type="sldImg" idx="2"/>
          </p:nvPr>
        </p:nvSpPr>
        <p:spPr>
          <a:xfrm>
            <a:off x="764704" y="899592"/>
            <a:ext cx="5560412" cy="3127732"/>
          </a:xfrm>
          <a:prstGeom prst="rect">
            <a:avLst/>
          </a:prstGeom>
          <a:noFill/>
          <a:ln w="3175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de-CH"/>
          </a:p>
        </p:txBody>
      </p:sp>
      <p:sp>
        <p:nvSpPr>
          <p:cNvPr id="14" name="Fußzeilenplatzhalter 13"/>
          <p:cNvSpPr>
            <a:spLocks noGrp="1"/>
          </p:cNvSpPr>
          <p:nvPr>
            <p:ph type="ftr" sz="quarter" idx="4"/>
          </p:nvPr>
        </p:nvSpPr>
        <p:spPr>
          <a:xfrm>
            <a:off x="775244" y="8712000"/>
            <a:ext cx="2230428" cy="179512"/>
          </a:xfrm>
          <a:prstGeom prst="rect">
            <a:avLst/>
          </a:prstGeom>
        </p:spPr>
        <p:txBody>
          <a:bodyPr vert="horz" lIns="0" tIns="0" rIns="0" bIns="0" rtlCol="0" anchor="t"/>
          <a:lstStyle>
            <a:lvl1pPr algn="l">
              <a:defRPr sz="900"/>
            </a:lvl1pPr>
          </a:lstStyle>
          <a:p>
            <a:r>
              <a:rPr lang="de-CH" dirty="0"/>
              <a:t>Fusszeilentext</a:t>
            </a:r>
          </a:p>
        </p:txBody>
      </p:sp>
      <p:sp>
        <p:nvSpPr>
          <p:cNvPr id="15" name="Foliennummernplatzhalter 14"/>
          <p:cNvSpPr>
            <a:spLocks noGrp="1"/>
          </p:cNvSpPr>
          <p:nvPr>
            <p:ph type="sldNum" sz="quarter" idx="5"/>
          </p:nvPr>
        </p:nvSpPr>
        <p:spPr>
          <a:xfrm>
            <a:off x="5462663" y="8712000"/>
            <a:ext cx="871173" cy="179512"/>
          </a:xfrm>
          <a:prstGeom prst="rect">
            <a:avLst/>
          </a:prstGeom>
        </p:spPr>
        <p:txBody>
          <a:bodyPr vert="horz" lIns="0" tIns="0" rIns="0" bIns="0" rtlCol="0" anchor="t"/>
          <a:lstStyle>
            <a:lvl1pPr algn="r">
              <a:defRPr sz="900"/>
            </a:lvl1pPr>
          </a:lstStyle>
          <a:p>
            <a:fld id="{83C81C81-E364-4366-A610-2DB15FF98538}" type="slidenum">
              <a:rPr lang="de-CH" smtClean="0"/>
              <a:pPr/>
              <a:t>‹#›</a:t>
            </a:fld>
            <a:endParaRPr lang="de-CH" dirty="0"/>
          </a:p>
        </p:txBody>
      </p:sp>
      <p:sp>
        <p:nvSpPr>
          <p:cNvPr id="16" name="Notizenplatzhalter 15"/>
          <p:cNvSpPr>
            <a:spLocks noGrp="1"/>
          </p:cNvSpPr>
          <p:nvPr>
            <p:ph type="body" sz="quarter" idx="3"/>
          </p:nvPr>
        </p:nvSpPr>
        <p:spPr>
          <a:xfrm>
            <a:off x="773424" y="4283968"/>
            <a:ext cx="5560412" cy="4248472"/>
          </a:xfrm>
          <a:prstGeom prst="rect">
            <a:avLst/>
          </a:prstGeom>
        </p:spPr>
        <p:txBody>
          <a:bodyPr vert="horz" lIns="0" tIns="0" rIns="0" bIns="0" rtlCol="0"/>
          <a:lstStyle/>
          <a:p>
            <a:pPr lvl="0"/>
            <a:r>
              <a:rPr lang="de-DE" dirty="0"/>
              <a:t>Textmasterformat bearbeiten</a:t>
            </a:r>
          </a:p>
          <a:p>
            <a:pPr lvl="1"/>
            <a:r>
              <a:rPr lang="de-DE" dirty="0"/>
              <a:t>Zweite Ebene</a:t>
            </a:r>
          </a:p>
          <a:p>
            <a:pPr lvl="2"/>
            <a:r>
              <a:rPr lang="de-DE" dirty="0"/>
              <a:t>Dritte Ebene</a:t>
            </a:r>
          </a:p>
          <a:p>
            <a:pPr lvl="3"/>
            <a:r>
              <a:rPr lang="de-DE" dirty="0"/>
              <a:t>Vierte Ebene</a:t>
            </a:r>
          </a:p>
          <a:p>
            <a:pPr lvl="4"/>
            <a:r>
              <a:rPr lang="de-DE" dirty="0"/>
              <a:t>Fünfte Ebene</a:t>
            </a:r>
            <a:endParaRPr lang="de-CH" dirty="0"/>
          </a:p>
        </p:txBody>
      </p:sp>
      <p:sp>
        <p:nvSpPr>
          <p:cNvPr id="17" name="Datumsplatzhalter 16"/>
          <p:cNvSpPr>
            <a:spLocks noGrp="1"/>
          </p:cNvSpPr>
          <p:nvPr>
            <p:ph type="dt" idx="1"/>
          </p:nvPr>
        </p:nvSpPr>
        <p:spPr>
          <a:xfrm>
            <a:off x="4229809" y="425838"/>
            <a:ext cx="2095308" cy="185722"/>
          </a:xfrm>
          <a:prstGeom prst="rect">
            <a:avLst/>
          </a:prstGeom>
        </p:spPr>
        <p:txBody>
          <a:bodyPr vert="horz" lIns="0" tIns="0" rIns="0" bIns="0" rtlCol="0"/>
          <a:lstStyle>
            <a:lvl1pPr algn="r">
              <a:defRPr sz="900"/>
            </a:lvl1pPr>
          </a:lstStyle>
          <a:p>
            <a:fld id="{A17AAF7D-4283-4014-80F4-26E915FEACF8}" type="datetime1">
              <a:rPr lang="de-CH" smtClean="0"/>
              <a:t>03.02.2025</a:t>
            </a:fld>
            <a:endParaRPr lang="de-CH" dirty="0"/>
          </a:p>
        </p:txBody>
      </p:sp>
      <p:sp>
        <p:nvSpPr>
          <p:cNvPr id="18" name="Kopfzeilenplatzhalter 17"/>
          <p:cNvSpPr>
            <a:spLocks noGrp="1"/>
          </p:cNvSpPr>
          <p:nvPr>
            <p:ph type="hdr" sz="quarter"/>
          </p:nvPr>
        </p:nvSpPr>
        <p:spPr>
          <a:xfrm>
            <a:off x="764704" y="432000"/>
            <a:ext cx="3249080" cy="179560"/>
          </a:xfrm>
          <a:prstGeom prst="rect">
            <a:avLst/>
          </a:prstGeom>
        </p:spPr>
        <p:txBody>
          <a:bodyPr vert="horz" lIns="0" tIns="0" rIns="0" bIns="0" rtlCol="0"/>
          <a:lstStyle>
            <a:lvl1pPr algn="l">
              <a:defRPr sz="900"/>
            </a:lvl1pPr>
          </a:lstStyle>
          <a:p>
            <a:r>
              <a:rPr lang="de-CH"/>
              <a:t>Kopfzeilentext</a:t>
            </a:r>
            <a:endParaRPr lang="de-CH" dirty="0"/>
          </a:p>
        </p:txBody>
      </p:sp>
    </p:spTree>
    <p:extLst>
      <p:ext uri="{BB962C8B-B14F-4D97-AF65-F5344CB8AC3E}">
        <p14:creationId xmlns:p14="http://schemas.microsoft.com/office/powerpoint/2010/main" val="3117097057"/>
      </p:ext>
    </p:extLst>
  </p:cSld>
  <p:clrMap bg1="lt1" tx1="dk1" bg2="lt2" tx2="dk2" accent1="accent1" accent2="accent2" accent3="accent3" accent4="accent4" accent5="accent5" accent6="accent6" hlink="hlink" folHlink="folHlink"/>
  <p:hf hdr="0" ftr="0" dt="0"/>
  <p:notesStyle>
    <a:lvl1pPr marL="0" algn="l" defTabSz="914400" rtl="0" eaLnBrk="1" latinLnBrk="0" hangingPunct="1">
      <a:spcAft>
        <a:spcPts val="600"/>
      </a:spcAft>
      <a:defRPr sz="1100" kern="1200">
        <a:solidFill>
          <a:schemeClr val="tx1"/>
        </a:solidFill>
        <a:latin typeface="+mn-lt"/>
        <a:ea typeface="+mn-ea"/>
        <a:cs typeface="+mn-cs"/>
      </a:defRPr>
    </a:lvl1pPr>
    <a:lvl2pPr marL="177800" indent="-177800" algn="l" defTabSz="914400" rtl="0" eaLnBrk="1" latinLnBrk="0" hangingPunct="1">
      <a:spcAft>
        <a:spcPts val="600"/>
      </a:spcAft>
      <a:buFont typeface="Arial" panose="020B0604020202020204" pitchFamily="34" charset="0"/>
      <a:buChar char="‒"/>
      <a:defRPr sz="1100" kern="1200">
        <a:solidFill>
          <a:schemeClr val="tx1"/>
        </a:solidFill>
        <a:latin typeface="+mn-lt"/>
        <a:ea typeface="+mn-ea"/>
        <a:cs typeface="+mn-cs"/>
      </a:defRPr>
    </a:lvl2pPr>
    <a:lvl3pPr marL="357188" indent="-179388" algn="l" defTabSz="914400" rtl="0" eaLnBrk="1" latinLnBrk="0" hangingPunct="1">
      <a:spcAft>
        <a:spcPts val="600"/>
      </a:spcAft>
      <a:buFont typeface="Arial" panose="020B0604020202020204" pitchFamily="34" charset="0"/>
      <a:buChar char="‒"/>
      <a:defRPr sz="1100" kern="1200">
        <a:solidFill>
          <a:schemeClr val="tx1"/>
        </a:solidFill>
        <a:latin typeface="+mn-lt"/>
        <a:ea typeface="+mn-ea"/>
        <a:cs typeface="+mn-cs"/>
      </a:defRPr>
    </a:lvl3pPr>
    <a:lvl4pPr marL="534988" indent="-177800" algn="l" defTabSz="914400" rtl="0" eaLnBrk="1" latinLnBrk="0" hangingPunct="1">
      <a:spcAft>
        <a:spcPts val="600"/>
      </a:spcAft>
      <a:buFont typeface="Arial" panose="020B0604020202020204" pitchFamily="34" charset="0"/>
      <a:buChar char="‒"/>
      <a:defRPr sz="1100" kern="1200">
        <a:solidFill>
          <a:schemeClr val="tx1"/>
        </a:solidFill>
        <a:latin typeface="+mn-lt"/>
        <a:ea typeface="+mn-ea"/>
        <a:cs typeface="+mn-cs"/>
      </a:defRPr>
    </a:lvl4pPr>
    <a:lvl5pPr marL="720725" indent="-185738" algn="l" defTabSz="914400" rtl="0" eaLnBrk="1" latinLnBrk="0" hangingPunct="1">
      <a:spcAft>
        <a:spcPts val="600"/>
      </a:spcAft>
      <a:buFont typeface="Arial" panose="020B0604020202020204" pitchFamily="34" charset="0"/>
      <a:buChar char="‒"/>
      <a:defRPr sz="11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  <p:extLst>
    <p:ext uri="{620B2872-D7B9-4A21-9093-7833F8D536E1}">
      <p15:sldGuideLst xmlns:p15="http://schemas.microsoft.com/office/powerpoint/2012/main">
        <p15:guide id="1" orient="horz" pos="2880" userDrawn="1">
          <p15:clr>
            <a:srgbClr val="F26B43"/>
          </p15:clr>
        </p15:guide>
        <p15:guide id="2" pos="2160" userDrawn="1">
          <p15:clr>
            <a:srgbClr val="F26B43"/>
          </p15:clr>
        </p15:guide>
      </p15:sldGuideLst>
    </p:ext>
  </p:extLst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765175" y="900113"/>
            <a:ext cx="5559425" cy="3127375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>
                <a:effectLst/>
                <a:latin typeface="Arial" panose="020B0604020202020204" pitchFamily="34" charset="0"/>
              </a:rPr>
              <a:t>Life cycle greenhouse gas emission values from the literature review (n = 167), by 5-year interval of publication date, reactor technology</a:t>
            </a:r>
            <a:br>
              <a:rPr lang="en-US" dirty="0">
                <a:effectLst/>
                <a:latin typeface="Arial" panose="020B0604020202020204" pitchFamily="34" charset="0"/>
              </a:rPr>
            </a:br>
            <a:r>
              <a:rPr lang="en-US" dirty="0">
                <a:effectLst/>
                <a:latin typeface="Arial" panose="020B0604020202020204" pitchFamily="34" charset="0"/>
              </a:rPr>
              <a:t>type, and enrichment method. Median, sample size, and potential outliers are provided for each series of each category. BWR = </a:t>
            </a:r>
            <a:r>
              <a:rPr lang="en-US" b="1" dirty="0">
                <a:effectLst/>
                <a:latin typeface="Arial" panose="020B0604020202020204" pitchFamily="34" charset="0"/>
              </a:rPr>
              <a:t>boiling water</a:t>
            </a:r>
            <a:br>
              <a:rPr lang="en-US" dirty="0">
                <a:effectLst/>
                <a:latin typeface="Arial" panose="020B0604020202020204" pitchFamily="34" charset="0"/>
              </a:rPr>
            </a:br>
            <a:r>
              <a:rPr lang="en-US" dirty="0">
                <a:effectLst/>
                <a:latin typeface="Arial" panose="020B0604020202020204" pitchFamily="34" charset="0"/>
              </a:rPr>
              <a:t>reactor, LWR = </a:t>
            </a:r>
            <a:r>
              <a:rPr lang="en-US" b="1" dirty="0">
                <a:effectLst/>
                <a:latin typeface="Arial" panose="020B0604020202020204" pitchFamily="34" charset="0"/>
              </a:rPr>
              <a:t>light water reactor </a:t>
            </a:r>
            <a:r>
              <a:rPr lang="en-US" dirty="0">
                <a:effectLst/>
                <a:latin typeface="Arial" panose="020B0604020202020204" pitchFamily="34" charset="0"/>
              </a:rPr>
              <a:t>(unspecified BWR or PWR), PWR = </a:t>
            </a:r>
            <a:r>
              <a:rPr lang="en-US" b="1" dirty="0">
                <a:effectLst/>
                <a:latin typeface="Arial" panose="020B0604020202020204" pitchFamily="34" charset="0"/>
              </a:rPr>
              <a:t>pressurized water reactor</a:t>
            </a:r>
            <a:r>
              <a:rPr lang="en-US" dirty="0">
                <a:effectLst/>
                <a:latin typeface="Arial" panose="020B0604020202020204" pitchFamily="34" charset="0"/>
              </a:rPr>
              <a:t>, FBR = fast breeder reactor, HWR = </a:t>
            </a:r>
            <a:r>
              <a:rPr lang="en-US" b="1" dirty="0">
                <a:effectLst/>
                <a:latin typeface="Arial" panose="020B0604020202020204" pitchFamily="34" charset="0"/>
              </a:rPr>
              <a:t>heavy water</a:t>
            </a:r>
            <a:br>
              <a:rPr lang="en-US" b="1" dirty="0">
                <a:effectLst/>
                <a:latin typeface="Arial" panose="020B0604020202020204" pitchFamily="34" charset="0"/>
              </a:rPr>
            </a:br>
            <a:r>
              <a:rPr lang="en-US" b="1" dirty="0">
                <a:effectLst/>
                <a:latin typeface="Arial" panose="020B0604020202020204" pitchFamily="34" charset="0"/>
              </a:rPr>
              <a:t>reactor</a:t>
            </a:r>
            <a:r>
              <a:rPr lang="en-US" dirty="0">
                <a:effectLst/>
                <a:latin typeface="Arial" panose="020B0604020202020204" pitchFamily="34" charset="0"/>
              </a:rPr>
              <a:t>, GCR = </a:t>
            </a:r>
            <a:r>
              <a:rPr lang="en-US" b="1" dirty="0">
                <a:effectLst/>
                <a:latin typeface="Arial" panose="020B0604020202020204" pitchFamily="34" charset="0"/>
              </a:rPr>
              <a:t>gas-cooled reactor</a:t>
            </a:r>
            <a:r>
              <a:rPr lang="en-US" dirty="0">
                <a:effectLst/>
                <a:latin typeface="Arial" panose="020B0604020202020204" pitchFamily="34" charset="0"/>
              </a:rPr>
              <a:t>, and EPR = </a:t>
            </a:r>
            <a:r>
              <a:rPr lang="en-US" b="1" dirty="0">
                <a:effectLst/>
                <a:latin typeface="Arial" panose="020B0604020202020204" pitchFamily="34" charset="0"/>
              </a:rPr>
              <a:t>evolutionary power reactor</a:t>
            </a:r>
            <a:r>
              <a:rPr lang="en-US" dirty="0">
                <a:effectLst/>
                <a:latin typeface="Arial" panose="020B0604020202020204" pitchFamily="34" charset="0"/>
              </a:rPr>
              <a:t>.</a:t>
            </a:r>
            <a:endParaRPr lang="de-CH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3C81C81-E364-4366-A610-2DB15FF98538}" type="slidenum">
              <a:rPr lang="de-CH" smtClean="0"/>
              <a:pPr/>
              <a:t>6</a:t>
            </a:fld>
            <a:endParaRPr lang="de-CH" dirty="0"/>
          </a:p>
        </p:txBody>
      </p:sp>
    </p:spTree>
    <p:extLst>
      <p:ext uri="{BB962C8B-B14F-4D97-AF65-F5344CB8AC3E}">
        <p14:creationId xmlns:p14="http://schemas.microsoft.com/office/powerpoint/2010/main" val="1030932620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765175" y="900113"/>
            <a:ext cx="5559425" cy="3127375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err="1"/>
              <a:t>Hacer</a:t>
            </a:r>
            <a:r>
              <a:rPr lang="en-US" dirty="0"/>
              <a:t> </a:t>
            </a:r>
            <a:r>
              <a:rPr lang="en-US" dirty="0" err="1"/>
              <a:t>enfasis</a:t>
            </a:r>
            <a:r>
              <a:rPr lang="en-US" dirty="0"/>
              <a:t> </a:t>
            </a:r>
            <a:r>
              <a:rPr lang="en-US" dirty="0" err="1"/>
              <a:t>en</a:t>
            </a:r>
            <a:r>
              <a:rPr lang="en-US" dirty="0"/>
              <a:t> que primero </a:t>
            </a:r>
            <a:r>
              <a:rPr lang="en-US" dirty="0" err="1"/>
              <a:t>hemos</a:t>
            </a:r>
            <a:r>
              <a:rPr lang="en-US" dirty="0"/>
              <a:t> </a:t>
            </a:r>
            <a:r>
              <a:rPr lang="en-US" dirty="0" err="1"/>
              <a:t>construido</a:t>
            </a:r>
            <a:r>
              <a:rPr lang="en-US" dirty="0"/>
              <a:t> </a:t>
            </a:r>
            <a:r>
              <a:rPr lang="en-US" dirty="0" err="1"/>
              <a:t>los</a:t>
            </a:r>
            <a:r>
              <a:rPr lang="en-US" dirty="0"/>
              <a:t> </a:t>
            </a:r>
            <a:r>
              <a:rPr lang="en-US" dirty="0" err="1"/>
              <a:t>inventarios</a:t>
            </a:r>
            <a:r>
              <a:rPr lang="en-US" dirty="0"/>
              <a:t> </a:t>
            </a:r>
            <a:r>
              <a:rPr lang="en-US" dirty="0" err="1"/>
              <a:t>en</a:t>
            </a:r>
            <a:r>
              <a:rPr lang="en-US" dirty="0"/>
              <a:t> BRIGHTWAY, </a:t>
            </a:r>
            <a:r>
              <a:rPr lang="en-US" dirty="0" err="1"/>
              <a:t>usando</a:t>
            </a:r>
            <a:r>
              <a:rPr lang="en-US" dirty="0"/>
              <a:t> </a:t>
            </a:r>
            <a:r>
              <a:rPr lang="en-US" dirty="0" err="1"/>
              <a:t>los</a:t>
            </a:r>
            <a:r>
              <a:rPr lang="en-US" dirty="0"/>
              <a:t> Excel que </a:t>
            </a:r>
            <a:r>
              <a:rPr lang="en-US" dirty="0" err="1"/>
              <a:t>hemos</a:t>
            </a:r>
            <a:r>
              <a:rPr lang="en-US" dirty="0"/>
              <a:t> visto </a:t>
            </a:r>
            <a:r>
              <a:rPr lang="en-US" dirty="0" err="1"/>
              <a:t>durante</a:t>
            </a:r>
            <a:r>
              <a:rPr lang="en-US" dirty="0"/>
              <a:t> </a:t>
            </a:r>
            <a:r>
              <a:rPr lang="en-US" dirty="0" err="1"/>
              <a:t>el</a:t>
            </a:r>
            <a:r>
              <a:rPr lang="en-US" dirty="0"/>
              <a:t> </a:t>
            </a:r>
            <a:r>
              <a:rPr lang="en-US" dirty="0" err="1"/>
              <a:t>curso</a:t>
            </a:r>
            <a:r>
              <a:rPr lang="en-US" dirty="0"/>
              <a:t>.</a:t>
            </a:r>
            <a:endParaRPr lang="de-CH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3C81C81-E364-4366-A610-2DB15FF98538}" type="slidenum">
              <a:rPr lang="de-CH" smtClean="0"/>
              <a:pPr/>
              <a:t>7</a:t>
            </a:fld>
            <a:endParaRPr lang="de-CH" dirty="0"/>
          </a:p>
        </p:txBody>
      </p:sp>
    </p:spTree>
    <p:extLst>
      <p:ext uri="{BB962C8B-B14F-4D97-AF65-F5344CB8AC3E}">
        <p14:creationId xmlns:p14="http://schemas.microsoft.com/office/powerpoint/2010/main" val="3326308145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765175" y="900113"/>
            <a:ext cx="5559425" cy="3127375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>
                <a:effectLst/>
                <a:latin typeface="Arial" panose="020B0604020202020204" pitchFamily="34" charset="0"/>
              </a:rPr>
              <a:t>First-order Sobol indices quantifying the contribution of each input parameter to the total variance of each impact category for the full</a:t>
            </a:r>
            <a:br>
              <a:rPr lang="en-US" dirty="0"/>
            </a:br>
            <a:r>
              <a:rPr lang="en-US" dirty="0">
                <a:effectLst/>
                <a:latin typeface="Arial" panose="020B0604020202020204" pitchFamily="34" charset="0"/>
              </a:rPr>
              <a:t>model, enrichment set to centrifugation and to gaseous diffusion</a:t>
            </a:r>
            <a:endParaRPr lang="de-CH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3C81C81-E364-4366-A610-2DB15FF98538}" type="slidenum">
              <a:rPr lang="de-CH" smtClean="0"/>
              <a:pPr/>
              <a:t>9</a:t>
            </a:fld>
            <a:endParaRPr lang="de-CH" dirty="0"/>
          </a:p>
        </p:txBody>
      </p:sp>
    </p:spTree>
    <p:extLst>
      <p:ext uri="{BB962C8B-B14F-4D97-AF65-F5344CB8AC3E}">
        <p14:creationId xmlns:p14="http://schemas.microsoft.com/office/powerpoint/2010/main" val="1451789806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765175" y="900113"/>
            <a:ext cx="5559425" cy="3127375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CH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3C81C81-E364-4366-A610-2DB15FF98538}" type="slidenum">
              <a:rPr lang="de-CH" smtClean="0"/>
              <a:pPr/>
              <a:t>11</a:t>
            </a:fld>
            <a:endParaRPr lang="de-CH" dirty="0"/>
          </a:p>
        </p:txBody>
      </p:sp>
    </p:spTree>
    <p:extLst>
      <p:ext uri="{BB962C8B-B14F-4D97-AF65-F5344CB8AC3E}">
        <p14:creationId xmlns:p14="http://schemas.microsoft.com/office/powerpoint/2010/main" val="278516522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emf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4.emf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emf"/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4.emf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emf"/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4.emf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emf"/><Relationship Id="rId2" Type="http://schemas.openxmlformats.org/officeDocument/2006/relationships/image" Target="../media/image7.emf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emf"/><Relationship Id="rId2" Type="http://schemas.openxmlformats.org/officeDocument/2006/relationships/image" Target="../media/image1.emf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emf"/><Relationship Id="rId2" Type="http://schemas.openxmlformats.org/officeDocument/2006/relationships/image" Target="../media/image1.emf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emf"/><Relationship Id="rId2" Type="http://schemas.openxmlformats.org/officeDocument/2006/relationships/image" Target="../media/image1.emf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emf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emf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 Blue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Grafik 3">
            <a:extLst>
              <a:ext uri="{FF2B5EF4-FFF2-40B4-BE49-F238E27FC236}">
                <a16:creationId xmlns:a16="http://schemas.microsoft.com/office/drawing/2014/main" id="{FE7B40F6-0846-6406-28FC-523CF76DAF19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386" y="1558"/>
            <a:ext cx="12189228" cy="6854883"/>
          </a:xfrm>
          <a:prstGeom prst="rect">
            <a:avLst/>
          </a:prstGeom>
        </p:spPr>
      </p:pic>
      <p:pic>
        <p:nvPicPr>
          <p:cNvPr id="9" name="Grafik 8">
            <a:extLst>
              <a:ext uri="{FF2B5EF4-FFF2-40B4-BE49-F238E27FC236}">
                <a16:creationId xmlns:a16="http://schemas.microsoft.com/office/drawing/2014/main" id="{A03EDDF5-0688-3946-B33B-41892CA0C8F0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631137" y="358671"/>
            <a:ext cx="1773820" cy="730070"/>
          </a:xfrm>
          <a:prstGeom prst="rect">
            <a:avLst/>
          </a:prstGeom>
        </p:spPr>
      </p:pic>
      <p:pic>
        <p:nvPicPr>
          <p:cNvPr id="6" name="Grafik 5">
            <a:extLst>
              <a:ext uri="{FF2B5EF4-FFF2-40B4-BE49-F238E27FC236}">
                <a16:creationId xmlns:a16="http://schemas.microsoft.com/office/drawing/2014/main" id="{3A74AB44-A37E-131D-7BC4-3033AC45E5F1}"/>
              </a:ext>
            </a:extLst>
          </p:cNvPr>
          <p:cNvPicPr>
            <a:picLocks/>
          </p:cNvPicPr>
          <p:nvPr userDrawn="1"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3768"/>
          <a:stretch/>
        </p:blipFill>
        <p:spPr>
          <a:xfrm>
            <a:off x="2532062" y="536044"/>
            <a:ext cx="1690509" cy="379384"/>
          </a:xfrm>
          <a:prstGeom prst="rect">
            <a:avLst/>
          </a:prstGeom>
        </p:spPr>
      </p:pic>
      <p:sp>
        <p:nvSpPr>
          <p:cNvPr id="2" name="Titel 1"/>
          <p:cNvSpPr>
            <a:spLocks noGrp="1"/>
          </p:cNvSpPr>
          <p:nvPr>
            <p:ph type="ctrTitle" hasCustomPrompt="1"/>
          </p:nvPr>
        </p:nvSpPr>
        <p:spPr>
          <a:xfrm>
            <a:off x="695325" y="1445854"/>
            <a:ext cx="8045451" cy="2007994"/>
          </a:xfrm>
        </p:spPr>
        <p:txBody>
          <a:bodyPr anchor="b"/>
          <a:lstStyle>
            <a:lvl1pPr algn="l">
              <a:lnSpc>
                <a:spcPct val="92000"/>
              </a:lnSpc>
              <a:defRPr sz="4200">
                <a:solidFill>
                  <a:schemeClr val="bg1"/>
                </a:solidFill>
              </a:defRPr>
            </a:lvl1pPr>
          </a:lstStyle>
          <a:p>
            <a:r>
              <a:rPr lang="en-GB" noProof="0" dirty="0"/>
              <a:t>Add Title</a:t>
            </a:r>
          </a:p>
        </p:txBody>
      </p:sp>
      <p:sp>
        <p:nvSpPr>
          <p:cNvPr id="3" name="Untertitel 2"/>
          <p:cNvSpPr>
            <a:spLocks noGrp="1"/>
          </p:cNvSpPr>
          <p:nvPr>
            <p:ph type="subTitle" idx="1" hasCustomPrompt="1"/>
          </p:nvPr>
        </p:nvSpPr>
        <p:spPr>
          <a:xfrm>
            <a:off x="695325" y="3789040"/>
            <a:ext cx="8045451" cy="1080120"/>
          </a:xfrm>
        </p:spPr>
        <p:txBody>
          <a:bodyPr/>
          <a:lstStyle>
            <a:lvl1pPr marL="0" indent="0" algn="l">
              <a:lnSpc>
                <a:spcPct val="92000"/>
              </a:lnSpc>
              <a:buNone/>
              <a:defRPr sz="2600" b="1">
                <a:solidFill>
                  <a:schemeClr val="bg1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GB" noProof="0" dirty="0"/>
              <a:t>Add Subtitle</a:t>
            </a:r>
          </a:p>
        </p:txBody>
      </p:sp>
      <p:sp>
        <p:nvSpPr>
          <p:cNvPr id="11" name="Textplatzhalter 10">
            <a:extLst>
              <a:ext uri="{FF2B5EF4-FFF2-40B4-BE49-F238E27FC236}">
                <a16:creationId xmlns:a16="http://schemas.microsoft.com/office/drawing/2014/main" id="{68F03BE3-7C85-C716-E994-40806F5A8462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695325" y="5841268"/>
            <a:ext cx="5292725" cy="288032"/>
          </a:xfrm>
        </p:spPr>
        <p:txBody>
          <a:bodyPr anchor="b"/>
          <a:lstStyle>
            <a:lvl1pPr>
              <a:defRPr sz="1600">
                <a:solidFill>
                  <a:schemeClr val="bg1"/>
                </a:solidFill>
              </a:defRPr>
            </a:lvl1pPr>
            <a:lvl2pPr marL="0" indent="0">
              <a:buNone/>
              <a:defRPr/>
            </a:lvl2pPr>
          </a:lstStyle>
          <a:p>
            <a:pPr lvl="0"/>
            <a:r>
              <a:rPr lang="en-GB" noProof="0" dirty="0"/>
              <a:t>Author</a:t>
            </a:r>
          </a:p>
        </p:txBody>
      </p:sp>
      <p:sp>
        <p:nvSpPr>
          <p:cNvPr id="12" name="Textplatzhalter 10">
            <a:extLst>
              <a:ext uri="{FF2B5EF4-FFF2-40B4-BE49-F238E27FC236}">
                <a16:creationId xmlns:a16="http://schemas.microsoft.com/office/drawing/2014/main" id="{BB6EAADF-428F-C6D8-43A9-FBCA196FE958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695325" y="6129300"/>
            <a:ext cx="5292725" cy="252028"/>
          </a:xfrm>
        </p:spPr>
        <p:txBody>
          <a:bodyPr anchor="t"/>
          <a:lstStyle>
            <a:lvl1pPr>
              <a:defRPr sz="1600">
                <a:solidFill>
                  <a:schemeClr val="bg1"/>
                </a:solidFill>
              </a:defRPr>
            </a:lvl1pPr>
            <a:lvl2pPr marL="0" indent="0">
              <a:buNone/>
              <a:defRPr/>
            </a:lvl2pPr>
          </a:lstStyle>
          <a:p>
            <a:pPr lvl="0"/>
            <a:r>
              <a:rPr lang="en-GB" noProof="0" dirty="0"/>
              <a:t>Location, DD Month YYYY</a:t>
            </a:r>
          </a:p>
        </p:txBody>
      </p:sp>
    </p:spTree>
    <p:extLst>
      <p:ext uri="{BB962C8B-B14F-4D97-AF65-F5344CB8AC3E}">
        <p14:creationId xmlns:p14="http://schemas.microsoft.com/office/powerpoint/2010/main" val="42108233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2" pos="7106">
          <p15:clr>
            <a:srgbClr val="A4A3A4"/>
          </p15:clr>
        </p15:guide>
        <p15:guide id="3" orient="horz" pos="3181">
          <p15:clr>
            <a:srgbClr val="A4A3A4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 Dark Blue">
    <p:bg>
      <p:bgPr>
        <a:solidFill>
          <a:schemeClr val="accent1">
            <a:lumMod val="5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Grafik 9">
            <a:extLst>
              <a:ext uri="{FF2B5EF4-FFF2-40B4-BE49-F238E27FC236}">
                <a16:creationId xmlns:a16="http://schemas.microsoft.com/office/drawing/2014/main" id="{238B4CC7-4229-EEF9-D03A-D0C0BD398BC9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384" y="1948"/>
            <a:ext cx="12190615" cy="6855662"/>
          </a:xfrm>
          <a:prstGeom prst="rect">
            <a:avLst/>
          </a:prstGeom>
        </p:spPr>
      </p:pic>
      <p:sp>
        <p:nvSpPr>
          <p:cNvPr id="2" name="Titel 1"/>
          <p:cNvSpPr>
            <a:spLocks noGrp="1"/>
          </p:cNvSpPr>
          <p:nvPr>
            <p:ph type="ctrTitle" hasCustomPrompt="1"/>
          </p:nvPr>
        </p:nvSpPr>
        <p:spPr>
          <a:xfrm>
            <a:off x="695325" y="1445464"/>
            <a:ext cx="8045451" cy="2008384"/>
          </a:xfrm>
        </p:spPr>
        <p:txBody>
          <a:bodyPr anchor="b"/>
          <a:lstStyle>
            <a:lvl1pPr algn="l">
              <a:lnSpc>
                <a:spcPct val="92000"/>
              </a:lnSpc>
              <a:defRPr sz="4200">
                <a:solidFill>
                  <a:schemeClr val="bg1"/>
                </a:solidFill>
              </a:defRPr>
            </a:lvl1pPr>
          </a:lstStyle>
          <a:p>
            <a:r>
              <a:rPr lang="en-GB" noProof="0" dirty="0"/>
              <a:t>Add Title</a:t>
            </a:r>
          </a:p>
        </p:txBody>
      </p:sp>
      <p:sp>
        <p:nvSpPr>
          <p:cNvPr id="3" name="Untertitel 2"/>
          <p:cNvSpPr>
            <a:spLocks noGrp="1"/>
          </p:cNvSpPr>
          <p:nvPr>
            <p:ph type="subTitle" idx="1" hasCustomPrompt="1"/>
          </p:nvPr>
        </p:nvSpPr>
        <p:spPr>
          <a:xfrm>
            <a:off x="695325" y="3789040"/>
            <a:ext cx="8045451" cy="1080120"/>
          </a:xfrm>
        </p:spPr>
        <p:txBody>
          <a:bodyPr/>
          <a:lstStyle>
            <a:lvl1pPr marL="0" indent="0" algn="l">
              <a:lnSpc>
                <a:spcPct val="92000"/>
              </a:lnSpc>
              <a:buNone/>
              <a:defRPr sz="2600" b="1">
                <a:solidFill>
                  <a:schemeClr val="bg1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GB" noProof="0" dirty="0"/>
              <a:t>Add Subtitle</a:t>
            </a:r>
          </a:p>
        </p:txBody>
      </p:sp>
      <p:sp>
        <p:nvSpPr>
          <p:cNvPr id="11" name="Textplatzhalter 10">
            <a:extLst>
              <a:ext uri="{FF2B5EF4-FFF2-40B4-BE49-F238E27FC236}">
                <a16:creationId xmlns:a16="http://schemas.microsoft.com/office/drawing/2014/main" id="{68F03BE3-7C85-C716-E994-40806F5A8462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695325" y="5841268"/>
            <a:ext cx="5292725" cy="288032"/>
          </a:xfrm>
        </p:spPr>
        <p:txBody>
          <a:bodyPr anchor="b"/>
          <a:lstStyle>
            <a:lvl1pPr>
              <a:defRPr sz="1600">
                <a:solidFill>
                  <a:schemeClr val="bg1"/>
                </a:solidFill>
              </a:defRPr>
            </a:lvl1pPr>
            <a:lvl2pPr marL="0" indent="0">
              <a:buNone/>
              <a:defRPr/>
            </a:lvl2pPr>
          </a:lstStyle>
          <a:p>
            <a:pPr lvl="0"/>
            <a:r>
              <a:rPr lang="en-GB" noProof="0" dirty="0"/>
              <a:t>Author</a:t>
            </a:r>
          </a:p>
        </p:txBody>
      </p:sp>
      <p:sp>
        <p:nvSpPr>
          <p:cNvPr id="12" name="Textplatzhalter 10">
            <a:extLst>
              <a:ext uri="{FF2B5EF4-FFF2-40B4-BE49-F238E27FC236}">
                <a16:creationId xmlns:a16="http://schemas.microsoft.com/office/drawing/2014/main" id="{BB6EAADF-428F-C6D8-43A9-FBCA196FE958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695325" y="6129300"/>
            <a:ext cx="5292725" cy="252028"/>
          </a:xfrm>
        </p:spPr>
        <p:txBody>
          <a:bodyPr anchor="t"/>
          <a:lstStyle>
            <a:lvl1pPr>
              <a:defRPr sz="1600">
                <a:solidFill>
                  <a:schemeClr val="bg1"/>
                </a:solidFill>
              </a:defRPr>
            </a:lvl1pPr>
            <a:lvl2pPr marL="0" indent="0">
              <a:buNone/>
              <a:defRPr/>
            </a:lvl2pPr>
          </a:lstStyle>
          <a:p>
            <a:pPr lvl="0"/>
            <a:r>
              <a:rPr lang="en-GB" noProof="0" dirty="0"/>
              <a:t>Location, DD Month YYYY</a:t>
            </a:r>
          </a:p>
        </p:txBody>
      </p:sp>
      <p:pic>
        <p:nvPicPr>
          <p:cNvPr id="13" name="Grafik 12">
            <a:extLst>
              <a:ext uri="{FF2B5EF4-FFF2-40B4-BE49-F238E27FC236}">
                <a16:creationId xmlns:a16="http://schemas.microsoft.com/office/drawing/2014/main" id="{601D5720-24EF-D102-D260-2D0ECB313EF5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631137" y="358671"/>
            <a:ext cx="1773820" cy="730070"/>
          </a:xfrm>
          <a:prstGeom prst="rect">
            <a:avLst/>
          </a:prstGeom>
        </p:spPr>
      </p:pic>
      <p:pic>
        <p:nvPicPr>
          <p:cNvPr id="5" name="Grafik 4">
            <a:extLst>
              <a:ext uri="{FF2B5EF4-FFF2-40B4-BE49-F238E27FC236}">
                <a16:creationId xmlns:a16="http://schemas.microsoft.com/office/drawing/2014/main" id="{CA1A0EB6-6787-66B7-839C-B8C9CE487C0B}"/>
              </a:ext>
            </a:extLst>
          </p:cNvPr>
          <p:cNvPicPr>
            <a:picLocks/>
          </p:cNvPicPr>
          <p:nvPr userDrawn="1"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3768"/>
          <a:stretch/>
        </p:blipFill>
        <p:spPr>
          <a:xfrm>
            <a:off x="2532062" y="536044"/>
            <a:ext cx="1690509" cy="3793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6756182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2" pos="7106">
          <p15:clr>
            <a:srgbClr val="A4A3A4"/>
          </p15:clr>
        </p15:guide>
        <p15:guide id="3" orient="horz" pos="3181">
          <p15:clr>
            <a:srgbClr val="A4A3A4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 Red">
    <p:bg>
      <p:bgPr>
        <a:solidFill>
          <a:schemeClr val="accent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Grafik 8">
            <a:extLst>
              <a:ext uri="{FF2B5EF4-FFF2-40B4-BE49-F238E27FC236}">
                <a16:creationId xmlns:a16="http://schemas.microsoft.com/office/drawing/2014/main" id="{E6538B63-A40B-2238-426D-2D6DC8B5A92E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384" y="1948"/>
            <a:ext cx="12190615" cy="6855662"/>
          </a:xfrm>
          <a:prstGeom prst="rect">
            <a:avLst/>
          </a:prstGeom>
        </p:spPr>
      </p:pic>
      <p:sp>
        <p:nvSpPr>
          <p:cNvPr id="2" name="Titel 1"/>
          <p:cNvSpPr>
            <a:spLocks noGrp="1"/>
          </p:cNvSpPr>
          <p:nvPr>
            <p:ph type="ctrTitle" hasCustomPrompt="1"/>
          </p:nvPr>
        </p:nvSpPr>
        <p:spPr>
          <a:xfrm>
            <a:off x="695325" y="1445464"/>
            <a:ext cx="8045451" cy="2008384"/>
          </a:xfrm>
        </p:spPr>
        <p:txBody>
          <a:bodyPr anchor="b"/>
          <a:lstStyle>
            <a:lvl1pPr algn="l">
              <a:lnSpc>
                <a:spcPct val="92000"/>
              </a:lnSpc>
              <a:defRPr sz="4200">
                <a:solidFill>
                  <a:schemeClr val="bg1"/>
                </a:solidFill>
              </a:defRPr>
            </a:lvl1pPr>
          </a:lstStyle>
          <a:p>
            <a:r>
              <a:rPr lang="en-GB" noProof="0" dirty="0"/>
              <a:t>Add Title</a:t>
            </a:r>
          </a:p>
        </p:txBody>
      </p:sp>
      <p:sp>
        <p:nvSpPr>
          <p:cNvPr id="3" name="Untertitel 2"/>
          <p:cNvSpPr>
            <a:spLocks noGrp="1"/>
          </p:cNvSpPr>
          <p:nvPr>
            <p:ph type="subTitle" idx="1" hasCustomPrompt="1"/>
          </p:nvPr>
        </p:nvSpPr>
        <p:spPr>
          <a:xfrm>
            <a:off x="695325" y="3789040"/>
            <a:ext cx="8045451" cy="1080120"/>
          </a:xfrm>
        </p:spPr>
        <p:txBody>
          <a:bodyPr/>
          <a:lstStyle>
            <a:lvl1pPr marL="0" indent="0" algn="l">
              <a:lnSpc>
                <a:spcPct val="92000"/>
              </a:lnSpc>
              <a:buNone/>
              <a:defRPr sz="2600" b="1">
                <a:solidFill>
                  <a:schemeClr val="bg1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GB" noProof="0" dirty="0"/>
              <a:t>Add Subtitle</a:t>
            </a:r>
          </a:p>
        </p:txBody>
      </p:sp>
      <p:sp>
        <p:nvSpPr>
          <p:cNvPr id="11" name="Textplatzhalter 10">
            <a:extLst>
              <a:ext uri="{FF2B5EF4-FFF2-40B4-BE49-F238E27FC236}">
                <a16:creationId xmlns:a16="http://schemas.microsoft.com/office/drawing/2014/main" id="{68F03BE3-7C85-C716-E994-40806F5A8462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695325" y="5841268"/>
            <a:ext cx="5292725" cy="288032"/>
          </a:xfrm>
        </p:spPr>
        <p:txBody>
          <a:bodyPr anchor="b"/>
          <a:lstStyle>
            <a:lvl1pPr>
              <a:defRPr sz="1600">
                <a:solidFill>
                  <a:schemeClr val="bg1"/>
                </a:solidFill>
              </a:defRPr>
            </a:lvl1pPr>
            <a:lvl2pPr marL="0" indent="0">
              <a:buNone/>
              <a:defRPr/>
            </a:lvl2pPr>
          </a:lstStyle>
          <a:p>
            <a:pPr lvl="0"/>
            <a:r>
              <a:rPr lang="en-GB" noProof="0" dirty="0"/>
              <a:t>Author</a:t>
            </a:r>
          </a:p>
        </p:txBody>
      </p:sp>
      <p:sp>
        <p:nvSpPr>
          <p:cNvPr id="12" name="Textplatzhalter 10">
            <a:extLst>
              <a:ext uri="{FF2B5EF4-FFF2-40B4-BE49-F238E27FC236}">
                <a16:creationId xmlns:a16="http://schemas.microsoft.com/office/drawing/2014/main" id="{BB6EAADF-428F-C6D8-43A9-FBCA196FE958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695325" y="6129300"/>
            <a:ext cx="5292725" cy="252028"/>
          </a:xfrm>
        </p:spPr>
        <p:txBody>
          <a:bodyPr anchor="t"/>
          <a:lstStyle>
            <a:lvl1pPr>
              <a:defRPr sz="1600">
                <a:solidFill>
                  <a:schemeClr val="bg1"/>
                </a:solidFill>
              </a:defRPr>
            </a:lvl1pPr>
            <a:lvl2pPr marL="0" indent="0">
              <a:buNone/>
              <a:defRPr/>
            </a:lvl2pPr>
          </a:lstStyle>
          <a:p>
            <a:pPr lvl="0"/>
            <a:r>
              <a:rPr lang="en-GB" noProof="0" dirty="0"/>
              <a:t>Location, DD Month YYYY</a:t>
            </a:r>
          </a:p>
        </p:txBody>
      </p:sp>
      <p:pic>
        <p:nvPicPr>
          <p:cNvPr id="13" name="Grafik 12">
            <a:extLst>
              <a:ext uri="{FF2B5EF4-FFF2-40B4-BE49-F238E27FC236}">
                <a16:creationId xmlns:a16="http://schemas.microsoft.com/office/drawing/2014/main" id="{601D5720-24EF-D102-D260-2D0ECB313EF5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631137" y="358671"/>
            <a:ext cx="1773820" cy="730070"/>
          </a:xfrm>
          <a:prstGeom prst="rect">
            <a:avLst/>
          </a:prstGeom>
        </p:spPr>
      </p:pic>
      <p:pic>
        <p:nvPicPr>
          <p:cNvPr id="5" name="Grafik 4">
            <a:extLst>
              <a:ext uri="{FF2B5EF4-FFF2-40B4-BE49-F238E27FC236}">
                <a16:creationId xmlns:a16="http://schemas.microsoft.com/office/drawing/2014/main" id="{C8D0CA88-6CB9-96EF-A545-083000EA4E6B}"/>
              </a:ext>
            </a:extLst>
          </p:cNvPr>
          <p:cNvPicPr>
            <a:picLocks/>
          </p:cNvPicPr>
          <p:nvPr userDrawn="1"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3768"/>
          <a:stretch/>
        </p:blipFill>
        <p:spPr>
          <a:xfrm>
            <a:off x="2532062" y="536044"/>
            <a:ext cx="1690509" cy="3793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2558932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2" pos="7106">
          <p15:clr>
            <a:srgbClr val="A4A3A4"/>
          </p15:clr>
        </p15:guide>
        <p15:guide id="3" orient="horz" pos="3181">
          <p15:clr>
            <a:srgbClr val="A4A3A4"/>
          </p15:clr>
        </p15:guide>
      </p15:sldGuideLst>
    </p:ext>
  </p:extLs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Image Red">
    <p:bg>
      <p:bgPr>
        <a:solidFill>
          <a:schemeClr val="accent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Rechteck 13">
            <a:extLst>
              <a:ext uri="{FF2B5EF4-FFF2-40B4-BE49-F238E27FC236}">
                <a16:creationId xmlns:a16="http://schemas.microsoft.com/office/drawing/2014/main" id="{8BDEC662-E6F5-15D3-BB36-ED6F08201703}"/>
              </a:ext>
            </a:extLst>
          </p:cNvPr>
          <p:cNvSpPr/>
          <p:nvPr userDrawn="1"/>
        </p:nvSpPr>
        <p:spPr>
          <a:xfrm>
            <a:off x="0" y="0"/>
            <a:ext cx="12192000" cy="5049838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noProof="0" dirty="0">
              <a:solidFill>
                <a:schemeClr val="tx1"/>
              </a:solidFill>
            </a:endParaRPr>
          </a:p>
        </p:txBody>
      </p:sp>
      <p:pic>
        <p:nvPicPr>
          <p:cNvPr id="16" name="Grafik 15">
            <a:extLst>
              <a:ext uri="{FF2B5EF4-FFF2-40B4-BE49-F238E27FC236}">
                <a16:creationId xmlns:a16="http://schemas.microsoft.com/office/drawing/2014/main" id="{6BA2BBC0-91C4-A383-E617-A518199B85EA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3825"/>
          <a:stretch/>
        </p:blipFill>
        <p:spPr>
          <a:xfrm>
            <a:off x="2532062" y="534553"/>
            <a:ext cx="1691446" cy="384804"/>
          </a:xfrm>
          <a:prstGeom prst="rect">
            <a:avLst/>
          </a:prstGeom>
        </p:spPr>
      </p:pic>
      <p:sp>
        <p:nvSpPr>
          <p:cNvPr id="2" name="Titel 1"/>
          <p:cNvSpPr>
            <a:spLocks noGrp="1"/>
          </p:cNvSpPr>
          <p:nvPr>
            <p:ph type="ctrTitle" hasCustomPrompt="1"/>
          </p:nvPr>
        </p:nvSpPr>
        <p:spPr>
          <a:xfrm>
            <a:off x="695325" y="1447412"/>
            <a:ext cx="5292725" cy="2006436"/>
          </a:xfrm>
        </p:spPr>
        <p:txBody>
          <a:bodyPr anchor="b"/>
          <a:lstStyle>
            <a:lvl1pPr algn="l">
              <a:lnSpc>
                <a:spcPct val="92000"/>
              </a:lnSpc>
              <a:defRPr sz="4200"/>
            </a:lvl1pPr>
          </a:lstStyle>
          <a:p>
            <a:r>
              <a:rPr lang="en-GB" noProof="0" dirty="0"/>
              <a:t>Add Title</a:t>
            </a:r>
          </a:p>
        </p:txBody>
      </p:sp>
      <p:sp>
        <p:nvSpPr>
          <p:cNvPr id="3" name="Untertitel 2"/>
          <p:cNvSpPr>
            <a:spLocks noGrp="1"/>
          </p:cNvSpPr>
          <p:nvPr>
            <p:ph type="subTitle" idx="1" hasCustomPrompt="1"/>
          </p:nvPr>
        </p:nvSpPr>
        <p:spPr>
          <a:xfrm>
            <a:off x="695325" y="3789040"/>
            <a:ext cx="5292725" cy="1080120"/>
          </a:xfrm>
        </p:spPr>
        <p:txBody>
          <a:bodyPr/>
          <a:lstStyle>
            <a:lvl1pPr marL="0" indent="0" algn="l">
              <a:lnSpc>
                <a:spcPct val="92000"/>
              </a:lnSpc>
              <a:buNone/>
              <a:defRPr sz="2600" b="1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GB" noProof="0" dirty="0"/>
              <a:t>Add Subtitle</a:t>
            </a:r>
          </a:p>
        </p:txBody>
      </p:sp>
      <p:sp>
        <p:nvSpPr>
          <p:cNvPr id="11" name="Textplatzhalter 10">
            <a:extLst>
              <a:ext uri="{FF2B5EF4-FFF2-40B4-BE49-F238E27FC236}">
                <a16:creationId xmlns:a16="http://schemas.microsoft.com/office/drawing/2014/main" id="{68F03BE3-7C85-C716-E994-40806F5A8462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695325" y="5841268"/>
            <a:ext cx="5292725" cy="288032"/>
          </a:xfrm>
        </p:spPr>
        <p:txBody>
          <a:bodyPr anchor="b"/>
          <a:lstStyle>
            <a:lvl1pPr>
              <a:defRPr sz="1600">
                <a:solidFill>
                  <a:schemeClr val="bg1"/>
                </a:solidFill>
              </a:defRPr>
            </a:lvl1pPr>
            <a:lvl2pPr marL="0" indent="0">
              <a:buNone/>
              <a:defRPr/>
            </a:lvl2pPr>
          </a:lstStyle>
          <a:p>
            <a:pPr lvl="0"/>
            <a:r>
              <a:rPr lang="en-GB" noProof="0" dirty="0"/>
              <a:t>Author</a:t>
            </a:r>
          </a:p>
        </p:txBody>
      </p:sp>
      <p:sp>
        <p:nvSpPr>
          <p:cNvPr id="12" name="Textplatzhalter 10">
            <a:extLst>
              <a:ext uri="{FF2B5EF4-FFF2-40B4-BE49-F238E27FC236}">
                <a16:creationId xmlns:a16="http://schemas.microsoft.com/office/drawing/2014/main" id="{BB6EAADF-428F-C6D8-43A9-FBCA196FE958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695325" y="6129300"/>
            <a:ext cx="5292725" cy="252028"/>
          </a:xfrm>
        </p:spPr>
        <p:txBody>
          <a:bodyPr anchor="t"/>
          <a:lstStyle>
            <a:lvl1pPr>
              <a:defRPr sz="1600">
                <a:solidFill>
                  <a:schemeClr val="bg1"/>
                </a:solidFill>
              </a:defRPr>
            </a:lvl1pPr>
            <a:lvl2pPr marL="0" indent="0">
              <a:buNone/>
              <a:defRPr/>
            </a:lvl2pPr>
          </a:lstStyle>
          <a:p>
            <a:pPr lvl="0"/>
            <a:r>
              <a:rPr lang="en-GB" noProof="0" dirty="0"/>
              <a:t>Location, DD Month YYYY</a:t>
            </a:r>
          </a:p>
        </p:txBody>
      </p:sp>
      <p:pic>
        <p:nvPicPr>
          <p:cNvPr id="13" name="Grafik 12">
            <a:extLst>
              <a:ext uri="{FF2B5EF4-FFF2-40B4-BE49-F238E27FC236}">
                <a16:creationId xmlns:a16="http://schemas.microsoft.com/office/drawing/2014/main" id="{601D5720-24EF-D102-D260-2D0ECB313EF5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31135" y="358671"/>
            <a:ext cx="1773825" cy="730070"/>
          </a:xfrm>
          <a:prstGeom prst="rect">
            <a:avLst/>
          </a:prstGeom>
        </p:spPr>
      </p:pic>
      <p:sp>
        <p:nvSpPr>
          <p:cNvPr id="15" name="Bildplatzhalter 4">
            <a:extLst>
              <a:ext uri="{FF2B5EF4-FFF2-40B4-BE49-F238E27FC236}">
                <a16:creationId xmlns:a16="http://schemas.microsoft.com/office/drawing/2014/main" id="{918345C2-B555-CE5A-CF14-EC753A31EDBB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6203948" y="549275"/>
            <a:ext cx="5076827" cy="5436009"/>
          </a:xfrm>
          <a:pattFill prst="lgCheck">
            <a:fgClr>
              <a:schemeClr val="bg1">
                <a:lumMod val="85000"/>
              </a:schemeClr>
            </a:fgClr>
            <a:bgClr>
              <a:schemeClr val="bg1"/>
            </a:bgClr>
          </a:pattFill>
        </p:spPr>
        <p:txBody>
          <a:bodyPr tIns="720000" anchor="ctr"/>
          <a:lstStyle>
            <a:lvl1pPr algn="ctr">
              <a:defRPr sz="1200"/>
            </a:lvl1pPr>
          </a:lstStyle>
          <a:p>
            <a:r>
              <a:rPr lang="en-GB" noProof="0" dirty="0"/>
              <a:t>Add image by tapping on icon</a:t>
            </a:r>
          </a:p>
        </p:txBody>
      </p:sp>
    </p:spTree>
    <p:extLst>
      <p:ext uri="{BB962C8B-B14F-4D97-AF65-F5344CB8AC3E}">
        <p14:creationId xmlns:p14="http://schemas.microsoft.com/office/powerpoint/2010/main" val="278130991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346">
          <p15:clr>
            <a:srgbClr val="A4A3A4"/>
          </p15:clr>
        </p15:guide>
        <p15:guide id="2" pos="7106">
          <p15:clr>
            <a:srgbClr val="A4A3A4"/>
          </p15:clr>
        </p15:guide>
        <p15:guide id="3" orient="horz" pos="3181">
          <p15:clr>
            <a:srgbClr val="A4A3A4"/>
          </p15:clr>
        </p15:guide>
      </p15:sldGuideLst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Image Blue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Rechteck 13">
            <a:extLst>
              <a:ext uri="{FF2B5EF4-FFF2-40B4-BE49-F238E27FC236}">
                <a16:creationId xmlns:a16="http://schemas.microsoft.com/office/drawing/2014/main" id="{8BDEC662-E6F5-15D3-BB36-ED6F08201703}"/>
              </a:ext>
            </a:extLst>
          </p:cNvPr>
          <p:cNvSpPr/>
          <p:nvPr userDrawn="1"/>
        </p:nvSpPr>
        <p:spPr>
          <a:xfrm>
            <a:off x="0" y="0"/>
            <a:ext cx="12192000" cy="5049838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noProof="0" dirty="0">
              <a:solidFill>
                <a:schemeClr val="tx1"/>
              </a:solidFill>
            </a:endParaRPr>
          </a:p>
        </p:txBody>
      </p:sp>
      <p:sp>
        <p:nvSpPr>
          <p:cNvPr id="2" name="Titel 1"/>
          <p:cNvSpPr>
            <a:spLocks noGrp="1"/>
          </p:cNvSpPr>
          <p:nvPr>
            <p:ph type="ctrTitle" hasCustomPrompt="1"/>
          </p:nvPr>
        </p:nvSpPr>
        <p:spPr>
          <a:xfrm>
            <a:off x="695325" y="1449388"/>
            <a:ext cx="5292725" cy="2004460"/>
          </a:xfrm>
        </p:spPr>
        <p:txBody>
          <a:bodyPr anchor="b"/>
          <a:lstStyle>
            <a:lvl1pPr algn="l">
              <a:lnSpc>
                <a:spcPct val="92000"/>
              </a:lnSpc>
              <a:defRPr sz="4200"/>
            </a:lvl1pPr>
          </a:lstStyle>
          <a:p>
            <a:r>
              <a:rPr lang="en-GB" noProof="0" dirty="0"/>
              <a:t>Add Title</a:t>
            </a:r>
          </a:p>
        </p:txBody>
      </p:sp>
      <p:sp>
        <p:nvSpPr>
          <p:cNvPr id="3" name="Untertitel 2"/>
          <p:cNvSpPr>
            <a:spLocks noGrp="1"/>
          </p:cNvSpPr>
          <p:nvPr>
            <p:ph type="subTitle" idx="1" hasCustomPrompt="1"/>
          </p:nvPr>
        </p:nvSpPr>
        <p:spPr>
          <a:xfrm>
            <a:off x="695325" y="3789040"/>
            <a:ext cx="5292725" cy="1080120"/>
          </a:xfrm>
        </p:spPr>
        <p:txBody>
          <a:bodyPr/>
          <a:lstStyle>
            <a:lvl1pPr marL="0" indent="0" algn="l">
              <a:lnSpc>
                <a:spcPct val="92000"/>
              </a:lnSpc>
              <a:buNone/>
              <a:defRPr sz="2600" b="1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GB" noProof="0" dirty="0"/>
              <a:t>Add Subtitle</a:t>
            </a:r>
          </a:p>
        </p:txBody>
      </p:sp>
      <p:sp>
        <p:nvSpPr>
          <p:cNvPr id="11" name="Textplatzhalter 10">
            <a:extLst>
              <a:ext uri="{FF2B5EF4-FFF2-40B4-BE49-F238E27FC236}">
                <a16:creationId xmlns:a16="http://schemas.microsoft.com/office/drawing/2014/main" id="{68F03BE3-7C85-C716-E994-40806F5A8462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695325" y="5841268"/>
            <a:ext cx="5292725" cy="288032"/>
          </a:xfrm>
        </p:spPr>
        <p:txBody>
          <a:bodyPr anchor="b"/>
          <a:lstStyle>
            <a:lvl1pPr>
              <a:defRPr sz="1600">
                <a:solidFill>
                  <a:schemeClr val="bg1"/>
                </a:solidFill>
              </a:defRPr>
            </a:lvl1pPr>
            <a:lvl2pPr marL="0" indent="0">
              <a:buNone/>
              <a:defRPr/>
            </a:lvl2pPr>
          </a:lstStyle>
          <a:p>
            <a:pPr lvl="0"/>
            <a:r>
              <a:rPr lang="en-GB" noProof="0" dirty="0"/>
              <a:t>Author</a:t>
            </a:r>
          </a:p>
        </p:txBody>
      </p:sp>
      <p:sp>
        <p:nvSpPr>
          <p:cNvPr id="12" name="Textplatzhalter 10">
            <a:extLst>
              <a:ext uri="{FF2B5EF4-FFF2-40B4-BE49-F238E27FC236}">
                <a16:creationId xmlns:a16="http://schemas.microsoft.com/office/drawing/2014/main" id="{BB6EAADF-428F-C6D8-43A9-FBCA196FE958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695325" y="6129300"/>
            <a:ext cx="5292725" cy="252028"/>
          </a:xfrm>
        </p:spPr>
        <p:txBody>
          <a:bodyPr anchor="t"/>
          <a:lstStyle>
            <a:lvl1pPr>
              <a:defRPr sz="1600">
                <a:solidFill>
                  <a:schemeClr val="bg1"/>
                </a:solidFill>
              </a:defRPr>
            </a:lvl1pPr>
            <a:lvl2pPr marL="0" indent="0">
              <a:buNone/>
              <a:defRPr/>
            </a:lvl2pPr>
          </a:lstStyle>
          <a:p>
            <a:pPr lvl="0"/>
            <a:r>
              <a:rPr lang="en-GB" noProof="0" dirty="0"/>
              <a:t>Location, DD Month YYYY</a:t>
            </a:r>
          </a:p>
        </p:txBody>
      </p:sp>
      <p:pic>
        <p:nvPicPr>
          <p:cNvPr id="13" name="Grafik 12">
            <a:extLst>
              <a:ext uri="{FF2B5EF4-FFF2-40B4-BE49-F238E27FC236}">
                <a16:creationId xmlns:a16="http://schemas.microsoft.com/office/drawing/2014/main" id="{601D5720-24EF-D102-D260-2D0ECB313EF5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31135" y="358671"/>
            <a:ext cx="1773825" cy="730070"/>
          </a:xfrm>
          <a:prstGeom prst="rect">
            <a:avLst/>
          </a:prstGeom>
        </p:spPr>
      </p:pic>
      <p:sp>
        <p:nvSpPr>
          <p:cNvPr id="15" name="Bildplatzhalter 4">
            <a:extLst>
              <a:ext uri="{FF2B5EF4-FFF2-40B4-BE49-F238E27FC236}">
                <a16:creationId xmlns:a16="http://schemas.microsoft.com/office/drawing/2014/main" id="{918345C2-B555-CE5A-CF14-EC753A31EDBB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6203948" y="549275"/>
            <a:ext cx="5076827" cy="5436009"/>
          </a:xfrm>
          <a:pattFill prst="lgCheck">
            <a:fgClr>
              <a:schemeClr val="bg1">
                <a:lumMod val="85000"/>
              </a:schemeClr>
            </a:fgClr>
            <a:bgClr>
              <a:schemeClr val="bg1"/>
            </a:bgClr>
          </a:pattFill>
        </p:spPr>
        <p:txBody>
          <a:bodyPr tIns="720000" anchor="ctr"/>
          <a:lstStyle>
            <a:lvl1pPr algn="ctr">
              <a:defRPr sz="1200"/>
            </a:lvl1pPr>
          </a:lstStyle>
          <a:p>
            <a:r>
              <a:rPr lang="en-GB" noProof="0" dirty="0"/>
              <a:t>Add image by tapping on icon</a:t>
            </a:r>
          </a:p>
        </p:txBody>
      </p:sp>
      <p:pic>
        <p:nvPicPr>
          <p:cNvPr id="4" name="Grafik 3">
            <a:extLst>
              <a:ext uri="{FF2B5EF4-FFF2-40B4-BE49-F238E27FC236}">
                <a16:creationId xmlns:a16="http://schemas.microsoft.com/office/drawing/2014/main" id="{B8FD507A-2C45-F79E-8E9E-9BA37C972346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3825"/>
          <a:stretch/>
        </p:blipFill>
        <p:spPr>
          <a:xfrm>
            <a:off x="2532062" y="534553"/>
            <a:ext cx="1691446" cy="38480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7984932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346">
          <p15:clr>
            <a:srgbClr val="A4A3A4"/>
          </p15:clr>
        </p15:guide>
        <p15:guide id="2" pos="7106">
          <p15:clr>
            <a:srgbClr val="A4A3A4"/>
          </p15:clr>
        </p15:guide>
        <p15:guide id="3" orient="horz" pos="3181">
          <p15:clr>
            <a:srgbClr val="A4A3A4"/>
          </p15:clr>
        </p15:guide>
      </p15:sldGuideLst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Image Green">
    <p:bg>
      <p:bgPr>
        <a:solidFill>
          <a:schemeClr val="accen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Rechteck 13">
            <a:extLst>
              <a:ext uri="{FF2B5EF4-FFF2-40B4-BE49-F238E27FC236}">
                <a16:creationId xmlns:a16="http://schemas.microsoft.com/office/drawing/2014/main" id="{8BDEC662-E6F5-15D3-BB36-ED6F08201703}"/>
              </a:ext>
            </a:extLst>
          </p:cNvPr>
          <p:cNvSpPr/>
          <p:nvPr userDrawn="1"/>
        </p:nvSpPr>
        <p:spPr>
          <a:xfrm>
            <a:off x="0" y="0"/>
            <a:ext cx="12192000" cy="5049838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noProof="0" dirty="0">
              <a:solidFill>
                <a:schemeClr val="tx1"/>
              </a:solidFill>
            </a:endParaRPr>
          </a:p>
        </p:txBody>
      </p:sp>
      <p:sp>
        <p:nvSpPr>
          <p:cNvPr id="2" name="Titel 1"/>
          <p:cNvSpPr>
            <a:spLocks noGrp="1"/>
          </p:cNvSpPr>
          <p:nvPr>
            <p:ph type="ctrTitle" hasCustomPrompt="1"/>
          </p:nvPr>
        </p:nvSpPr>
        <p:spPr>
          <a:xfrm>
            <a:off x="695325" y="1449388"/>
            <a:ext cx="5292725" cy="2004460"/>
          </a:xfrm>
        </p:spPr>
        <p:txBody>
          <a:bodyPr anchor="b"/>
          <a:lstStyle>
            <a:lvl1pPr algn="l">
              <a:lnSpc>
                <a:spcPct val="92000"/>
              </a:lnSpc>
              <a:defRPr sz="4200"/>
            </a:lvl1pPr>
          </a:lstStyle>
          <a:p>
            <a:r>
              <a:rPr lang="en-GB" noProof="0" dirty="0"/>
              <a:t>Add Title</a:t>
            </a:r>
          </a:p>
        </p:txBody>
      </p:sp>
      <p:sp>
        <p:nvSpPr>
          <p:cNvPr id="3" name="Untertitel 2"/>
          <p:cNvSpPr>
            <a:spLocks noGrp="1"/>
          </p:cNvSpPr>
          <p:nvPr>
            <p:ph type="subTitle" idx="1" hasCustomPrompt="1"/>
          </p:nvPr>
        </p:nvSpPr>
        <p:spPr>
          <a:xfrm>
            <a:off x="695325" y="3789040"/>
            <a:ext cx="5292725" cy="1080120"/>
          </a:xfrm>
        </p:spPr>
        <p:txBody>
          <a:bodyPr/>
          <a:lstStyle>
            <a:lvl1pPr marL="0" indent="0" algn="l">
              <a:lnSpc>
                <a:spcPct val="92000"/>
              </a:lnSpc>
              <a:buNone/>
              <a:defRPr sz="2600" b="1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GB" noProof="0" dirty="0"/>
              <a:t>Add Subtitle</a:t>
            </a:r>
          </a:p>
        </p:txBody>
      </p:sp>
      <p:sp>
        <p:nvSpPr>
          <p:cNvPr id="11" name="Textplatzhalter 10">
            <a:extLst>
              <a:ext uri="{FF2B5EF4-FFF2-40B4-BE49-F238E27FC236}">
                <a16:creationId xmlns:a16="http://schemas.microsoft.com/office/drawing/2014/main" id="{68F03BE3-7C85-C716-E994-40806F5A8462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695325" y="5841268"/>
            <a:ext cx="5292725" cy="288032"/>
          </a:xfrm>
        </p:spPr>
        <p:txBody>
          <a:bodyPr anchor="b"/>
          <a:lstStyle>
            <a:lvl1pPr>
              <a:defRPr sz="1600">
                <a:solidFill>
                  <a:schemeClr val="tx1"/>
                </a:solidFill>
              </a:defRPr>
            </a:lvl1pPr>
            <a:lvl2pPr marL="0" indent="0">
              <a:buNone/>
              <a:defRPr/>
            </a:lvl2pPr>
          </a:lstStyle>
          <a:p>
            <a:pPr lvl="0"/>
            <a:r>
              <a:rPr lang="en-GB" noProof="0" dirty="0"/>
              <a:t>Author</a:t>
            </a:r>
          </a:p>
        </p:txBody>
      </p:sp>
      <p:sp>
        <p:nvSpPr>
          <p:cNvPr id="12" name="Textplatzhalter 10">
            <a:extLst>
              <a:ext uri="{FF2B5EF4-FFF2-40B4-BE49-F238E27FC236}">
                <a16:creationId xmlns:a16="http://schemas.microsoft.com/office/drawing/2014/main" id="{BB6EAADF-428F-C6D8-43A9-FBCA196FE958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695325" y="6129300"/>
            <a:ext cx="5292725" cy="252028"/>
          </a:xfrm>
        </p:spPr>
        <p:txBody>
          <a:bodyPr anchor="t"/>
          <a:lstStyle>
            <a:lvl1pPr>
              <a:defRPr sz="1600">
                <a:solidFill>
                  <a:schemeClr val="tx1"/>
                </a:solidFill>
              </a:defRPr>
            </a:lvl1pPr>
            <a:lvl2pPr marL="0" indent="0">
              <a:buNone/>
              <a:defRPr/>
            </a:lvl2pPr>
          </a:lstStyle>
          <a:p>
            <a:pPr lvl="0"/>
            <a:r>
              <a:rPr lang="en-GB" noProof="0" dirty="0"/>
              <a:t>Location, DD Month YYYY</a:t>
            </a:r>
          </a:p>
        </p:txBody>
      </p:sp>
      <p:pic>
        <p:nvPicPr>
          <p:cNvPr id="13" name="Grafik 12">
            <a:extLst>
              <a:ext uri="{FF2B5EF4-FFF2-40B4-BE49-F238E27FC236}">
                <a16:creationId xmlns:a16="http://schemas.microsoft.com/office/drawing/2014/main" id="{601D5720-24EF-D102-D260-2D0ECB313EF5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31135" y="358671"/>
            <a:ext cx="1773825" cy="730070"/>
          </a:xfrm>
          <a:prstGeom prst="rect">
            <a:avLst/>
          </a:prstGeom>
        </p:spPr>
      </p:pic>
      <p:sp>
        <p:nvSpPr>
          <p:cNvPr id="15" name="Bildplatzhalter 4">
            <a:extLst>
              <a:ext uri="{FF2B5EF4-FFF2-40B4-BE49-F238E27FC236}">
                <a16:creationId xmlns:a16="http://schemas.microsoft.com/office/drawing/2014/main" id="{918345C2-B555-CE5A-CF14-EC753A31EDBB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6203948" y="549275"/>
            <a:ext cx="5076827" cy="5436009"/>
          </a:xfrm>
          <a:pattFill prst="lgCheck">
            <a:fgClr>
              <a:schemeClr val="bg1">
                <a:lumMod val="85000"/>
              </a:schemeClr>
            </a:fgClr>
            <a:bgClr>
              <a:schemeClr val="bg1"/>
            </a:bgClr>
          </a:pattFill>
        </p:spPr>
        <p:txBody>
          <a:bodyPr tIns="720000" anchor="ctr"/>
          <a:lstStyle>
            <a:lvl1pPr algn="ctr">
              <a:defRPr sz="1200"/>
            </a:lvl1pPr>
          </a:lstStyle>
          <a:p>
            <a:r>
              <a:rPr lang="en-GB" noProof="0" dirty="0"/>
              <a:t>Add image by tapping on icon</a:t>
            </a:r>
          </a:p>
        </p:txBody>
      </p:sp>
      <p:pic>
        <p:nvPicPr>
          <p:cNvPr id="4" name="Grafik 3">
            <a:extLst>
              <a:ext uri="{FF2B5EF4-FFF2-40B4-BE49-F238E27FC236}">
                <a16:creationId xmlns:a16="http://schemas.microsoft.com/office/drawing/2014/main" id="{140AB248-B157-35A3-8FF9-E4767AB90128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3825"/>
          <a:stretch/>
        </p:blipFill>
        <p:spPr>
          <a:xfrm>
            <a:off x="2532062" y="534553"/>
            <a:ext cx="1691446" cy="38480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0667557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346">
          <p15:clr>
            <a:srgbClr val="A4A3A4"/>
          </p15:clr>
        </p15:guide>
        <p15:guide id="2" pos="7106">
          <p15:clr>
            <a:srgbClr val="A4A3A4"/>
          </p15:clr>
        </p15:guide>
        <p15:guide id="3" orient="horz" pos="3181">
          <p15:clr>
            <a:srgbClr val="A4A3A4"/>
          </p15:clr>
        </p15:guide>
      </p15:sldGuideLst>
    </p:ext>
  </p:extLs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Image Pink">
    <p:bg>
      <p:bgPr>
        <a:solidFill>
          <a:schemeClr val="accent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Rechteck 13">
            <a:extLst>
              <a:ext uri="{FF2B5EF4-FFF2-40B4-BE49-F238E27FC236}">
                <a16:creationId xmlns:a16="http://schemas.microsoft.com/office/drawing/2014/main" id="{8BDEC662-E6F5-15D3-BB36-ED6F08201703}"/>
              </a:ext>
            </a:extLst>
          </p:cNvPr>
          <p:cNvSpPr/>
          <p:nvPr userDrawn="1"/>
        </p:nvSpPr>
        <p:spPr>
          <a:xfrm>
            <a:off x="0" y="0"/>
            <a:ext cx="12192000" cy="5049838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noProof="0" dirty="0">
              <a:solidFill>
                <a:schemeClr val="tx1"/>
              </a:solidFill>
            </a:endParaRPr>
          </a:p>
        </p:txBody>
      </p:sp>
      <p:sp>
        <p:nvSpPr>
          <p:cNvPr id="2" name="Titel 1"/>
          <p:cNvSpPr>
            <a:spLocks noGrp="1"/>
          </p:cNvSpPr>
          <p:nvPr>
            <p:ph type="ctrTitle" hasCustomPrompt="1"/>
          </p:nvPr>
        </p:nvSpPr>
        <p:spPr>
          <a:xfrm>
            <a:off x="695325" y="1449388"/>
            <a:ext cx="5292725" cy="2004460"/>
          </a:xfrm>
        </p:spPr>
        <p:txBody>
          <a:bodyPr anchor="b"/>
          <a:lstStyle>
            <a:lvl1pPr algn="l">
              <a:lnSpc>
                <a:spcPct val="92000"/>
              </a:lnSpc>
              <a:defRPr sz="4200"/>
            </a:lvl1pPr>
          </a:lstStyle>
          <a:p>
            <a:r>
              <a:rPr lang="en-GB" noProof="0" dirty="0"/>
              <a:t>Add Title</a:t>
            </a:r>
          </a:p>
        </p:txBody>
      </p:sp>
      <p:sp>
        <p:nvSpPr>
          <p:cNvPr id="3" name="Untertitel 2"/>
          <p:cNvSpPr>
            <a:spLocks noGrp="1"/>
          </p:cNvSpPr>
          <p:nvPr>
            <p:ph type="subTitle" idx="1" hasCustomPrompt="1"/>
          </p:nvPr>
        </p:nvSpPr>
        <p:spPr>
          <a:xfrm>
            <a:off x="695325" y="3789040"/>
            <a:ext cx="5292725" cy="1080120"/>
          </a:xfrm>
        </p:spPr>
        <p:txBody>
          <a:bodyPr/>
          <a:lstStyle>
            <a:lvl1pPr marL="0" indent="0" algn="l">
              <a:lnSpc>
                <a:spcPct val="92000"/>
              </a:lnSpc>
              <a:buNone/>
              <a:defRPr sz="2600" b="1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GB" noProof="0" dirty="0"/>
              <a:t>Add Subtitle</a:t>
            </a:r>
          </a:p>
        </p:txBody>
      </p:sp>
      <p:sp>
        <p:nvSpPr>
          <p:cNvPr id="11" name="Textplatzhalter 10">
            <a:extLst>
              <a:ext uri="{FF2B5EF4-FFF2-40B4-BE49-F238E27FC236}">
                <a16:creationId xmlns:a16="http://schemas.microsoft.com/office/drawing/2014/main" id="{68F03BE3-7C85-C716-E994-40806F5A8462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695325" y="5841268"/>
            <a:ext cx="5292725" cy="288032"/>
          </a:xfrm>
        </p:spPr>
        <p:txBody>
          <a:bodyPr anchor="b"/>
          <a:lstStyle>
            <a:lvl1pPr>
              <a:defRPr sz="1600">
                <a:solidFill>
                  <a:schemeClr val="tx1"/>
                </a:solidFill>
              </a:defRPr>
            </a:lvl1pPr>
            <a:lvl2pPr marL="0" indent="0">
              <a:buNone/>
              <a:defRPr/>
            </a:lvl2pPr>
          </a:lstStyle>
          <a:p>
            <a:pPr lvl="0"/>
            <a:r>
              <a:rPr lang="en-GB" noProof="0" dirty="0"/>
              <a:t>Author</a:t>
            </a:r>
          </a:p>
        </p:txBody>
      </p:sp>
      <p:sp>
        <p:nvSpPr>
          <p:cNvPr id="12" name="Textplatzhalter 10">
            <a:extLst>
              <a:ext uri="{FF2B5EF4-FFF2-40B4-BE49-F238E27FC236}">
                <a16:creationId xmlns:a16="http://schemas.microsoft.com/office/drawing/2014/main" id="{BB6EAADF-428F-C6D8-43A9-FBCA196FE958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695325" y="6129300"/>
            <a:ext cx="5292725" cy="252028"/>
          </a:xfrm>
        </p:spPr>
        <p:txBody>
          <a:bodyPr anchor="t"/>
          <a:lstStyle>
            <a:lvl1pPr>
              <a:defRPr sz="1600">
                <a:solidFill>
                  <a:schemeClr val="tx1"/>
                </a:solidFill>
              </a:defRPr>
            </a:lvl1pPr>
            <a:lvl2pPr marL="0" indent="0">
              <a:buNone/>
              <a:defRPr/>
            </a:lvl2pPr>
          </a:lstStyle>
          <a:p>
            <a:pPr lvl="0"/>
            <a:r>
              <a:rPr lang="en-GB" noProof="0" dirty="0"/>
              <a:t>Location, DD Month YYYY</a:t>
            </a:r>
          </a:p>
        </p:txBody>
      </p:sp>
      <p:pic>
        <p:nvPicPr>
          <p:cNvPr id="13" name="Grafik 12">
            <a:extLst>
              <a:ext uri="{FF2B5EF4-FFF2-40B4-BE49-F238E27FC236}">
                <a16:creationId xmlns:a16="http://schemas.microsoft.com/office/drawing/2014/main" id="{601D5720-24EF-D102-D260-2D0ECB313EF5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31135" y="358671"/>
            <a:ext cx="1773825" cy="730070"/>
          </a:xfrm>
          <a:prstGeom prst="rect">
            <a:avLst/>
          </a:prstGeom>
        </p:spPr>
      </p:pic>
      <p:sp>
        <p:nvSpPr>
          <p:cNvPr id="15" name="Bildplatzhalter 4">
            <a:extLst>
              <a:ext uri="{FF2B5EF4-FFF2-40B4-BE49-F238E27FC236}">
                <a16:creationId xmlns:a16="http://schemas.microsoft.com/office/drawing/2014/main" id="{918345C2-B555-CE5A-CF14-EC753A31EDBB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6203948" y="549275"/>
            <a:ext cx="5076827" cy="5436009"/>
          </a:xfrm>
          <a:pattFill prst="lgCheck">
            <a:fgClr>
              <a:schemeClr val="bg1">
                <a:lumMod val="85000"/>
              </a:schemeClr>
            </a:fgClr>
            <a:bgClr>
              <a:schemeClr val="bg1"/>
            </a:bgClr>
          </a:pattFill>
        </p:spPr>
        <p:txBody>
          <a:bodyPr tIns="720000" anchor="ctr"/>
          <a:lstStyle>
            <a:lvl1pPr algn="ctr">
              <a:defRPr sz="1200"/>
            </a:lvl1pPr>
          </a:lstStyle>
          <a:p>
            <a:r>
              <a:rPr lang="en-GB" noProof="0" dirty="0"/>
              <a:t>Add image by tapping on icon</a:t>
            </a:r>
          </a:p>
        </p:txBody>
      </p:sp>
      <p:pic>
        <p:nvPicPr>
          <p:cNvPr id="4" name="Grafik 3">
            <a:extLst>
              <a:ext uri="{FF2B5EF4-FFF2-40B4-BE49-F238E27FC236}">
                <a16:creationId xmlns:a16="http://schemas.microsoft.com/office/drawing/2014/main" id="{E77F36C0-0DD8-2E8F-7E45-9499E236E2AB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3825"/>
          <a:stretch/>
        </p:blipFill>
        <p:spPr>
          <a:xfrm>
            <a:off x="2532062" y="534553"/>
            <a:ext cx="1691446" cy="38480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6915115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346">
          <p15:clr>
            <a:srgbClr val="A4A3A4"/>
          </p15:clr>
        </p15:guide>
        <p15:guide id="2" pos="7106">
          <p15:clr>
            <a:srgbClr val="A4A3A4"/>
          </p15:clr>
        </p15:guide>
        <p15:guide id="3" orient="horz" pos="3181">
          <p15:clr>
            <a:srgbClr val="A4A3A4"/>
          </p15:clr>
        </p15:guide>
      </p15:sldGuideLst>
    </p:ext>
  </p:extLs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Section Heading Blue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707E4E3B-B029-4FB4-981D-E15979CD639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9B975FE4-7566-C540-B921-37FD0122867B}" type="datetime1">
              <a:rPr lang="de-CH" noProof="0" smtClean="0"/>
              <a:t>03.02.2025</a:t>
            </a:fld>
            <a:endParaRPr lang="en-GB" noProof="0" dirty="0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1B3A6D9A-857D-4B6F-B977-93015D0393D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 noProof="0"/>
              <a:t>PSI Centers for Nuclear Engineering and Sciences &amp; Energy and Environmental Sciences</a:t>
            </a:r>
            <a:endParaRPr lang="en-GB" noProof="0" dirty="0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28FACFD7-BF65-4DA8-AFDF-1BA2EB68250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442AD375-037F-43D0-B059-5172DA06796A}" type="slidenum">
              <a:rPr lang="en-GB" noProof="0" smtClean="0"/>
              <a:pPr/>
              <a:t>‹#›</a:t>
            </a:fld>
            <a:endParaRPr lang="en-GB" noProof="0" dirty="0"/>
          </a:p>
        </p:txBody>
      </p:sp>
      <p:sp>
        <p:nvSpPr>
          <p:cNvPr id="10" name="Textplatzhalter 9">
            <a:extLst>
              <a:ext uri="{FF2B5EF4-FFF2-40B4-BE49-F238E27FC236}">
                <a16:creationId xmlns:a16="http://schemas.microsoft.com/office/drawing/2014/main" id="{38A5E6FE-0D37-3DFF-F3B7-73A91BE84605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695325" y="1292087"/>
            <a:ext cx="8964613" cy="4729302"/>
          </a:xfrm>
        </p:spPr>
        <p:txBody>
          <a:bodyPr/>
          <a:lstStyle>
            <a:lvl1pPr>
              <a:defRPr sz="4200">
                <a:solidFill>
                  <a:schemeClr val="bg1"/>
                </a:solidFill>
              </a:defRPr>
            </a:lvl1pPr>
            <a:lvl2pPr marL="0" indent="0">
              <a:buFontTx/>
              <a:buNone/>
              <a:defRPr>
                <a:solidFill>
                  <a:schemeClr val="bg1"/>
                </a:solidFill>
              </a:defRPr>
            </a:lvl2pPr>
            <a:lvl3pPr marL="250825" indent="-250825">
              <a:defRPr>
                <a:solidFill>
                  <a:schemeClr val="bg1"/>
                </a:solidFill>
              </a:defRPr>
            </a:lvl3pPr>
          </a:lstStyle>
          <a:p>
            <a:pPr lvl="0"/>
            <a:r>
              <a:rPr lang="en-GB" noProof="0" dirty="0"/>
              <a:t>Section Heading</a:t>
            </a:r>
          </a:p>
          <a:p>
            <a:pPr lvl="1"/>
            <a:r>
              <a:rPr lang="en-GB" noProof="0" dirty="0"/>
              <a:t>Second Level</a:t>
            </a:r>
          </a:p>
          <a:p>
            <a:pPr lvl="2"/>
            <a:r>
              <a:rPr lang="en-GB" noProof="0" dirty="0"/>
              <a:t>Third Level</a:t>
            </a:r>
          </a:p>
        </p:txBody>
      </p:sp>
      <p:pic>
        <p:nvPicPr>
          <p:cNvPr id="2" name="Grafik 1">
            <a:extLst>
              <a:ext uri="{FF2B5EF4-FFF2-40B4-BE49-F238E27FC236}">
                <a16:creationId xmlns:a16="http://schemas.microsoft.com/office/drawing/2014/main" id="{126DA47E-D7F3-07E8-00B3-57D325A007FD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0615134" y="305378"/>
            <a:ext cx="881465" cy="36279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2775518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Section Heading Red">
    <p:bg>
      <p:bgPr>
        <a:solidFill>
          <a:schemeClr val="accent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707E4E3B-B029-4FB4-981D-E15979CD639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7B1BE4B7-5804-8E47-93CD-6CE519BF289F}" type="datetime1">
              <a:rPr lang="de-CH" noProof="0" smtClean="0"/>
              <a:t>03.02.2025</a:t>
            </a:fld>
            <a:endParaRPr lang="en-GB" noProof="0" dirty="0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1B3A6D9A-857D-4B6F-B977-93015D0393D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 noProof="0"/>
              <a:t>PSI Centers for Nuclear Engineering and Sciences &amp; Energy and Environmental Sciences</a:t>
            </a:r>
            <a:endParaRPr lang="en-GB" noProof="0" dirty="0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28FACFD7-BF65-4DA8-AFDF-1BA2EB68250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442AD375-037F-43D0-B059-5172DA06796A}" type="slidenum">
              <a:rPr lang="en-GB" noProof="0" smtClean="0"/>
              <a:pPr/>
              <a:t>‹#›</a:t>
            </a:fld>
            <a:endParaRPr lang="en-GB" noProof="0" dirty="0"/>
          </a:p>
        </p:txBody>
      </p:sp>
      <p:sp>
        <p:nvSpPr>
          <p:cNvPr id="10" name="Textplatzhalter 9">
            <a:extLst>
              <a:ext uri="{FF2B5EF4-FFF2-40B4-BE49-F238E27FC236}">
                <a16:creationId xmlns:a16="http://schemas.microsoft.com/office/drawing/2014/main" id="{38A5E6FE-0D37-3DFF-F3B7-73A91BE84605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695325" y="1292087"/>
            <a:ext cx="8964613" cy="4729302"/>
          </a:xfrm>
        </p:spPr>
        <p:txBody>
          <a:bodyPr/>
          <a:lstStyle>
            <a:lvl1pPr>
              <a:defRPr sz="4200">
                <a:solidFill>
                  <a:schemeClr val="bg1"/>
                </a:solidFill>
              </a:defRPr>
            </a:lvl1pPr>
            <a:lvl2pPr marL="0" indent="0">
              <a:buFontTx/>
              <a:buNone/>
              <a:defRPr>
                <a:solidFill>
                  <a:schemeClr val="bg1"/>
                </a:solidFill>
              </a:defRPr>
            </a:lvl2pPr>
            <a:lvl3pPr marL="250825" indent="-250825">
              <a:defRPr>
                <a:solidFill>
                  <a:schemeClr val="bg1"/>
                </a:solidFill>
              </a:defRPr>
            </a:lvl3pPr>
          </a:lstStyle>
          <a:p>
            <a:pPr lvl="0"/>
            <a:r>
              <a:rPr lang="en-GB" noProof="0" dirty="0"/>
              <a:t>Section Heading</a:t>
            </a:r>
          </a:p>
          <a:p>
            <a:pPr lvl="1"/>
            <a:r>
              <a:rPr lang="en-GB" noProof="0" dirty="0"/>
              <a:t>Second Level</a:t>
            </a:r>
          </a:p>
          <a:p>
            <a:pPr lvl="2"/>
            <a:r>
              <a:rPr lang="en-GB" noProof="0" dirty="0"/>
              <a:t>Third Level</a:t>
            </a:r>
          </a:p>
        </p:txBody>
      </p:sp>
      <p:pic>
        <p:nvPicPr>
          <p:cNvPr id="2" name="Grafik 1">
            <a:extLst>
              <a:ext uri="{FF2B5EF4-FFF2-40B4-BE49-F238E27FC236}">
                <a16:creationId xmlns:a16="http://schemas.microsoft.com/office/drawing/2014/main" id="{126DA47E-D7F3-07E8-00B3-57D325A007FD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0615134" y="305378"/>
            <a:ext cx="881465" cy="36279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7964253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Heading Green">
    <p:bg>
      <p:bgPr>
        <a:solidFill>
          <a:schemeClr val="accen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707E4E3B-B029-4FB4-981D-E15979CD639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A13938E-3556-5145-86AF-A875F2940B77}" type="datetime1">
              <a:rPr lang="de-CH" noProof="0" smtClean="0"/>
              <a:t>03.02.2025</a:t>
            </a:fld>
            <a:endParaRPr lang="en-GB" noProof="0" dirty="0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1B3A6D9A-857D-4B6F-B977-93015D0393D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noProof="0"/>
              <a:t>PSI Centers for Nuclear Engineering and Sciences &amp; Energy and Environmental Sciences</a:t>
            </a:r>
            <a:endParaRPr lang="en-GB" noProof="0" dirty="0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28FACFD7-BF65-4DA8-AFDF-1BA2EB68250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2AD375-037F-43D0-B059-5172DA06796A}" type="slidenum">
              <a:rPr lang="en-GB" noProof="0" smtClean="0"/>
              <a:pPr/>
              <a:t>‹#›</a:t>
            </a:fld>
            <a:endParaRPr lang="en-GB" noProof="0" dirty="0"/>
          </a:p>
        </p:txBody>
      </p:sp>
      <p:sp>
        <p:nvSpPr>
          <p:cNvPr id="10" name="Textplatzhalter 9">
            <a:extLst>
              <a:ext uri="{FF2B5EF4-FFF2-40B4-BE49-F238E27FC236}">
                <a16:creationId xmlns:a16="http://schemas.microsoft.com/office/drawing/2014/main" id="{38A5E6FE-0D37-3DFF-F3B7-73A91BE84605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695325" y="1292087"/>
            <a:ext cx="8964613" cy="4729302"/>
          </a:xfrm>
        </p:spPr>
        <p:txBody>
          <a:bodyPr/>
          <a:lstStyle>
            <a:lvl1pPr>
              <a:defRPr sz="4200"/>
            </a:lvl1pPr>
            <a:lvl2pPr marL="0" indent="0">
              <a:buFontTx/>
              <a:buNone/>
              <a:defRPr/>
            </a:lvl2pPr>
            <a:lvl3pPr marL="250825" indent="-250825">
              <a:defRPr/>
            </a:lvl3pPr>
          </a:lstStyle>
          <a:p>
            <a:pPr lvl="0"/>
            <a:r>
              <a:rPr lang="en-GB" noProof="0" dirty="0"/>
              <a:t>Section Heading</a:t>
            </a:r>
          </a:p>
          <a:p>
            <a:pPr lvl="1"/>
            <a:r>
              <a:rPr lang="en-GB" noProof="0" dirty="0"/>
              <a:t>Second Level</a:t>
            </a:r>
          </a:p>
          <a:p>
            <a:pPr lvl="2"/>
            <a:r>
              <a:rPr lang="en-GB" noProof="0" dirty="0"/>
              <a:t>Third Level</a:t>
            </a:r>
          </a:p>
        </p:txBody>
      </p:sp>
    </p:spTree>
    <p:extLst>
      <p:ext uri="{BB962C8B-B14F-4D97-AF65-F5344CB8AC3E}">
        <p14:creationId xmlns:p14="http://schemas.microsoft.com/office/powerpoint/2010/main" val="263975800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Heading Yellow">
    <p:bg>
      <p:bgPr>
        <a:solidFill>
          <a:schemeClr val="accent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707E4E3B-B029-4FB4-981D-E15979CD639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AC255E5-0CC5-5648-B727-886DF9E15362}" type="datetime1">
              <a:rPr lang="de-CH" noProof="0" smtClean="0"/>
              <a:t>03.02.2025</a:t>
            </a:fld>
            <a:endParaRPr lang="en-GB" noProof="0" dirty="0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1B3A6D9A-857D-4B6F-B977-93015D0393D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noProof="0"/>
              <a:t>PSI Centers for Nuclear Engineering and Sciences &amp; Energy and Environmental Sciences</a:t>
            </a:r>
            <a:endParaRPr lang="en-GB" noProof="0" dirty="0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28FACFD7-BF65-4DA8-AFDF-1BA2EB68250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2AD375-037F-43D0-B059-5172DA06796A}" type="slidenum">
              <a:rPr lang="en-GB" noProof="0" smtClean="0"/>
              <a:pPr/>
              <a:t>‹#›</a:t>
            </a:fld>
            <a:endParaRPr lang="en-GB" noProof="0" dirty="0"/>
          </a:p>
        </p:txBody>
      </p:sp>
      <p:sp>
        <p:nvSpPr>
          <p:cNvPr id="10" name="Textplatzhalter 9">
            <a:extLst>
              <a:ext uri="{FF2B5EF4-FFF2-40B4-BE49-F238E27FC236}">
                <a16:creationId xmlns:a16="http://schemas.microsoft.com/office/drawing/2014/main" id="{38A5E6FE-0D37-3DFF-F3B7-73A91BE84605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695325" y="1292087"/>
            <a:ext cx="8964613" cy="4729302"/>
          </a:xfrm>
        </p:spPr>
        <p:txBody>
          <a:bodyPr/>
          <a:lstStyle>
            <a:lvl1pPr>
              <a:defRPr sz="4200"/>
            </a:lvl1pPr>
            <a:lvl2pPr marL="0" indent="0">
              <a:buFontTx/>
              <a:buNone/>
              <a:defRPr/>
            </a:lvl2pPr>
            <a:lvl3pPr marL="250825" indent="-250825">
              <a:defRPr/>
            </a:lvl3pPr>
          </a:lstStyle>
          <a:p>
            <a:pPr lvl="0"/>
            <a:r>
              <a:rPr lang="en-GB" noProof="0" dirty="0"/>
              <a:t>Section Heading</a:t>
            </a:r>
          </a:p>
          <a:p>
            <a:pPr lvl="1"/>
            <a:r>
              <a:rPr lang="en-GB" noProof="0" dirty="0"/>
              <a:t>Second Level</a:t>
            </a:r>
          </a:p>
          <a:p>
            <a:pPr lvl="2"/>
            <a:r>
              <a:rPr lang="en-GB" noProof="0" dirty="0"/>
              <a:t>Third Level</a:t>
            </a:r>
          </a:p>
        </p:txBody>
      </p:sp>
    </p:spTree>
    <p:extLst>
      <p:ext uri="{BB962C8B-B14F-4D97-AF65-F5344CB8AC3E}">
        <p14:creationId xmlns:p14="http://schemas.microsoft.com/office/powerpoint/2010/main" val="1822531617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Wide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Inhaltsplatzhalter 2"/>
          <p:cNvSpPr>
            <a:spLocks noGrp="1"/>
          </p:cNvSpPr>
          <p:nvPr>
            <p:ph idx="1" hasCustomPrompt="1"/>
          </p:nvPr>
        </p:nvSpPr>
        <p:spPr>
          <a:xfrm>
            <a:off x="695325" y="1376773"/>
            <a:ext cx="8964613" cy="4644616"/>
          </a:xfrm>
        </p:spPr>
        <p:txBody>
          <a:bodyPr/>
          <a:lstStyle>
            <a:lvl1pPr defTabSz="984250">
              <a:tabLst>
                <a:tab pos="536575" algn="l"/>
              </a:tabLst>
              <a:defRPr/>
            </a:lvl1pPr>
            <a:lvl2pPr>
              <a:tabLst>
                <a:tab pos="536575" algn="l"/>
              </a:tabLst>
              <a:defRPr/>
            </a:lvl2pPr>
          </a:lstStyle>
          <a:p>
            <a:pPr lvl="0"/>
            <a:r>
              <a:rPr lang="en-GB" noProof="0" dirty="0"/>
              <a:t>Add Content</a:t>
            </a:r>
          </a:p>
          <a:p>
            <a:pPr lvl="1"/>
            <a:r>
              <a:rPr lang="en-GB" noProof="0" dirty="0"/>
              <a:t>Second Level</a:t>
            </a:r>
          </a:p>
          <a:p>
            <a:pPr lvl="2"/>
            <a:r>
              <a:rPr lang="en-GB" noProof="0" dirty="0"/>
              <a:t>Third Level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707E4E3B-B029-4FB4-981D-E15979CD639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0692A4D-8573-7242-8621-C46C5CDCB930}" type="datetime1">
              <a:rPr lang="de-CH" noProof="0" smtClean="0"/>
              <a:t>03.02.2025</a:t>
            </a:fld>
            <a:endParaRPr lang="en-GB" noProof="0" dirty="0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1B3A6D9A-857D-4B6F-B977-93015D0393D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noProof="0"/>
              <a:t>PSI Centers for Nuclear Engineering and Sciences &amp; Energy and Environmental Sciences</a:t>
            </a:r>
            <a:endParaRPr lang="en-GB" noProof="0" dirty="0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28FACFD7-BF65-4DA8-AFDF-1BA2EB68250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2AD375-037F-43D0-B059-5172DA06796A}" type="slidenum">
              <a:rPr lang="en-GB" noProof="0" smtClean="0"/>
              <a:pPr/>
              <a:t>‹#›</a:t>
            </a:fld>
            <a:endParaRPr lang="en-GB" noProof="0" dirty="0"/>
          </a:p>
        </p:txBody>
      </p:sp>
      <p:sp>
        <p:nvSpPr>
          <p:cNvPr id="7" name="Titel 6">
            <a:extLst>
              <a:ext uri="{FF2B5EF4-FFF2-40B4-BE49-F238E27FC236}">
                <a16:creationId xmlns:a16="http://schemas.microsoft.com/office/drawing/2014/main" id="{A939BEE7-204C-1008-67F3-C8FC6E64EBA4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GB" noProof="0" dirty="0"/>
              <a:t>Add Title</a:t>
            </a:r>
          </a:p>
        </p:txBody>
      </p:sp>
    </p:spTree>
    <p:extLst>
      <p:ext uri="{BB962C8B-B14F-4D97-AF65-F5344CB8AC3E}">
        <p14:creationId xmlns:p14="http://schemas.microsoft.com/office/powerpoint/2010/main" val="479570455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Extra wide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GB" noProof="0" dirty="0"/>
              <a:t>Add Title</a:t>
            </a:r>
          </a:p>
        </p:txBody>
      </p:sp>
      <p:sp>
        <p:nvSpPr>
          <p:cNvPr id="3" name="Inhaltsplatzhalter 2"/>
          <p:cNvSpPr>
            <a:spLocks noGrp="1"/>
          </p:cNvSpPr>
          <p:nvPr>
            <p:ph idx="1" hasCustomPrompt="1"/>
          </p:nvPr>
        </p:nvSpPr>
        <p:spPr>
          <a:xfrm>
            <a:off x="695325" y="1376773"/>
            <a:ext cx="10801349" cy="4644616"/>
          </a:xfrm>
        </p:spPr>
        <p:txBody>
          <a:bodyPr/>
          <a:lstStyle>
            <a:lvl1pPr>
              <a:defRPr/>
            </a:lvl1pPr>
          </a:lstStyle>
          <a:p>
            <a:pPr lvl="0"/>
            <a:r>
              <a:rPr lang="en-GB" noProof="0" dirty="0"/>
              <a:t>Add Content</a:t>
            </a:r>
          </a:p>
          <a:p>
            <a:pPr lvl="1"/>
            <a:r>
              <a:rPr lang="en-GB" noProof="0" dirty="0"/>
              <a:t>Second Level</a:t>
            </a:r>
          </a:p>
          <a:p>
            <a:pPr lvl="2"/>
            <a:r>
              <a:rPr lang="en-GB" noProof="0" dirty="0"/>
              <a:t>Third Level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707E4E3B-B029-4FB4-981D-E15979CD639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DFE67FB-9760-AB48-99CD-EF4F31374870}" type="datetime1">
              <a:rPr lang="de-CH" noProof="0" smtClean="0"/>
              <a:t>03.02.2025</a:t>
            </a:fld>
            <a:endParaRPr lang="en-GB" noProof="0" dirty="0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1B3A6D9A-857D-4B6F-B977-93015D0393D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noProof="0"/>
              <a:t>PSI Centers for Nuclear Engineering and Sciences &amp; Energy and Environmental Sciences</a:t>
            </a:r>
            <a:endParaRPr lang="en-GB" noProof="0" dirty="0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28FACFD7-BF65-4DA8-AFDF-1BA2EB68250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2AD375-037F-43D0-B059-5172DA06796A}" type="slidenum">
              <a:rPr lang="en-GB" noProof="0" smtClean="0"/>
              <a:pPr/>
              <a:t>‹#›</a:t>
            </a:fld>
            <a:endParaRPr lang="en-GB" noProof="0" dirty="0"/>
          </a:p>
        </p:txBody>
      </p:sp>
      <p:pic>
        <p:nvPicPr>
          <p:cNvPr id="7" name="Picture 2">
            <a:extLst>
              <a:ext uri="{FF2B5EF4-FFF2-40B4-BE49-F238E27FC236}">
                <a16:creationId xmlns:a16="http://schemas.microsoft.com/office/drawing/2014/main" id="{853F1D1F-4715-2A93-2AEA-4930C8E06975}"/>
              </a:ext>
            </a:extLst>
          </p:cNvPr>
          <p:cNvPicPr>
            <a:picLocks noChangeAspect="1" noChangeArrowheads="1"/>
          </p:cNvPicPr>
          <p:nvPr userDrawn="1"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51772"/>
          <a:stretch/>
        </p:blipFill>
        <p:spPr bwMode="auto">
          <a:xfrm>
            <a:off x="10218713" y="551942"/>
            <a:ext cx="1781943" cy="88329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065109988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nten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GB" noProof="0" dirty="0"/>
              <a:t>Add Title</a:t>
            </a:r>
          </a:p>
        </p:txBody>
      </p:sp>
      <p:sp>
        <p:nvSpPr>
          <p:cNvPr id="3" name="Inhaltsplatzhalter 2"/>
          <p:cNvSpPr>
            <a:spLocks noGrp="1"/>
          </p:cNvSpPr>
          <p:nvPr>
            <p:ph idx="1" hasCustomPrompt="1"/>
          </p:nvPr>
        </p:nvSpPr>
        <p:spPr>
          <a:xfrm>
            <a:off x="695326" y="1376773"/>
            <a:ext cx="5291476" cy="4644616"/>
          </a:xfrm>
        </p:spPr>
        <p:txBody>
          <a:bodyPr tIns="18000"/>
          <a:lstStyle>
            <a:lvl1pPr>
              <a:spcBef>
                <a:spcPts val="400"/>
              </a:spcBef>
              <a:defRPr sz="1600"/>
            </a:lvl1pPr>
            <a:lvl2pPr marL="179388" indent="-179388">
              <a:spcBef>
                <a:spcPts val="400"/>
              </a:spcBef>
              <a:defRPr sz="1600"/>
            </a:lvl2pPr>
            <a:lvl3pPr marL="360363" indent="-180975">
              <a:spcBef>
                <a:spcPts val="400"/>
              </a:spcBef>
              <a:defRPr sz="1600"/>
            </a:lvl3pPr>
            <a:lvl4pPr>
              <a:defRPr sz="1600"/>
            </a:lvl4pPr>
            <a:lvl5pPr>
              <a:defRPr sz="1600"/>
            </a:lvl5pPr>
            <a:lvl6pPr marL="2286000" indent="0">
              <a:buNone/>
              <a:defRPr/>
            </a:lvl6pPr>
          </a:lstStyle>
          <a:p>
            <a:pPr lvl="0"/>
            <a:r>
              <a:rPr lang="en-GB" noProof="0" dirty="0"/>
              <a:t>Add Content</a:t>
            </a:r>
          </a:p>
          <a:p>
            <a:pPr lvl="1"/>
            <a:r>
              <a:rPr lang="en-GB" noProof="0" dirty="0"/>
              <a:t>Second Level</a:t>
            </a:r>
          </a:p>
          <a:p>
            <a:pPr lvl="2"/>
            <a:r>
              <a:rPr lang="en-GB" noProof="0" dirty="0"/>
              <a:t>Third Level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707E4E3B-B029-4FB4-981D-E15979CD639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3134D11-A3F5-D441-9CAA-CD946194A156}" type="datetime1">
              <a:rPr lang="de-CH" noProof="0" smtClean="0"/>
              <a:t>03.02.2025</a:t>
            </a:fld>
            <a:endParaRPr lang="en-GB" noProof="0" dirty="0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1B3A6D9A-857D-4B6F-B977-93015D0393D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noProof="0"/>
              <a:t>PSI Centers for Nuclear Engineering and Sciences &amp; Energy and Environmental Sciences</a:t>
            </a:r>
            <a:endParaRPr lang="en-GB" noProof="0" dirty="0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28FACFD7-BF65-4DA8-AFDF-1BA2EB68250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2AD375-037F-43D0-B059-5172DA06796A}" type="slidenum">
              <a:rPr lang="en-GB" noProof="0" smtClean="0"/>
              <a:pPr/>
              <a:t>‹#›</a:t>
            </a:fld>
            <a:endParaRPr lang="en-GB" noProof="0" dirty="0"/>
          </a:p>
        </p:txBody>
      </p:sp>
      <p:sp>
        <p:nvSpPr>
          <p:cNvPr id="8" name="Inhaltsplatzhalter 2">
            <a:extLst>
              <a:ext uri="{FF2B5EF4-FFF2-40B4-BE49-F238E27FC236}">
                <a16:creationId xmlns:a16="http://schemas.microsoft.com/office/drawing/2014/main" id="{03327075-DC64-5DAB-E02B-8A18CBF5A994}"/>
              </a:ext>
            </a:extLst>
          </p:cNvPr>
          <p:cNvSpPr>
            <a:spLocks noGrp="1"/>
          </p:cNvSpPr>
          <p:nvPr>
            <p:ph idx="13" hasCustomPrompt="1"/>
          </p:nvPr>
        </p:nvSpPr>
        <p:spPr>
          <a:xfrm>
            <a:off x="6205201" y="1376773"/>
            <a:ext cx="5291474" cy="4644616"/>
          </a:xfrm>
        </p:spPr>
        <p:txBody>
          <a:bodyPr tIns="18000"/>
          <a:lstStyle>
            <a:lvl1pPr>
              <a:spcBef>
                <a:spcPts val="400"/>
              </a:spcBef>
              <a:defRPr sz="1600"/>
            </a:lvl1pPr>
            <a:lvl2pPr marL="179388" indent="-179388">
              <a:spcBef>
                <a:spcPts val="400"/>
              </a:spcBef>
              <a:defRPr sz="1600"/>
            </a:lvl2pPr>
            <a:lvl3pPr marL="360363" indent="-180975">
              <a:spcBef>
                <a:spcPts val="400"/>
              </a:spcBef>
              <a:defRPr sz="1600"/>
            </a:lvl3pPr>
            <a:lvl4pPr>
              <a:defRPr sz="1600"/>
            </a:lvl4pPr>
            <a:lvl5pPr>
              <a:defRPr sz="1600"/>
            </a:lvl5pPr>
            <a:lvl6pPr marL="2286000" indent="0">
              <a:buNone/>
              <a:defRPr/>
            </a:lvl6pPr>
          </a:lstStyle>
          <a:p>
            <a:pPr lvl="0"/>
            <a:r>
              <a:rPr lang="en-GB" noProof="0" dirty="0"/>
              <a:t>Add Content</a:t>
            </a:r>
          </a:p>
          <a:p>
            <a:pPr lvl="1"/>
            <a:r>
              <a:rPr lang="en-GB" noProof="0" dirty="0"/>
              <a:t>Second Level</a:t>
            </a:r>
          </a:p>
          <a:p>
            <a:pPr lvl="2"/>
            <a:r>
              <a:rPr lang="en-GB" noProof="0" dirty="0"/>
              <a:t>Third Level</a:t>
            </a:r>
          </a:p>
        </p:txBody>
      </p:sp>
    </p:spTree>
    <p:extLst>
      <p:ext uri="{BB962C8B-B14F-4D97-AF65-F5344CB8AC3E}">
        <p14:creationId xmlns:p14="http://schemas.microsoft.com/office/powerpoint/2010/main" val="338788283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and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GB" noProof="0" dirty="0"/>
              <a:t>Add Title</a:t>
            </a:r>
          </a:p>
        </p:txBody>
      </p:sp>
      <p:sp>
        <p:nvSpPr>
          <p:cNvPr id="3" name="Inhaltsplatzhalter 2"/>
          <p:cNvSpPr>
            <a:spLocks noGrp="1"/>
          </p:cNvSpPr>
          <p:nvPr>
            <p:ph idx="1" hasCustomPrompt="1"/>
          </p:nvPr>
        </p:nvSpPr>
        <p:spPr>
          <a:xfrm>
            <a:off x="695325" y="1376773"/>
            <a:ext cx="5292725" cy="4644616"/>
          </a:xfrm>
        </p:spPr>
        <p:txBody>
          <a:bodyPr/>
          <a:lstStyle>
            <a:lvl1pPr>
              <a:defRPr/>
            </a:lvl1pPr>
          </a:lstStyle>
          <a:p>
            <a:pPr lvl="0"/>
            <a:r>
              <a:rPr lang="en-GB" noProof="0" dirty="0"/>
              <a:t>Add Content</a:t>
            </a:r>
          </a:p>
          <a:p>
            <a:pPr lvl="1"/>
            <a:r>
              <a:rPr lang="en-GB" noProof="0" dirty="0"/>
              <a:t>Second Level</a:t>
            </a:r>
          </a:p>
          <a:p>
            <a:pPr lvl="2"/>
            <a:r>
              <a:rPr lang="en-GB" noProof="0" dirty="0"/>
              <a:t>Third Level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707E4E3B-B029-4FB4-981D-E15979CD639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DC65AB-6DAD-C94A-BD3A-8AA40ABCC208}" type="datetime1">
              <a:rPr lang="de-CH" noProof="0" smtClean="0"/>
              <a:t>03.02.2025</a:t>
            </a:fld>
            <a:endParaRPr lang="en-GB" noProof="0" dirty="0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1B3A6D9A-857D-4B6F-B977-93015D0393D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noProof="0"/>
              <a:t>PSI Centers for Nuclear Engineering and Sciences &amp; Energy and Environmental Sciences</a:t>
            </a:r>
            <a:endParaRPr lang="en-GB" noProof="0" dirty="0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28FACFD7-BF65-4DA8-AFDF-1BA2EB68250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2AD375-037F-43D0-B059-5172DA06796A}" type="slidenum">
              <a:rPr lang="en-GB" noProof="0" smtClean="0"/>
              <a:pPr/>
              <a:t>‹#›</a:t>
            </a:fld>
            <a:endParaRPr lang="en-GB" noProof="0" dirty="0"/>
          </a:p>
        </p:txBody>
      </p:sp>
      <p:sp>
        <p:nvSpPr>
          <p:cNvPr id="7" name="Bildplatzhalter 4">
            <a:extLst>
              <a:ext uri="{FF2B5EF4-FFF2-40B4-BE49-F238E27FC236}">
                <a16:creationId xmlns:a16="http://schemas.microsoft.com/office/drawing/2014/main" id="{C1B2C62D-FBA5-44A1-36F5-135381BC9A6B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6203948" y="1449389"/>
            <a:ext cx="5292725" cy="4572000"/>
          </a:xfrm>
          <a:pattFill prst="lgCheck">
            <a:fgClr>
              <a:schemeClr val="bg1">
                <a:lumMod val="85000"/>
              </a:schemeClr>
            </a:fgClr>
            <a:bgClr>
              <a:schemeClr val="bg1"/>
            </a:bgClr>
          </a:pattFill>
        </p:spPr>
        <p:txBody>
          <a:bodyPr tIns="720000" anchor="ctr"/>
          <a:lstStyle>
            <a:lvl1pPr algn="ctr">
              <a:defRPr sz="1200"/>
            </a:lvl1pPr>
          </a:lstStyle>
          <a:p>
            <a:r>
              <a:rPr lang="en-GB" noProof="0" dirty="0"/>
              <a:t>Add image by tapping on icon</a:t>
            </a:r>
          </a:p>
        </p:txBody>
      </p:sp>
    </p:spTree>
    <p:extLst>
      <p:ext uri="{BB962C8B-B14F-4D97-AF65-F5344CB8AC3E}">
        <p14:creationId xmlns:p14="http://schemas.microsoft.com/office/powerpoint/2010/main" val="3599391243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mag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GB" noProof="0" dirty="0"/>
              <a:t>Add Title</a:t>
            </a:r>
          </a:p>
        </p:txBody>
      </p:sp>
      <p:sp>
        <p:nvSpPr>
          <p:cNvPr id="3" name="Inhaltsplatzhalter 2"/>
          <p:cNvSpPr>
            <a:spLocks noGrp="1"/>
          </p:cNvSpPr>
          <p:nvPr>
            <p:ph idx="1" hasCustomPrompt="1"/>
          </p:nvPr>
        </p:nvSpPr>
        <p:spPr>
          <a:xfrm>
            <a:off x="6203950" y="1376773"/>
            <a:ext cx="5292724" cy="4644616"/>
          </a:xfrm>
        </p:spPr>
        <p:txBody>
          <a:bodyPr/>
          <a:lstStyle>
            <a:lvl1pPr>
              <a:defRPr/>
            </a:lvl1pPr>
          </a:lstStyle>
          <a:p>
            <a:pPr lvl="0"/>
            <a:r>
              <a:rPr lang="en-GB" noProof="0" dirty="0"/>
              <a:t>Add Content</a:t>
            </a:r>
          </a:p>
          <a:p>
            <a:pPr lvl="1"/>
            <a:r>
              <a:rPr lang="en-GB" noProof="0" dirty="0"/>
              <a:t>Second Level</a:t>
            </a:r>
          </a:p>
          <a:p>
            <a:pPr lvl="2"/>
            <a:r>
              <a:rPr lang="en-GB" noProof="0" dirty="0"/>
              <a:t>Third Level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707E4E3B-B029-4FB4-981D-E15979CD639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6290AD1-4A4D-024A-993A-701F6263AF0A}" type="datetime1">
              <a:rPr lang="de-CH" noProof="0" smtClean="0"/>
              <a:t>03.02.2025</a:t>
            </a:fld>
            <a:endParaRPr lang="en-GB" noProof="0" dirty="0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1B3A6D9A-857D-4B6F-B977-93015D0393D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noProof="0"/>
              <a:t>PSI Centers for Nuclear Engineering and Sciences &amp; Energy and Environmental Sciences</a:t>
            </a:r>
            <a:endParaRPr lang="en-GB" noProof="0" dirty="0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28FACFD7-BF65-4DA8-AFDF-1BA2EB68250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2AD375-037F-43D0-B059-5172DA06796A}" type="slidenum">
              <a:rPr lang="en-GB" noProof="0" smtClean="0"/>
              <a:pPr/>
              <a:t>‹#›</a:t>
            </a:fld>
            <a:endParaRPr lang="en-GB" noProof="0" dirty="0"/>
          </a:p>
        </p:txBody>
      </p:sp>
      <p:sp>
        <p:nvSpPr>
          <p:cNvPr id="7" name="Bildplatzhalter 4">
            <a:extLst>
              <a:ext uri="{FF2B5EF4-FFF2-40B4-BE49-F238E27FC236}">
                <a16:creationId xmlns:a16="http://schemas.microsoft.com/office/drawing/2014/main" id="{C1B2C62D-FBA5-44A1-36F5-135381BC9A6B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695326" y="1449389"/>
            <a:ext cx="5292724" cy="4572000"/>
          </a:xfrm>
          <a:pattFill prst="lgCheck">
            <a:fgClr>
              <a:schemeClr val="bg1">
                <a:lumMod val="85000"/>
              </a:schemeClr>
            </a:fgClr>
            <a:bgClr>
              <a:schemeClr val="bg1"/>
            </a:bgClr>
          </a:pattFill>
        </p:spPr>
        <p:txBody>
          <a:bodyPr tIns="720000" anchor="ctr"/>
          <a:lstStyle>
            <a:lvl1pPr algn="ctr">
              <a:defRPr sz="1200"/>
            </a:lvl1pPr>
          </a:lstStyle>
          <a:p>
            <a:r>
              <a:rPr lang="en-GB" noProof="0" dirty="0"/>
              <a:t>Add image by tapping on icon</a:t>
            </a:r>
          </a:p>
        </p:txBody>
      </p:sp>
    </p:spTree>
    <p:extLst>
      <p:ext uri="{BB962C8B-B14F-4D97-AF65-F5344CB8AC3E}">
        <p14:creationId xmlns:p14="http://schemas.microsoft.com/office/powerpoint/2010/main" val="2813573855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Wide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GB" noProof="0" dirty="0"/>
              <a:t>Add Title</a:t>
            </a:r>
          </a:p>
        </p:txBody>
      </p:sp>
      <p:sp>
        <p:nvSpPr>
          <p:cNvPr id="5" name="Bildplatzhalter 4">
            <a:extLst>
              <a:ext uri="{FF2B5EF4-FFF2-40B4-BE49-F238E27FC236}">
                <a16:creationId xmlns:a16="http://schemas.microsoft.com/office/drawing/2014/main" id="{1024D5AC-18B7-42A0-8763-5161D9B6B298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695325" y="1449389"/>
            <a:ext cx="8964613" cy="4572000"/>
          </a:xfrm>
          <a:pattFill prst="lgCheck">
            <a:fgClr>
              <a:schemeClr val="bg1">
                <a:lumMod val="85000"/>
              </a:schemeClr>
            </a:fgClr>
            <a:bgClr>
              <a:schemeClr val="bg1"/>
            </a:bgClr>
          </a:pattFill>
        </p:spPr>
        <p:txBody>
          <a:bodyPr tIns="720000" anchor="ctr"/>
          <a:lstStyle>
            <a:lvl1pPr algn="ctr">
              <a:defRPr sz="1200"/>
            </a:lvl1pPr>
          </a:lstStyle>
          <a:p>
            <a:r>
              <a:rPr lang="en-GB" noProof="0" dirty="0"/>
              <a:t>Add image by tapping on icon</a:t>
            </a:r>
          </a:p>
        </p:txBody>
      </p:sp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BEB216CB-AE9D-4C01-AD48-4B7915875192}"/>
              </a:ext>
            </a:extLst>
          </p:cNvPr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fld id="{75ECE0D3-46B3-B247-BBD2-236D6CA24ACA}" type="datetime1">
              <a:rPr lang="de-CH" noProof="0" smtClean="0"/>
              <a:t>03.02.2025</a:t>
            </a:fld>
            <a:endParaRPr lang="en-GB" noProof="0" dirty="0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43E67269-0443-40A6-8D53-CF9C30AE7206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r>
              <a:rPr lang="en-US" noProof="0"/>
              <a:t>PSI Centers for Nuclear Engineering and Sciences &amp; Energy and Environmental Sciences</a:t>
            </a:r>
            <a:endParaRPr lang="en-GB" noProof="0" dirty="0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1FD2179C-3288-47A5-A587-1B7255A2C3E5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fld id="{442AD375-037F-43D0-B059-5172DA06796A}" type="slidenum">
              <a:rPr lang="en-GB" noProof="0" smtClean="0"/>
              <a:pPr/>
              <a:t>‹#›</a:t>
            </a:fld>
            <a:endParaRPr lang="en-GB" noProof="0" dirty="0"/>
          </a:p>
        </p:txBody>
      </p:sp>
    </p:spTree>
    <p:extLst>
      <p:ext uri="{BB962C8B-B14F-4D97-AF65-F5344CB8AC3E}">
        <p14:creationId xmlns:p14="http://schemas.microsoft.com/office/powerpoint/2010/main" val="2451753805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Imag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GB" noProof="0" dirty="0"/>
              <a:t>Add Title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707E4E3B-B029-4FB4-981D-E15979CD639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0C97D13-378F-E944-A54D-4F247E53A368}" type="datetime1">
              <a:rPr lang="de-CH" noProof="0" smtClean="0"/>
              <a:t>03.02.2025</a:t>
            </a:fld>
            <a:endParaRPr lang="en-GB" noProof="0" dirty="0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1B3A6D9A-857D-4B6F-B977-93015D0393D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noProof="0"/>
              <a:t>PSI Centers for Nuclear Engineering and Sciences &amp; Energy and Environmental Sciences</a:t>
            </a:r>
            <a:endParaRPr lang="en-GB" noProof="0" dirty="0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28FACFD7-BF65-4DA8-AFDF-1BA2EB68250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2AD375-037F-43D0-B059-5172DA06796A}" type="slidenum">
              <a:rPr lang="en-GB" noProof="0" smtClean="0"/>
              <a:pPr/>
              <a:t>‹#›</a:t>
            </a:fld>
            <a:endParaRPr lang="en-GB" noProof="0" dirty="0"/>
          </a:p>
        </p:txBody>
      </p:sp>
      <p:sp>
        <p:nvSpPr>
          <p:cNvPr id="7" name="Bildplatzhalter 4">
            <a:extLst>
              <a:ext uri="{FF2B5EF4-FFF2-40B4-BE49-F238E27FC236}">
                <a16:creationId xmlns:a16="http://schemas.microsoft.com/office/drawing/2014/main" id="{C1B2C62D-FBA5-44A1-36F5-135381BC9A6B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695326" y="1449389"/>
            <a:ext cx="5292724" cy="4571999"/>
          </a:xfrm>
          <a:pattFill prst="lgCheck">
            <a:fgClr>
              <a:schemeClr val="bg1">
                <a:lumMod val="85000"/>
              </a:schemeClr>
            </a:fgClr>
            <a:bgClr>
              <a:schemeClr val="bg1"/>
            </a:bgClr>
          </a:pattFill>
        </p:spPr>
        <p:txBody>
          <a:bodyPr tIns="720000" anchor="ctr"/>
          <a:lstStyle>
            <a:lvl1pPr algn="ctr">
              <a:defRPr sz="1200"/>
            </a:lvl1pPr>
          </a:lstStyle>
          <a:p>
            <a:r>
              <a:rPr lang="en-GB" noProof="0" dirty="0"/>
              <a:t>Add image by tapping on icon</a:t>
            </a:r>
          </a:p>
        </p:txBody>
      </p:sp>
      <p:sp>
        <p:nvSpPr>
          <p:cNvPr id="8" name="Bildplatzhalter 4">
            <a:extLst>
              <a:ext uri="{FF2B5EF4-FFF2-40B4-BE49-F238E27FC236}">
                <a16:creationId xmlns:a16="http://schemas.microsoft.com/office/drawing/2014/main" id="{17580FB4-DD13-1B0D-5A9E-15F0A7CB65B4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>
          <a:xfrm>
            <a:off x="6203948" y="1449389"/>
            <a:ext cx="5292725" cy="4571999"/>
          </a:xfrm>
          <a:pattFill prst="lgCheck">
            <a:fgClr>
              <a:schemeClr val="bg1">
                <a:lumMod val="85000"/>
              </a:schemeClr>
            </a:fgClr>
            <a:bgClr>
              <a:schemeClr val="bg1"/>
            </a:bgClr>
          </a:pattFill>
        </p:spPr>
        <p:txBody>
          <a:bodyPr tIns="720000" anchor="ctr"/>
          <a:lstStyle>
            <a:lvl1pPr algn="ctr">
              <a:defRPr sz="1200"/>
            </a:lvl1pPr>
          </a:lstStyle>
          <a:p>
            <a:r>
              <a:rPr lang="en-GB" noProof="0" dirty="0"/>
              <a:t>Add image by tapping on icon</a:t>
            </a:r>
          </a:p>
        </p:txBody>
      </p:sp>
    </p:spTree>
    <p:extLst>
      <p:ext uri="{BB962C8B-B14F-4D97-AF65-F5344CB8AC3E}">
        <p14:creationId xmlns:p14="http://schemas.microsoft.com/office/powerpoint/2010/main" val="3152932557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and wide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GB" noProof="0" dirty="0"/>
              <a:t>Add Title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707E4E3B-B029-4FB4-981D-E15979CD639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24EFBE2-CB65-1A45-A2C3-1C07D0551234}" type="datetime1">
              <a:rPr lang="de-CH" noProof="0" smtClean="0"/>
              <a:t>03.02.2025</a:t>
            </a:fld>
            <a:endParaRPr lang="en-GB" noProof="0" dirty="0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1B3A6D9A-857D-4B6F-B977-93015D0393D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noProof="0"/>
              <a:t>PSI Centers for Nuclear Engineering and Sciences &amp; Energy and Environmental Sciences</a:t>
            </a:r>
            <a:endParaRPr lang="en-GB" noProof="0" dirty="0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28FACFD7-BF65-4DA8-AFDF-1BA2EB68250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2AD375-037F-43D0-B059-5172DA06796A}" type="slidenum">
              <a:rPr lang="en-GB" noProof="0" smtClean="0"/>
              <a:pPr/>
              <a:t>‹#›</a:t>
            </a:fld>
            <a:endParaRPr lang="en-GB" noProof="0" dirty="0"/>
          </a:p>
        </p:txBody>
      </p:sp>
      <p:sp>
        <p:nvSpPr>
          <p:cNvPr id="7" name="Bildplatzhalter 4">
            <a:extLst>
              <a:ext uri="{FF2B5EF4-FFF2-40B4-BE49-F238E27FC236}">
                <a16:creationId xmlns:a16="http://schemas.microsoft.com/office/drawing/2014/main" id="{C1B2C62D-FBA5-44A1-36F5-135381BC9A6B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4367213" y="1449389"/>
            <a:ext cx="7129461" cy="4572000"/>
          </a:xfrm>
          <a:pattFill prst="lgCheck">
            <a:fgClr>
              <a:schemeClr val="bg1">
                <a:lumMod val="85000"/>
              </a:schemeClr>
            </a:fgClr>
            <a:bgClr>
              <a:schemeClr val="bg1"/>
            </a:bgClr>
          </a:pattFill>
        </p:spPr>
        <p:txBody>
          <a:bodyPr tIns="720000" anchor="ctr"/>
          <a:lstStyle>
            <a:lvl1pPr algn="ctr">
              <a:defRPr sz="1200"/>
            </a:lvl1pPr>
          </a:lstStyle>
          <a:p>
            <a:r>
              <a:rPr lang="en-GB" noProof="0" dirty="0"/>
              <a:t>Add image by tapping on icon</a:t>
            </a:r>
          </a:p>
        </p:txBody>
      </p:sp>
      <p:sp>
        <p:nvSpPr>
          <p:cNvPr id="9" name="Inhaltsplatzhalter 2">
            <a:extLst>
              <a:ext uri="{FF2B5EF4-FFF2-40B4-BE49-F238E27FC236}">
                <a16:creationId xmlns:a16="http://schemas.microsoft.com/office/drawing/2014/main" id="{F99B93C7-FD88-F860-2772-AA3BFEC82DB3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695326" y="1376773"/>
            <a:ext cx="3455988" cy="4644616"/>
          </a:xfrm>
        </p:spPr>
        <p:txBody>
          <a:bodyPr/>
          <a:lstStyle>
            <a:lvl1pPr>
              <a:defRPr/>
            </a:lvl1pPr>
          </a:lstStyle>
          <a:p>
            <a:pPr lvl="0"/>
            <a:r>
              <a:rPr lang="en-GB" noProof="0" dirty="0"/>
              <a:t>Add Content</a:t>
            </a:r>
          </a:p>
          <a:p>
            <a:pPr lvl="1"/>
            <a:r>
              <a:rPr lang="en-GB" noProof="0" dirty="0"/>
              <a:t>Second Level</a:t>
            </a:r>
          </a:p>
          <a:p>
            <a:pPr lvl="2"/>
            <a:r>
              <a:rPr lang="en-GB" noProof="0" dirty="0"/>
              <a:t>Third Level</a:t>
            </a:r>
          </a:p>
        </p:txBody>
      </p:sp>
    </p:spTree>
    <p:extLst>
      <p:ext uri="{BB962C8B-B14F-4D97-AF65-F5344CB8AC3E}">
        <p14:creationId xmlns:p14="http://schemas.microsoft.com/office/powerpoint/2010/main" val="3173706203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and two Imag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GB" noProof="0" dirty="0"/>
              <a:t>Add Title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707E4E3B-B029-4FB4-981D-E15979CD639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5877EA-2FDA-9B41-A7FC-8C8A6E5ACDC4}" type="datetime1">
              <a:rPr lang="de-CH" noProof="0" smtClean="0"/>
              <a:t>03.02.2025</a:t>
            </a:fld>
            <a:endParaRPr lang="en-GB" noProof="0" dirty="0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1B3A6D9A-857D-4B6F-B977-93015D0393D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noProof="0"/>
              <a:t>PSI Centers for Nuclear Engineering and Sciences &amp; Energy and Environmental Sciences</a:t>
            </a:r>
            <a:endParaRPr lang="en-GB" noProof="0" dirty="0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28FACFD7-BF65-4DA8-AFDF-1BA2EB68250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2AD375-037F-43D0-B059-5172DA06796A}" type="slidenum">
              <a:rPr lang="en-GB" noProof="0" smtClean="0"/>
              <a:pPr/>
              <a:t>‹#›</a:t>
            </a:fld>
            <a:endParaRPr lang="en-GB" noProof="0" dirty="0"/>
          </a:p>
        </p:txBody>
      </p:sp>
      <p:sp>
        <p:nvSpPr>
          <p:cNvPr id="7" name="Bildplatzhalter 4">
            <a:extLst>
              <a:ext uri="{FF2B5EF4-FFF2-40B4-BE49-F238E27FC236}">
                <a16:creationId xmlns:a16="http://schemas.microsoft.com/office/drawing/2014/main" id="{C1B2C62D-FBA5-44A1-36F5-135381BC9A6B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4367213" y="1449389"/>
            <a:ext cx="3457575" cy="4572000"/>
          </a:xfrm>
          <a:pattFill prst="lgCheck">
            <a:fgClr>
              <a:schemeClr val="bg1">
                <a:lumMod val="85000"/>
              </a:schemeClr>
            </a:fgClr>
            <a:bgClr>
              <a:schemeClr val="bg1"/>
            </a:bgClr>
          </a:pattFill>
        </p:spPr>
        <p:txBody>
          <a:bodyPr tIns="720000" anchor="ctr"/>
          <a:lstStyle>
            <a:lvl1pPr algn="ctr">
              <a:defRPr sz="1200"/>
            </a:lvl1pPr>
          </a:lstStyle>
          <a:p>
            <a:r>
              <a:rPr lang="en-GB" noProof="0" dirty="0"/>
              <a:t>Add image by tapping on icon</a:t>
            </a:r>
          </a:p>
        </p:txBody>
      </p:sp>
      <p:sp>
        <p:nvSpPr>
          <p:cNvPr id="3" name="Bildplatzhalter 4">
            <a:extLst>
              <a:ext uri="{FF2B5EF4-FFF2-40B4-BE49-F238E27FC236}">
                <a16:creationId xmlns:a16="http://schemas.microsoft.com/office/drawing/2014/main" id="{FB98D413-4196-B49D-71B4-7CED7EED69F2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>
          <a:xfrm>
            <a:off x="8040688" y="1449389"/>
            <a:ext cx="3455986" cy="4572000"/>
          </a:xfrm>
          <a:pattFill prst="lgCheck">
            <a:fgClr>
              <a:schemeClr val="bg1">
                <a:lumMod val="85000"/>
              </a:schemeClr>
            </a:fgClr>
            <a:bgClr>
              <a:schemeClr val="bg1"/>
            </a:bgClr>
          </a:pattFill>
        </p:spPr>
        <p:txBody>
          <a:bodyPr tIns="720000" anchor="ctr"/>
          <a:lstStyle>
            <a:lvl1pPr algn="ctr">
              <a:defRPr sz="1200"/>
            </a:lvl1pPr>
          </a:lstStyle>
          <a:p>
            <a:r>
              <a:rPr lang="en-GB" noProof="0" dirty="0"/>
              <a:t>Add image by tapping on icon</a:t>
            </a:r>
          </a:p>
        </p:txBody>
      </p:sp>
      <p:sp>
        <p:nvSpPr>
          <p:cNvPr id="9" name="Inhaltsplatzhalter 2">
            <a:extLst>
              <a:ext uri="{FF2B5EF4-FFF2-40B4-BE49-F238E27FC236}">
                <a16:creationId xmlns:a16="http://schemas.microsoft.com/office/drawing/2014/main" id="{C5A45EC1-6C70-C75B-70A0-557B1FE6DA34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695326" y="1376773"/>
            <a:ext cx="3455988" cy="4644616"/>
          </a:xfrm>
        </p:spPr>
        <p:txBody>
          <a:bodyPr/>
          <a:lstStyle>
            <a:lvl1pPr>
              <a:defRPr/>
            </a:lvl1pPr>
          </a:lstStyle>
          <a:p>
            <a:pPr lvl="0"/>
            <a:r>
              <a:rPr lang="en-GB" noProof="0" dirty="0"/>
              <a:t>Add Content</a:t>
            </a:r>
          </a:p>
          <a:p>
            <a:pPr lvl="1"/>
            <a:r>
              <a:rPr lang="en-GB" noProof="0" dirty="0"/>
              <a:t>Second Level</a:t>
            </a:r>
          </a:p>
          <a:p>
            <a:pPr lvl="2"/>
            <a:r>
              <a:rPr lang="en-GB" noProof="0" dirty="0"/>
              <a:t>Third Level</a:t>
            </a:r>
          </a:p>
        </p:txBody>
      </p:sp>
    </p:spTree>
    <p:extLst>
      <p:ext uri="{BB962C8B-B14F-4D97-AF65-F5344CB8AC3E}">
        <p14:creationId xmlns:p14="http://schemas.microsoft.com/office/powerpoint/2010/main" val="3372432079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and three Imag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GB" noProof="0" dirty="0"/>
              <a:t>Add Title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707E4E3B-B029-4FB4-981D-E15979CD639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9CDF0A3-C240-534E-8B9F-474ABEE16096}" type="datetime1">
              <a:rPr lang="de-CH" noProof="0" smtClean="0"/>
              <a:t>03.02.2025</a:t>
            </a:fld>
            <a:endParaRPr lang="en-GB" noProof="0" dirty="0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1B3A6D9A-857D-4B6F-B977-93015D0393D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noProof="0"/>
              <a:t>PSI Centers for Nuclear Engineering and Sciences &amp; Energy and Environmental Sciences</a:t>
            </a:r>
            <a:endParaRPr lang="en-GB" noProof="0" dirty="0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28FACFD7-BF65-4DA8-AFDF-1BA2EB68250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2AD375-037F-43D0-B059-5172DA06796A}" type="slidenum">
              <a:rPr lang="en-GB" noProof="0" smtClean="0"/>
              <a:pPr/>
              <a:t>‹#›</a:t>
            </a:fld>
            <a:endParaRPr lang="en-GB" noProof="0" dirty="0"/>
          </a:p>
        </p:txBody>
      </p:sp>
      <p:sp>
        <p:nvSpPr>
          <p:cNvPr id="7" name="Bildplatzhalter 4">
            <a:extLst>
              <a:ext uri="{FF2B5EF4-FFF2-40B4-BE49-F238E27FC236}">
                <a16:creationId xmlns:a16="http://schemas.microsoft.com/office/drawing/2014/main" id="{C1B2C62D-FBA5-44A1-36F5-135381BC9A6B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4367213" y="1449388"/>
            <a:ext cx="3457575" cy="2178000"/>
          </a:xfrm>
          <a:pattFill prst="lgCheck">
            <a:fgClr>
              <a:schemeClr val="bg1">
                <a:lumMod val="85000"/>
              </a:schemeClr>
            </a:fgClr>
            <a:bgClr>
              <a:schemeClr val="bg1"/>
            </a:bgClr>
          </a:pattFill>
        </p:spPr>
        <p:txBody>
          <a:bodyPr tIns="720000" anchor="ctr"/>
          <a:lstStyle>
            <a:lvl1pPr algn="ctr">
              <a:defRPr sz="1200"/>
            </a:lvl1pPr>
          </a:lstStyle>
          <a:p>
            <a:r>
              <a:rPr lang="en-GB" noProof="0" dirty="0"/>
              <a:t>Add image by tapping on icon</a:t>
            </a:r>
          </a:p>
        </p:txBody>
      </p:sp>
      <p:sp>
        <p:nvSpPr>
          <p:cNvPr id="3" name="Bildplatzhalter 4">
            <a:extLst>
              <a:ext uri="{FF2B5EF4-FFF2-40B4-BE49-F238E27FC236}">
                <a16:creationId xmlns:a16="http://schemas.microsoft.com/office/drawing/2014/main" id="{FB98D413-4196-B49D-71B4-7CED7EED69F2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>
          <a:xfrm>
            <a:off x="8040688" y="1449389"/>
            <a:ext cx="3455986" cy="4572000"/>
          </a:xfrm>
          <a:pattFill prst="lgCheck">
            <a:fgClr>
              <a:schemeClr val="bg1">
                <a:lumMod val="85000"/>
              </a:schemeClr>
            </a:fgClr>
            <a:bgClr>
              <a:schemeClr val="bg1"/>
            </a:bgClr>
          </a:pattFill>
        </p:spPr>
        <p:txBody>
          <a:bodyPr tIns="720000" anchor="ctr"/>
          <a:lstStyle>
            <a:lvl1pPr algn="ctr">
              <a:defRPr sz="1200"/>
            </a:lvl1pPr>
          </a:lstStyle>
          <a:p>
            <a:r>
              <a:rPr lang="en-GB" noProof="0" dirty="0"/>
              <a:t>Add image by tapping on icon</a:t>
            </a:r>
          </a:p>
        </p:txBody>
      </p:sp>
      <p:sp>
        <p:nvSpPr>
          <p:cNvPr id="11" name="Bildplatzhalter 4">
            <a:extLst>
              <a:ext uri="{FF2B5EF4-FFF2-40B4-BE49-F238E27FC236}">
                <a16:creationId xmlns:a16="http://schemas.microsoft.com/office/drawing/2014/main" id="{FDF6C985-A691-B0CD-8A11-7C955F324589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4367213" y="3843389"/>
            <a:ext cx="3457575" cy="2178000"/>
          </a:xfrm>
          <a:pattFill prst="lgCheck">
            <a:fgClr>
              <a:schemeClr val="bg1">
                <a:lumMod val="85000"/>
              </a:schemeClr>
            </a:fgClr>
            <a:bgClr>
              <a:schemeClr val="bg1"/>
            </a:bgClr>
          </a:pattFill>
        </p:spPr>
        <p:txBody>
          <a:bodyPr tIns="720000" anchor="ctr"/>
          <a:lstStyle>
            <a:lvl1pPr algn="ctr">
              <a:defRPr sz="1200"/>
            </a:lvl1pPr>
          </a:lstStyle>
          <a:p>
            <a:r>
              <a:rPr lang="en-GB" noProof="0" dirty="0"/>
              <a:t>Add image by tapping on icon</a:t>
            </a:r>
          </a:p>
        </p:txBody>
      </p:sp>
      <p:sp>
        <p:nvSpPr>
          <p:cNvPr id="12" name="Inhaltsplatzhalter 2">
            <a:extLst>
              <a:ext uri="{FF2B5EF4-FFF2-40B4-BE49-F238E27FC236}">
                <a16:creationId xmlns:a16="http://schemas.microsoft.com/office/drawing/2014/main" id="{C772A35F-591D-5A80-72BC-28B068C3A562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695326" y="1376773"/>
            <a:ext cx="3455988" cy="4644616"/>
          </a:xfrm>
        </p:spPr>
        <p:txBody>
          <a:bodyPr/>
          <a:lstStyle>
            <a:lvl1pPr>
              <a:defRPr/>
            </a:lvl1pPr>
          </a:lstStyle>
          <a:p>
            <a:pPr lvl="0"/>
            <a:r>
              <a:rPr lang="en-GB" noProof="0" dirty="0"/>
              <a:t>Add Content</a:t>
            </a:r>
          </a:p>
          <a:p>
            <a:pPr lvl="1"/>
            <a:r>
              <a:rPr lang="en-GB" noProof="0" dirty="0"/>
              <a:t>Second Level</a:t>
            </a:r>
          </a:p>
          <a:p>
            <a:pPr lvl="2"/>
            <a:r>
              <a:rPr lang="en-GB" noProof="0" dirty="0"/>
              <a:t>Third Level</a:t>
            </a:r>
          </a:p>
        </p:txBody>
      </p:sp>
    </p:spTree>
    <p:extLst>
      <p:ext uri="{BB962C8B-B14F-4D97-AF65-F5344CB8AC3E}">
        <p14:creationId xmlns:p14="http://schemas.microsoft.com/office/powerpoint/2010/main" val="1792042507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and four Imag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GB" noProof="0" dirty="0"/>
              <a:t>Add Title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707E4E3B-B029-4FB4-981D-E15979CD639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C17ED1-1D6B-A049-9A13-2F1CFBFBD2E8}" type="datetime1">
              <a:rPr lang="de-CH" noProof="0" smtClean="0"/>
              <a:t>03.02.2025</a:t>
            </a:fld>
            <a:endParaRPr lang="en-GB" noProof="0" dirty="0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1B3A6D9A-857D-4B6F-B977-93015D0393D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noProof="0"/>
              <a:t>PSI Centers for Nuclear Engineering and Sciences &amp; Energy and Environmental Sciences</a:t>
            </a:r>
            <a:endParaRPr lang="en-GB" noProof="0" dirty="0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28FACFD7-BF65-4DA8-AFDF-1BA2EB68250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2AD375-037F-43D0-B059-5172DA06796A}" type="slidenum">
              <a:rPr lang="en-GB" noProof="0" smtClean="0"/>
              <a:pPr/>
              <a:t>‹#›</a:t>
            </a:fld>
            <a:endParaRPr lang="en-GB" noProof="0" dirty="0"/>
          </a:p>
        </p:txBody>
      </p:sp>
      <p:sp>
        <p:nvSpPr>
          <p:cNvPr id="7" name="Bildplatzhalter 4">
            <a:extLst>
              <a:ext uri="{FF2B5EF4-FFF2-40B4-BE49-F238E27FC236}">
                <a16:creationId xmlns:a16="http://schemas.microsoft.com/office/drawing/2014/main" id="{C1B2C62D-FBA5-44A1-36F5-135381BC9A6B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4367213" y="1449388"/>
            <a:ext cx="3457575" cy="2178000"/>
          </a:xfrm>
          <a:pattFill prst="lgCheck">
            <a:fgClr>
              <a:schemeClr val="bg1">
                <a:lumMod val="85000"/>
              </a:schemeClr>
            </a:fgClr>
            <a:bgClr>
              <a:schemeClr val="bg1"/>
            </a:bgClr>
          </a:pattFill>
        </p:spPr>
        <p:txBody>
          <a:bodyPr tIns="720000" anchor="ctr"/>
          <a:lstStyle>
            <a:lvl1pPr algn="ctr">
              <a:defRPr sz="1200"/>
            </a:lvl1pPr>
          </a:lstStyle>
          <a:p>
            <a:r>
              <a:rPr lang="en-GB" noProof="0" dirty="0"/>
              <a:t>Add image by tapping on icon</a:t>
            </a:r>
          </a:p>
        </p:txBody>
      </p:sp>
      <p:sp>
        <p:nvSpPr>
          <p:cNvPr id="3" name="Bildplatzhalter 4">
            <a:extLst>
              <a:ext uri="{FF2B5EF4-FFF2-40B4-BE49-F238E27FC236}">
                <a16:creationId xmlns:a16="http://schemas.microsoft.com/office/drawing/2014/main" id="{FB98D413-4196-B49D-71B4-7CED7EED69F2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>
          <a:xfrm>
            <a:off x="8040688" y="1449389"/>
            <a:ext cx="3455986" cy="2177999"/>
          </a:xfrm>
          <a:pattFill prst="lgCheck">
            <a:fgClr>
              <a:schemeClr val="bg1">
                <a:lumMod val="85000"/>
              </a:schemeClr>
            </a:fgClr>
            <a:bgClr>
              <a:schemeClr val="bg1"/>
            </a:bgClr>
          </a:pattFill>
        </p:spPr>
        <p:txBody>
          <a:bodyPr tIns="720000" anchor="ctr"/>
          <a:lstStyle>
            <a:lvl1pPr algn="ctr">
              <a:defRPr sz="1200"/>
            </a:lvl1pPr>
          </a:lstStyle>
          <a:p>
            <a:r>
              <a:rPr lang="en-GB" noProof="0" dirty="0"/>
              <a:t>Add image by tapping on icon</a:t>
            </a:r>
          </a:p>
        </p:txBody>
      </p:sp>
      <p:sp>
        <p:nvSpPr>
          <p:cNvPr id="11" name="Bildplatzhalter 4">
            <a:extLst>
              <a:ext uri="{FF2B5EF4-FFF2-40B4-BE49-F238E27FC236}">
                <a16:creationId xmlns:a16="http://schemas.microsoft.com/office/drawing/2014/main" id="{FDF6C985-A691-B0CD-8A11-7C955F324589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4367213" y="3843389"/>
            <a:ext cx="3457575" cy="2178000"/>
          </a:xfrm>
          <a:pattFill prst="lgCheck">
            <a:fgClr>
              <a:schemeClr val="bg1">
                <a:lumMod val="85000"/>
              </a:schemeClr>
            </a:fgClr>
            <a:bgClr>
              <a:schemeClr val="bg1"/>
            </a:bgClr>
          </a:pattFill>
        </p:spPr>
        <p:txBody>
          <a:bodyPr tIns="720000" anchor="ctr"/>
          <a:lstStyle>
            <a:lvl1pPr algn="ctr">
              <a:defRPr sz="1200"/>
            </a:lvl1pPr>
          </a:lstStyle>
          <a:p>
            <a:r>
              <a:rPr lang="en-GB" noProof="0" dirty="0"/>
              <a:t>Add image by tapping on icon</a:t>
            </a:r>
          </a:p>
        </p:txBody>
      </p:sp>
      <p:sp>
        <p:nvSpPr>
          <p:cNvPr id="9" name="Bildplatzhalter 4">
            <a:extLst>
              <a:ext uri="{FF2B5EF4-FFF2-40B4-BE49-F238E27FC236}">
                <a16:creationId xmlns:a16="http://schemas.microsoft.com/office/drawing/2014/main" id="{CE065AA4-86F5-4BAD-ED9D-98129FDEFEF4}"/>
              </a:ext>
            </a:extLst>
          </p:cNvPr>
          <p:cNvSpPr>
            <a:spLocks noGrp="1"/>
          </p:cNvSpPr>
          <p:nvPr>
            <p:ph type="pic" sz="quarter" idx="16" hasCustomPrompt="1"/>
          </p:nvPr>
        </p:nvSpPr>
        <p:spPr>
          <a:xfrm>
            <a:off x="8040688" y="3843387"/>
            <a:ext cx="3455986" cy="2178001"/>
          </a:xfrm>
          <a:pattFill prst="lgCheck">
            <a:fgClr>
              <a:schemeClr val="bg1">
                <a:lumMod val="85000"/>
              </a:schemeClr>
            </a:fgClr>
            <a:bgClr>
              <a:schemeClr val="bg1"/>
            </a:bgClr>
          </a:pattFill>
        </p:spPr>
        <p:txBody>
          <a:bodyPr tIns="720000" anchor="ctr"/>
          <a:lstStyle>
            <a:lvl1pPr algn="ctr">
              <a:defRPr sz="1200"/>
            </a:lvl1pPr>
          </a:lstStyle>
          <a:p>
            <a:r>
              <a:rPr lang="en-GB" noProof="0" dirty="0"/>
              <a:t>Add image by tapping on icon</a:t>
            </a:r>
          </a:p>
        </p:txBody>
      </p:sp>
      <p:sp>
        <p:nvSpPr>
          <p:cNvPr id="12" name="Inhaltsplatzhalter 2">
            <a:extLst>
              <a:ext uri="{FF2B5EF4-FFF2-40B4-BE49-F238E27FC236}">
                <a16:creationId xmlns:a16="http://schemas.microsoft.com/office/drawing/2014/main" id="{089D7F61-76FC-5B15-D914-2BB427BF7163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695326" y="1376773"/>
            <a:ext cx="3455988" cy="4644616"/>
          </a:xfrm>
        </p:spPr>
        <p:txBody>
          <a:bodyPr/>
          <a:lstStyle>
            <a:lvl1pPr>
              <a:defRPr/>
            </a:lvl1pPr>
          </a:lstStyle>
          <a:p>
            <a:pPr lvl="0"/>
            <a:r>
              <a:rPr lang="en-GB" noProof="0" dirty="0"/>
              <a:t>Add Content</a:t>
            </a:r>
          </a:p>
          <a:p>
            <a:pPr lvl="1"/>
            <a:r>
              <a:rPr lang="en-GB" noProof="0" dirty="0"/>
              <a:t>Second Level</a:t>
            </a:r>
          </a:p>
          <a:p>
            <a:pPr lvl="2"/>
            <a:r>
              <a:rPr lang="en-GB" noProof="0" dirty="0"/>
              <a:t>Third Level</a:t>
            </a:r>
          </a:p>
        </p:txBody>
      </p:sp>
    </p:spTree>
    <p:extLst>
      <p:ext uri="{BB962C8B-B14F-4D97-AF65-F5344CB8AC3E}">
        <p14:creationId xmlns:p14="http://schemas.microsoft.com/office/powerpoint/2010/main" val="2713834955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and tall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GB" noProof="0" dirty="0"/>
              <a:t>Add Title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707E4E3B-B029-4FB4-981D-E15979CD639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92F4779-E537-8A48-9F15-6922E9BFA433}" type="datetime1">
              <a:rPr lang="de-CH" noProof="0" smtClean="0"/>
              <a:t>03.02.2025</a:t>
            </a:fld>
            <a:endParaRPr lang="en-GB" noProof="0" dirty="0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1B3A6D9A-857D-4B6F-B977-93015D0393D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noProof="0"/>
              <a:t>PSI Centers for Nuclear Engineering and Sciences &amp; Energy and Environmental Sciences</a:t>
            </a:r>
            <a:endParaRPr lang="en-GB" noProof="0" dirty="0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28FACFD7-BF65-4DA8-AFDF-1BA2EB68250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2AD375-037F-43D0-B059-5172DA06796A}" type="slidenum">
              <a:rPr lang="en-GB" noProof="0" smtClean="0"/>
              <a:pPr/>
              <a:t>‹#›</a:t>
            </a:fld>
            <a:endParaRPr lang="en-GB" noProof="0" dirty="0"/>
          </a:p>
        </p:txBody>
      </p:sp>
      <p:sp>
        <p:nvSpPr>
          <p:cNvPr id="12" name="Inhaltsplatzhalter 2">
            <a:extLst>
              <a:ext uri="{FF2B5EF4-FFF2-40B4-BE49-F238E27FC236}">
                <a16:creationId xmlns:a16="http://schemas.microsoft.com/office/drawing/2014/main" id="{EED849DD-27BF-60D5-0E2A-BC6C9A827ACC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695325" y="1376773"/>
            <a:ext cx="7129463" cy="4644616"/>
          </a:xfrm>
        </p:spPr>
        <p:txBody>
          <a:bodyPr/>
          <a:lstStyle>
            <a:lvl1pPr>
              <a:defRPr/>
            </a:lvl1pPr>
          </a:lstStyle>
          <a:p>
            <a:pPr lvl="0"/>
            <a:r>
              <a:rPr lang="en-GB" noProof="0" dirty="0"/>
              <a:t>Add Content</a:t>
            </a:r>
          </a:p>
          <a:p>
            <a:pPr lvl="1"/>
            <a:r>
              <a:rPr lang="en-GB" noProof="0" dirty="0"/>
              <a:t>Second Level</a:t>
            </a:r>
          </a:p>
          <a:p>
            <a:pPr lvl="2"/>
            <a:r>
              <a:rPr lang="en-GB" noProof="0" dirty="0"/>
              <a:t>Third Level</a:t>
            </a:r>
          </a:p>
        </p:txBody>
      </p:sp>
      <p:sp>
        <p:nvSpPr>
          <p:cNvPr id="13" name="Bildplatzhalter 4">
            <a:extLst>
              <a:ext uri="{FF2B5EF4-FFF2-40B4-BE49-F238E27FC236}">
                <a16:creationId xmlns:a16="http://schemas.microsoft.com/office/drawing/2014/main" id="{8CA68BBC-536B-0C49-B239-F2A8A8ACBAAC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>
          <a:xfrm>
            <a:off x="8040688" y="1449389"/>
            <a:ext cx="3455986" cy="4572000"/>
          </a:xfrm>
          <a:pattFill prst="lgCheck">
            <a:fgClr>
              <a:schemeClr val="bg1">
                <a:lumMod val="85000"/>
              </a:schemeClr>
            </a:fgClr>
            <a:bgClr>
              <a:schemeClr val="bg1"/>
            </a:bgClr>
          </a:pattFill>
        </p:spPr>
        <p:txBody>
          <a:bodyPr tIns="720000" anchor="ctr"/>
          <a:lstStyle>
            <a:lvl1pPr algn="ctr">
              <a:defRPr sz="1200"/>
            </a:lvl1pPr>
          </a:lstStyle>
          <a:p>
            <a:r>
              <a:rPr lang="en-GB" noProof="0" dirty="0"/>
              <a:t>Add image by tapping on icon</a:t>
            </a:r>
          </a:p>
        </p:txBody>
      </p:sp>
    </p:spTree>
    <p:extLst>
      <p:ext uri="{BB962C8B-B14F-4D97-AF65-F5344CB8AC3E}">
        <p14:creationId xmlns:p14="http://schemas.microsoft.com/office/powerpoint/2010/main" val="1000847269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and two wide Imag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GB" noProof="0" dirty="0"/>
              <a:t>Add Title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707E4E3B-B029-4FB4-981D-E15979CD639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CDFC597-85EF-F34B-B162-D8569E97104C}" type="datetime1">
              <a:rPr lang="de-CH" noProof="0" smtClean="0"/>
              <a:t>03.02.2025</a:t>
            </a:fld>
            <a:endParaRPr lang="en-GB" noProof="0" dirty="0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1B3A6D9A-857D-4B6F-B977-93015D0393D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noProof="0"/>
              <a:t>PSI Centers for Nuclear Engineering and Sciences &amp; Energy and Environmental Sciences</a:t>
            </a:r>
            <a:endParaRPr lang="en-GB" noProof="0" dirty="0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28FACFD7-BF65-4DA8-AFDF-1BA2EB68250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2AD375-037F-43D0-B059-5172DA06796A}" type="slidenum">
              <a:rPr lang="en-GB" noProof="0" smtClean="0"/>
              <a:pPr/>
              <a:t>‹#›</a:t>
            </a:fld>
            <a:endParaRPr lang="en-GB" noProof="0" dirty="0"/>
          </a:p>
        </p:txBody>
      </p:sp>
      <p:sp>
        <p:nvSpPr>
          <p:cNvPr id="3" name="Bildplatzhalter 4">
            <a:extLst>
              <a:ext uri="{FF2B5EF4-FFF2-40B4-BE49-F238E27FC236}">
                <a16:creationId xmlns:a16="http://schemas.microsoft.com/office/drawing/2014/main" id="{FB98D413-4196-B49D-71B4-7CED7EED69F2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>
          <a:xfrm>
            <a:off x="8040688" y="1449389"/>
            <a:ext cx="3455986" cy="2177999"/>
          </a:xfrm>
          <a:pattFill prst="lgCheck">
            <a:fgClr>
              <a:schemeClr val="bg1">
                <a:lumMod val="85000"/>
              </a:schemeClr>
            </a:fgClr>
            <a:bgClr>
              <a:schemeClr val="bg1"/>
            </a:bgClr>
          </a:pattFill>
        </p:spPr>
        <p:txBody>
          <a:bodyPr tIns="720000" anchor="ctr"/>
          <a:lstStyle>
            <a:lvl1pPr algn="ctr">
              <a:defRPr sz="1200"/>
            </a:lvl1pPr>
          </a:lstStyle>
          <a:p>
            <a:r>
              <a:rPr lang="en-GB" noProof="0" dirty="0"/>
              <a:t>Add image by tapping on icon</a:t>
            </a:r>
          </a:p>
        </p:txBody>
      </p:sp>
      <p:sp>
        <p:nvSpPr>
          <p:cNvPr id="9" name="Bildplatzhalter 4">
            <a:extLst>
              <a:ext uri="{FF2B5EF4-FFF2-40B4-BE49-F238E27FC236}">
                <a16:creationId xmlns:a16="http://schemas.microsoft.com/office/drawing/2014/main" id="{CE065AA4-86F5-4BAD-ED9D-98129FDEFEF4}"/>
              </a:ext>
            </a:extLst>
          </p:cNvPr>
          <p:cNvSpPr>
            <a:spLocks noGrp="1"/>
          </p:cNvSpPr>
          <p:nvPr>
            <p:ph type="pic" sz="quarter" idx="16" hasCustomPrompt="1"/>
          </p:nvPr>
        </p:nvSpPr>
        <p:spPr>
          <a:xfrm>
            <a:off x="8040688" y="3843387"/>
            <a:ext cx="3455986" cy="2178001"/>
          </a:xfrm>
          <a:pattFill prst="lgCheck">
            <a:fgClr>
              <a:schemeClr val="bg1">
                <a:lumMod val="85000"/>
              </a:schemeClr>
            </a:fgClr>
            <a:bgClr>
              <a:schemeClr val="bg1"/>
            </a:bgClr>
          </a:pattFill>
        </p:spPr>
        <p:txBody>
          <a:bodyPr tIns="720000" anchor="ctr"/>
          <a:lstStyle>
            <a:lvl1pPr algn="ctr">
              <a:defRPr sz="1200"/>
            </a:lvl1pPr>
          </a:lstStyle>
          <a:p>
            <a:r>
              <a:rPr lang="en-GB" noProof="0" dirty="0"/>
              <a:t>Add image by tapping on icon</a:t>
            </a:r>
          </a:p>
        </p:txBody>
      </p:sp>
      <p:sp>
        <p:nvSpPr>
          <p:cNvPr id="12" name="Inhaltsplatzhalter 2">
            <a:extLst>
              <a:ext uri="{FF2B5EF4-FFF2-40B4-BE49-F238E27FC236}">
                <a16:creationId xmlns:a16="http://schemas.microsoft.com/office/drawing/2014/main" id="{EED849DD-27BF-60D5-0E2A-BC6C9A827ACC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695325" y="1376773"/>
            <a:ext cx="7129463" cy="4644616"/>
          </a:xfrm>
        </p:spPr>
        <p:txBody>
          <a:bodyPr/>
          <a:lstStyle>
            <a:lvl1pPr>
              <a:defRPr/>
            </a:lvl1pPr>
          </a:lstStyle>
          <a:p>
            <a:pPr lvl="0"/>
            <a:r>
              <a:rPr lang="en-GB" noProof="0" dirty="0"/>
              <a:t>Add Content</a:t>
            </a:r>
          </a:p>
          <a:p>
            <a:pPr lvl="1"/>
            <a:r>
              <a:rPr lang="en-GB" noProof="0" dirty="0"/>
              <a:t>Second Level</a:t>
            </a:r>
          </a:p>
          <a:p>
            <a:pPr lvl="2"/>
            <a:r>
              <a:rPr lang="en-GB" noProof="0" dirty="0"/>
              <a:t>Third Level</a:t>
            </a:r>
          </a:p>
        </p:txBody>
      </p:sp>
    </p:spTree>
    <p:extLst>
      <p:ext uri="{BB962C8B-B14F-4D97-AF65-F5344CB8AC3E}">
        <p14:creationId xmlns:p14="http://schemas.microsoft.com/office/powerpoint/2010/main" val="139159845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aptioned Imag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GB" noProof="0" dirty="0"/>
              <a:t>Add Title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707E4E3B-B029-4FB4-981D-E15979CD639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E0B874C-9D86-F141-A53C-6091AA47ED50}" type="datetime1">
              <a:rPr lang="de-CH" noProof="0" smtClean="0"/>
              <a:t>03.02.2025</a:t>
            </a:fld>
            <a:endParaRPr lang="en-GB" noProof="0" dirty="0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1B3A6D9A-857D-4B6F-B977-93015D0393D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noProof="0"/>
              <a:t>PSI Centers for Nuclear Engineering and Sciences &amp; Energy and Environmental Sciences</a:t>
            </a:r>
            <a:endParaRPr lang="en-GB" noProof="0" dirty="0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28FACFD7-BF65-4DA8-AFDF-1BA2EB68250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2AD375-037F-43D0-B059-5172DA06796A}" type="slidenum">
              <a:rPr lang="en-GB" noProof="0" smtClean="0"/>
              <a:pPr/>
              <a:t>‹#›</a:t>
            </a:fld>
            <a:endParaRPr lang="en-GB" noProof="0" dirty="0"/>
          </a:p>
        </p:txBody>
      </p:sp>
      <p:sp>
        <p:nvSpPr>
          <p:cNvPr id="7" name="Bildplatzhalter 4">
            <a:extLst>
              <a:ext uri="{FF2B5EF4-FFF2-40B4-BE49-F238E27FC236}">
                <a16:creationId xmlns:a16="http://schemas.microsoft.com/office/drawing/2014/main" id="{C1B2C62D-FBA5-44A1-36F5-135381BC9A6B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695326" y="1449389"/>
            <a:ext cx="5292724" cy="2987723"/>
          </a:xfrm>
          <a:pattFill prst="lgCheck">
            <a:fgClr>
              <a:schemeClr val="bg1">
                <a:lumMod val="85000"/>
              </a:schemeClr>
            </a:fgClr>
            <a:bgClr>
              <a:schemeClr val="bg1"/>
            </a:bgClr>
          </a:pattFill>
        </p:spPr>
        <p:txBody>
          <a:bodyPr tIns="720000" anchor="ctr"/>
          <a:lstStyle>
            <a:lvl1pPr algn="ctr">
              <a:defRPr sz="1200"/>
            </a:lvl1pPr>
          </a:lstStyle>
          <a:p>
            <a:r>
              <a:rPr lang="en-GB" noProof="0" dirty="0"/>
              <a:t>Add image by tapping on icon</a:t>
            </a:r>
          </a:p>
        </p:txBody>
      </p:sp>
      <p:sp>
        <p:nvSpPr>
          <p:cNvPr id="8" name="Bildplatzhalter 4">
            <a:extLst>
              <a:ext uri="{FF2B5EF4-FFF2-40B4-BE49-F238E27FC236}">
                <a16:creationId xmlns:a16="http://schemas.microsoft.com/office/drawing/2014/main" id="{17580FB4-DD13-1B0D-5A9E-15F0A7CB65B4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>
          <a:xfrm>
            <a:off x="6203948" y="1449389"/>
            <a:ext cx="5292725" cy="2987723"/>
          </a:xfrm>
          <a:pattFill prst="lgCheck">
            <a:fgClr>
              <a:schemeClr val="bg1">
                <a:lumMod val="85000"/>
              </a:schemeClr>
            </a:fgClr>
            <a:bgClr>
              <a:schemeClr val="bg1"/>
            </a:bgClr>
          </a:pattFill>
        </p:spPr>
        <p:txBody>
          <a:bodyPr tIns="720000" anchor="ctr"/>
          <a:lstStyle>
            <a:lvl1pPr algn="ctr">
              <a:defRPr sz="1200"/>
            </a:lvl1pPr>
          </a:lstStyle>
          <a:p>
            <a:r>
              <a:rPr lang="en-GB" noProof="0" dirty="0"/>
              <a:t>Add image by tapping on icon</a:t>
            </a:r>
          </a:p>
        </p:txBody>
      </p:sp>
      <p:sp>
        <p:nvSpPr>
          <p:cNvPr id="11" name="Inhaltsplatzhalter 2">
            <a:extLst>
              <a:ext uri="{FF2B5EF4-FFF2-40B4-BE49-F238E27FC236}">
                <a16:creationId xmlns:a16="http://schemas.microsoft.com/office/drawing/2014/main" id="{747A0213-C397-B258-EE3A-69DBB54DD3B9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695326" y="4553982"/>
            <a:ext cx="5291476" cy="1467406"/>
          </a:xfrm>
        </p:spPr>
        <p:txBody>
          <a:bodyPr tIns="18000"/>
          <a:lstStyle>
            <a:lvl1pPr>
              <a:spcBef>
                <a:spcPts val="400"/>
              </a:spcBef>
              <a:defRPr sz="1600"/>
            </a:lvl1pPr>
            <a:lvl2pPr marL="179388" indent="-179388">
              <a:spcBef>
                <a:spcPts val="400"/>
              </a:spcBef>
              <a:defRPr sz="1600"/>
            </a:lvl2pPr>
            <a:lvl3pPr marL="360363" indent="-180975">
              <a:spcBef>
                <a:spcPts val="400"/>
              </a:spcBef>
              <a:defRPr sz="1600"/>
            </a:lvl3pPr>
            <a:lvl4pPr>
              <a:defRPr sz="1600"/>
            </a:lvl4pPr>
            <a:lvl5pPr>
              <a:defRPr sz="1600"/>
            </a:lvl5pPr>
            <a:lvl6pPr marL="2286000" indent="0">
              <a:buNone/>
              <a:defRPr/>
            </a:lvl6pPr>
          </a:lstStyle>
          <a:p>
            <a:pPr lvl="0"/>
            <a:r>
              <a:rPr lang="en-GB" noProof="0" dirty="0"/>
              <a:t>Add Content</a:t>
            </a:r>
          </a:p>
          <a:p>
            <a:pPr lvl="1"/>
            <a:r>
              <a:rPr lang="en-GB" noProof="0" dirty="0"/>
              <a:t>Second Level</a:t>
            </a:r>
          </a:p>
          <a:p>
            <a:pPr lvl="2"/>
            <a:r>
              <a:rPr lang="en-GB" noProof="0" dirty="0"/>
              <a:t>Third Level</a:t>
            </a:r>
          </a:p>
        </p:txBody>
      </p:sp>
      <p:sp>
        <p:nvSpPr>
          <p:cNvPr id="12" name="Inhaltsplatzhalter 2">
            <a:extLst>
              <a:ext uri="{FF2B5EF4-FFF2-40B4-BE49-F238E27FC236}">
                <a16:creationId xmlns:a16="http://schemas.microsoft.com/office/drawing/2014/main" id="{7DE0905A-F588-783E-2408-3EEBCC47B7C5}"/>
              </a:ext>
            </a:extLst>
          </p:cNvPr>
          <p:cNvSpPr>
            <a:spLocks noGrp="1"/>
          </p:cNvSpPr>
          <p:nvPr>
            <p:ph idx="15" hasCustomPrompt="1"/>
          </p:nvPr>
        </p:nvSpPr>
        <p:spPr>
          <a:xfrm>
            <a:off x="6205201" y="4553982"/>
            <a:ext cx="5291474" cy="1467406"/>
          </a:xfrm>
        </p:spPr>
        <p:txBody>
          <a:bodyPr tIns="18000"/>
          <a:lstStyle>
            <a:lvl1pPr>
              <a:spcBef>
                <a:spcPts val="400"/>
              </a:spcBef>
              <a:defRPr sz="1600"/>
            </a:lvl1pPr>
            <a:lvl2pPr marL="179388" indent="-179388">
              <a:spcBef>
                <a:spcPts val="400"/>
              </a:spcBef>
              <a:defRPr sz="1600"/>
            </a:lvl2pPr>
            <a:lvl3pPr marL="360363" indent="-180975">
              <a:spcBef>
                <a:spcPts val="400"/>
              </a:spcBef>
              <a:defRPr sz="1600"/>
            </a:lvl3pPr>
            <a:lvl4pPr>
              <a:defRPr sz="1600"/>
            </a:lvl4pPr>
            <a:lvl5pPr>
              <a:defRPr sz="1600"/>
            </a:lvl5pPr>
            <a:lvl6pPr marL="2286000" indent="0">
              <a:buNone/>
              <a:defRPr/>
            </a:lvl6pPr>
          </a:lstStyle>
          <a:p>
            <a:pPr lvl="0"/>
            <a:r>
              <a:rPr lang="en-GB" noProof="0" dirty="0"/>
              <a:t>Add Content</a:t>
            </a:r>
          </a:p>
          <a:p>
            <a:pPr lvl="1"/>
            <a:r>
              <a:rPr lang="en-GB" noProof="0" dirty="0"/>
              <a:t>Second Level</a:t>
            </a:r>
          </a:p>
          <a:p>
            <a:pPr lvl="2"/>
            <a:r>
              <a:rPr lang="en-GB" noProof="0" dirty="0"/>
              <a:t>Third Level</a:t>
            </a:r>
          </a:p>
        </p:txBody>
      </p:sp>
    </p:spTree>
    <p:extLst>
      <p:ext uri="{BB962C8B-B14F-4D97-AF65-F5344CB8AC3E}">
        <p14:creationId xmlns:p14="http://schemas.microsoft.com/office/powerpoint/2010/main" val="821268285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hree captioned Imag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GB" noProof="0" dirty="0"/>
              <a:t>Add Title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707E4E3B-B029-4FB4-981D-E15979CD639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774BF7D-6AF2-2043-AC14-B65A632B6661}" type="datetime1">
              <a:rPr lang="de-CH" noProof="0" smtClean="0"/>
              <a:t>03.02.2025</a:t>
            </a:fld>
            <a:endParaRPr lang="en-GB" noProof="0" dirty="0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1B3A6D9A-857D-4B6F-B977-93015D0393D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noProof="0"/>
              <a:t>PSI Centers for Nuclear Engineering and Sciences &amp; Energy and Environmental Sciences</a:t>
            </a:r>
            <a:endParaRPr lang="en-GB" noProof="0" dirty="0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28FACFD7-BF65-4DA8-AFDF-1BA2EB68250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2AD375-037F-43D0-B059-5172DA06796A}" type="slidenum">
              <a:rPr lang="en-GB" noProof="0" smtClean="0"/>
              <a:pPr/>
              <a:t>‹#›</a:t>
            </a:fld>
            <a:endParaRPr lang="en-GB" noProof="0" dirty="0"/>
          </a:p>
        </p:txBody>
      </p:sp>
      <p:sp>
        <p:nvSpPr>
          <p:cNvPr id="7" name="Bildplatzhalter 4">
            <a:extLst>
              <a:ext uri="{FF2B5EF4-FFF2-40B4-BE49-F238E27FC236}">
                <a16:creationId xmlns:a16="http://schemas.microsoft.com/office/drawing/2014/main" id="{C1B2C62D-FBA5-44A1-36F5-135381BC9A6B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4367213" y="1449388"/>
            <a:ext cx="3457575" cy="2987724"/>
          </a:xfrm>
          <a:pattFill prst="lgCheck">
            <a:fgClr>
              <a:schemeClr val="bg1">
                <a:lumMod val="85000"/>
              </a:schemeClr>
            </a:fgClr>
            <a:bgClr>
              <a:schemeClr val="bg1"/>
            </a:bgClr>
          </a:pattFill>
        </p:spPr>
        <p:txBody>
          <a:bodyPr tIns="720000" anchor="ctr"/>
          <a:lstStyle>
            <a:lvl1pPr algn="ctr">
              <a:defRPr sz="1200"/>
            </a:lvl1pPr>
          </a:lstStyle>
          <a:p>
            <a:r>
              <a:rPr lang="en-GB" noProof="0" dirty="0"/>
              <a:t>Add image by tapping on icon</a:t>
            </a:r>
          </a:p>
        </p:txBody>
      </p:sp>
      <p:sp>
        <p:nvSpPr>
          <p:cNvPr id="8" name="Inhaltsplatzhalter 2">
            <a:extLst>
              <a:ext uri="{FF2B5EF4-FFF2-40B4-BE49-F238E27FC236}">
                <a16:creationId xmlns:a16="http://schemas.microsoft.com/office/drawing/2014/main" id="{11B3F6C3-759F-AE0A-F24C-FF78D18C5F8E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695326" y="4545123"/>
            <a:ext cx="3455987" cy="1476265"/>
          </a:xfrm>
        </p:spPr>
        <p:txBody>
          <a:bodyPr tIns="18000"/>
          <a:lstStyle>
            <a:lvl1pPr>
              <a:spcBef>
                <a:spcPts val="400"/>
              </a:spcBef>
              <a:defRPr sz="1600"/>
            </a:lvl1pPr>
            <a:lvl2pPr marL="179388" indent="-179388">
              <a:spcBef>
                <a:spcPts val="400"/>
              </a:spcBef>
              <a:defRPr sz="1600"/>
            </a:lvl2pPr>
            <a:lvl3pPr marL="360363" indent="-180975">
              <a:spcBef>
                <a:spcPts val="400"/>
              </a:spcBef>
              <a:defRPr sz="1600"/>
            </a:lvl3pPr>
            <a:lvl4pPr>
              <a:defRPr sz="1600"/>
            </a:lvl4pPr>
            <a:lvl5pPr>
              <a:defRPr sz="1600"/>
            </a:lvl5pPr>
            <a:lvl6pPr marL="2286000" indent="0">
              <a:buNone/>
              <a:defRPr/>
            </a:lvl6pPr>
          </a:lstStyle>
          <a:p>
            <a:pPr lvl="0"/>
            <a:r>
              <a:rPr lang="en-GB" noProof="0" dirty="0"/>
              <a:t>Add Content</a:t>
            </a:r>
          </a:p>
          <a:p>
            <a:pPr lvl="1"/>
            <a:r>
              <a:rPr lang="en-GB" noProof="0" dirty="0"/>
              <a:t>Second Level</a:t>
            </a:r>
          </a:p>
          <a:p>
            <a:pPr lvl="2"/>
            <a:r>
              <a:rPr lang="en-GB" noProof="0" dirty="0"/>
              <a:t>Third Level</a:t>
            </a:r>
          </a:p>
        </p:txBody>
      </p:sp>
      <p:sp>
        <p:nvSpPr>
          <p:cNvPr id="3" name="Bildplatzhalter 4">
            <a:extLst>
              <a:ext uri="{FF2B5EF4-FFF2-40B4-BE49-F238E27FC236}">
                <a16:creationId xmlns:a16="http://schemas.microsoft.com/office/drawing/2014/main" id="{FB98D413-4196-B49D-71B4-7CED7EED69F2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>
          <a:xfrm>
            <a:off x="8040688" y="1449389"/>
            <a:ext cx="3455986" cy="2987723"/>
          </a:xfrm>
          <a:pattFill prst="lgCheck">
            <a:fgClr>
              <a:schemeClr val="bg1">
                <a:lumMod val="85000"/>
              </a:schemeClr>
            </a:fgClr>
            <a:bgClr>
              <a:schemeClr val="bg1"/>
            </a:bgClr>
          </a:pattFill>
        </p:spPr>
        <p:txBody>
          <a:bodyPr tIns="720000" anchor="ctr"/>
          <a:lstStyle>
            <a:lvl1pPr algn="ctr">
              <a:defRPr sz="1200"/>
            </a:lvl1pPr>
          </a:lstStyle>
          <a:p>
            <a:r>
              <a:rPr lang="en-GB" noProof="0" dirty="0"/>
              <a:t>Add image by tapping on icon</a:t>
            </a:r>
          </a:p>
        </p:txBody>
      </p:sp>
      <p:sp>
        <p:nvSpPr>
          <p:cNvPr id="11" name="Bildplatzhalter 4">
            <a:extLst>
              <a:ext uri="{FF2B5EF4-FFF2-40B4-BE49-F238E27FC236}">
                <a16:creationId xmlns:a16="http://schemas.microsoft.com/office/drawing/2014/main" id="{FDF6C985-A691-B0CD-8A11-7C955F324589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695325" y="1449388"/>
            <a:ext cx="3457575" cy="2987724"/>
          </a:xfrm>
          <a:pattFill prst="lgCheck">
            <a:fgClr>
              <a:schemeClr val="bg1">
                <a:lumMod val="85000"/>
              </a:schemeClr>
            </a:fgClr>
            <a:bgClr>
              <a:schemeClr val="bg1"/>
            </a:bgClr>
          </a:pattFill>
        </p:spPr>
        <p:txBody>
          <a:bodyPr tIns="720000" anchor="ctr"/>
          <a:lstStyle>
            <a:lvl1pPr algn="ctr">
              <a:defRPr sz="1200"/>
            </a:lvl1pPr>
          </a:lstStyle>
          <a:p>
            <a:r>
              <a:rPr lang="en-GB" noProof="0" dirty="0"/>
              <a:t>Add image by tapping on icon</a:t>
            </a:r>
          </a:p>
        </p:txBody>
      </p:sp>
      <p:sp>
        <p:nvSpPr>
          <p:cNvPr id="12" name="Inhaltsplatzhalter 2">
            <a:extLst>
              <a:ext uri="{FF2B5EF4-FFF2-40B4-BE49-F238E27FC236}">
                <a16:creationId xmlns:a16="http://schemas.microsoft.com/office/drawing/2014/main" id="{7D982B28-131F-0EF1-DBEF-7E5426DA6F8C}"/>
              </a:ext>
            </a:extLst>
          </p:cNvPr>
          <p:cNvSpPr>
            <a:spLocks noGrp="1"/>
          </p:cNvSpPr>
          <p:nvPr>
            <p:ph idx="16" hasCustomPrompt="1"/>
          </p:nvPr>
        </p:nvSpPr>
        <p:spPr>
          <a:xfrm>
            <a:off x="4368801" y="4545123"/>
            <a:ext cx="3455987" cy="1476265"/>
          </a:xfrm>
        </p:spPr>
        <p:txBody>
          <a:bodyPr tIns="18000"/>
          <a:lstStyle>
            <a:lvl1pPr>
              <a:spcBef>
                <a:spcPts val="400"/>
              </a:spcBef>
              <a:defRPr sz="1600"/>
            </a:lvl1pPr>
            <a:lvl2pPr marL="179388" indent="-179388">
              <a:spcBef>
                <a:spcPts val="400"/>
              </a:spcBef>
              <a:defRPr sz="1600"/>
            </a:lvl2pPr>
            <a:lvl3pPr marL="360363" indent="-180975">
              <a:spcBef>
                <a:spcPts val="400"/>
              </a:spcBef>
              <a:defRPr sz="1600"/>
            </a:lvl3pPr>
            <a:lvl4pPr>
              <a:defRPr sz="1600"/>
            </a:lvl4pPr>
            <a:lvl5pPr>
              <a:defRPr sz="1600"/>
            </a:lvl5pPr>
            <a:lvl6pPr marL="2286000" indent="0">
              <a:buNone/>
              <a:defRPr/>
            </a:lvl6pPr>
          </a:lstStyle>
          <a:p>
            <a:pPr lvl="0"/>
            <a:r>
              <a:rPr lang="en-GB" noProof="0" dirty="0"/>
              <a:t>Add Content</a:t>
            </a:r>
          </a:p>
          <a:p>
            <a:pPr lvl="1"/>
            <a:r>
              <a:rPr lang="en-GB" noProof="0" dirty="0"/>
              <a:t>Second Level</a:t>
            </a:r>
          </a:p>
          <a:p>
            <a:pPr lvl="2"/>
            <a:r>
              <a:rPr lang="en-GB" noProof="0" dirty="0"/>
              <a:t>Third Level</a:t>
            </a:r>
          </a:p>
        </p:txBody>
      </p:sp>
      <p:sp>
        <p:nvSpPr>
          <p:cNvPr id="13" name="Inhaltsplatzhalter 2">
            <a:extLst>
              <a:ext uri="{FF2B5EF4-FFF2-40B4-BE49-F238E27FC236}">
                <a16:creationId xmlns:a16="http://schemas.microsoft.com/office/drawing/2014/main" id="{3A5C3130-D9C4-9998-9902-8B054B641165}"/>
              </a:ext>
            </a:extLst>
          </p:cNvPr>
          <p:cNvSpPr>
            <a:spLocks noGrp="1"/>
          </p:cNvSpPr>
          <p:nvPr>
            <p:ph idx="17" hasCustomPrompt="1"/>
          </p:nvPr>
        </p:nvSpPr>
        <p:spPr>
          <a:xfrm>
            <a:off x="8040688" y="4545123"/>
            <a:ext cx="3455987" cy="1476265"/>
          </a:xfrm>
        </p:spPr>
        <p:txBody>
          <a:bodyPr tIns="18000"/>
          <a:lstStyle>
            <a:lvl1pPr>
              <a:spcBef>
                <a:spcPts val="400"/>
              </a:spcBef>
              <a:defRPr sz="1600"/>
            </a:lvl1pPr>
            <a:lvl2pPr marL="179388" indent="-179388">
              <a:spcBef>
                <a:spcPts val="400"/>
              </a:spcBef>
              <a:defRPr sz="1600"/>
            </a:lvl2pPr>
            <a:lvl3pPr marL="360363" indent="-180975">
              <a:spcBef>
                <a:spcPts val="400"/>
              </a:spcBef>
              <a:defRPr sz="1600"/>
            </a:lvl3pPr>
            <a:lvl4pPr>
              <a:defRPr sz="1600"/>
            </a:lvl4pPr>
            <a:lvl5pPr>
              <a:defRPr sz="1600"/>
            </a:lvl5pPr>
            <a:lvl6pPr marL="2286000" indent="0">
              <a:buNone/>
              <a:defRPr/>
            </a:lvl6pPr>
          </a:lstStyle>
          <a:p>
            <a:pPr lvl="0"/>
            <a:r>
              <a:rPr lang="en-GB" noProof="0" dirty="0"/>
              <a:t>Add Content</a:t>
            </a:r>
          </a:p>
          <a:p>
            <a:pPr lvl="1"/>
            <a:r>
              <a:rPr lang="en-GB" noProof="0" dirty="0"/>
              <a:t>Second Level</a:t>
            </a:r>
          </a:p>
          <a:p>
            <a:pPr lvl="2"/>
            <a:r>
              <a:rPr lang="en-GB" noProof="0" dirty="0"/>
              <a:t>Third Level</a:t>
            </a:r>
          </a:p>
        </p:txBody>
      </p:sp>
    </p:spTree>
    <p:extLst>
      <p:ext uri="{BB962C8B-B14F-4D97-AF65-F5344CB8AC3E}">
        <p14:creationId xmlns:p14="http://schemas.microsoft.com/office/powerpoint/2010/main" val="1225880625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our captioned Imag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GB" noProof="0" dirty="0"/>
              <a:t>Add Title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707E4E3B-B029-4FB4-981D-E15979CD639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4184D61-A174-9744-B53A-3408D234CE22}" type="datetime1">
              <a:rPr lang="de-CH" noProof="0" smtClean="0"/>
              <a:t>03.02.2025</a:t>
            </a:fld>
            <a:endParaRPr lang="en-GB" noProof="0" dirty="0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1B3A6D9A-857D-4B6F-B977-93015D0393D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noProof="0"/>
              <a:t>PSI Centers for Nuclear Engineering and Sciences &amp; Energy and Environmental Sciences</a:t>
            </a:r>
            <a:endParaRPr lang="en-GB" noProof="0" dirty="0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28FACFD7-BF65-4DA8-AFDF-1BA2EB68250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2AD375-037F-43D0-B059-5172DA06796A}" type="slidenum">
              <a:rPr lang="en-GB" noProof="0" smtClean="0"/>
              <a:pPr/>
              <a:t>‹#›</a:t>
            </a:fld>
            <a:endParaRPr lang="en-GB" noProof="0" dirty="0"/>
          </a:p>
        </p:txBody>
      </p:sp>
      <p:sp>
        <p:nvSpPr>
          <p:cNvPr id="9" name="Bildplatzhalter 4">
            <a:extLst>
              <a:ext uri="{FF2B5EF4-FFF2-40B4-BE49-F238E27FC236}">
                <a16:creationId xmlns:a16="http://schemas.microsoft.com/office/drawing/2014/main" id="{12784F6E-FB73-D6E4-8C2C-41F75D7C7223}"/>
              </a:ext>
            </a:extLst>
          </p:cNvPr>
          <p:cNvSpPr>
            <a:spLocks noGrp="1"/>
          </p:cNvSpPr>
          <p:nvPr>
            <p:ph type="pic" sz="quarter" idx="18" hasCustomPrompt="1"/>
          </p:nvPr>
        </p:nvSpPr>
        <p:spPr>
          <a:xfrm>
            <a:off x="695327" y="1449389"/>
            <a:ext cx="2538000" cy="2987723"/>
          </a:xfrm>
          <a:pattFill prst="lgCheck">
            <a:fgClr>
              <a:schemeClr val="bg1">
                <a:lumMod val="85000"/>
              </a:schemeClr>
            </a:fgClr>
            <a:bgClr>
              <a:schemeClr val="bg1"/>
            </a:bgClr>
          </a:pattFill>
        </p:spPr>
        <p:txBody>
          <a:bodyPr tIns="720000" anchor="ctr"/>
          <a:lstStyle>
            <a:lvl1pPr algn="ctr">
              <a:defRPr sz="1200"/>
            </a:lvl1pPr>
          </a:lstStyle>
          <a:p>
            <a:r>
              <a:rPr lang="en-GB" noProof="0" dirty="0"/>
              <a:t>Add image by tapping on icon</a:t>
            </a:r>
          </a:p>
        </p:txBody>
      </p:sp>
      <p:sp>
        <p:nvSpPr>
          <p:cNvPr id="10" name="Bildplatzhalter 4">
            <a:extLst>
              <a:ext uri="{FF2B5EF4-FFF2-40B4-BE49-F238E27FC236}">
                <a16:creationId xmlns:a16="http://schemas.microsoft.com/office/drawing/2014/main" id="{2EA8E577-195E-4B1A-BC32-FE3D591B8C38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>
          <a:xfrm>
            <a:off x="8958673" y="1449389"/>
            <a:ext cx="2538000" cy="2987723"/>
          </a:xfrm>
          <a:pattFill prst="lgCheck">
            <a:fgClr>
              <a:schemeClr val="bg1">
                <a:lumMod val="85000"/>
              </a:schemeClr>
            </a:fgClr>
            <a:bgClr>
              <a:schemeClr val="bg1"/>
            </a:bgClr>
          </a:pattFill>
        </p:spPr>
        <p:txBody>
          <a:bodyPr tIns="720000" anchor="ctr"/>
          <a:lstStyle>
            <a:lvl1pPr algn="ctr">
              <a:defRPr sz="1200"/>
            </a:lvl1pPr>
          </a:lstStyle>
          <a:p>
            <a:r>
              <a:rPr lang="en-GB" noProof="0" dirty="0"/>
              <a:t>Add image by tapping on icon</a:t>
            </a:r>
          </a:p>
        </p:txBody>
      </p:sp>
      <p:sp>
        <p:nvSpPr>
          <p:cNvPr id="14" name="Bildplatzhalter 4">
            <a:extLst>
              <a:ext uri="{FF2B5EF4-FFF2-40B4-BE49-F238E27FC236}">
                <a16:creationId xmlns:a16="http://schemas.microsoft.com/office/drawing/2014/main" id="{0646FBB3-9915-B3D3-1716-7B2E4AB38A58}"/>
              </a:ext>
            </a:extLst>
          </p:cNvPr>
          <p:cNvSpPr>
            <a:spLocks noGrp="1"/>
          </p:cNvSpPr>
          <p:nvPr>
            <p:ph type="pic" sz="quarter" idx="19" hasCustomPrompt="1"/>
          </p:nvPr>
        </p:nvSpPr>
        <p:spPr>
          <a:xfrm>
            <a:off x="3450050" y="1449389"/>
            <a:ext cx="2538000" cy="2987723"/>
          </a:xfrm>
          <a:pattFill prst="lgCheck">
            <a:fgClr>
              <a:schemeClr val="bg1">
                <a:lumMod val="85000"/>
              </a:schemeClr>
            </a:fgClr>
            <a:bgClr>
              <a:schemeClr val="bg1"/>
            </a:bgClr>
          </a:pattFill>
        </p:spPr>
        <p:txBody>
          <a:bodyPr tIns="720000" anchor="ctr"/>
          <a:lstStyle>
            <a:lvl1pPr algn="ctr">
              <a:defRPr sz="1200"/>
            </a:lvl1pPr>
          </a:lstStyle>
          <a:p>
            <a:r>
              <a:rPr lang="en-GB" noProof="0" dirty="0"/>
              <a:t>Add image by tapping on icon</a:t>
            </a:r>
          </a:p>
        </p:txBody>
      </p:sp>
      <p:sp>
        <p:nvSpPr>
          <p:cNvPr id="15" name="Bildplatzhalter 4">
            <a:extLst>
              <a:ext uri="{FF2B5EF4-FFF2-40B4-BE49-F238E27FC236}">
                <a16:creationId xmlns:a16="http://schemas.microsoft.com/office/drawing/2014/main" id="{B3FC8EB0-667A-22B3-F4B0-8DFF68655699}"/>
              </a:ext>
            </a:extLst>
          </p:cNvPr>
          <p:cNvSpPr>
            <a:spLocks noGrp="1"/>
          </p:cNvSpPr>
          <p:nvPr>
            <p:ph type="pic" sz="quarter" idx="20" hasCustomPrompt="1"/>
          </p:nvPr>
        </p:nvSpPr>
        <p:spPr>
          <a:xfrm>
            <a:off x="6203950" y="1449389"/>
            <a:ext cx="2538000" cy="2987723"/>
          </a:xfrm>
          <a:pattFill prst="lgCheck">
            <a:fgClr>
              <a:schemeClr val="bg1">
                <a:lumMod val="85000"/>
              </a:schemeClr>
            </a:fgClr>
            <a:bgClr>
              <a:schemeClr val="bg1"/>
            </a:bgClr>
          </a:pattFill>
        </p:spPr>
        <p:txBody>
          <a:bodyPr tIns="720000" anchor="ctr"/>
          <a:lstStyle>
            <a:lvl1pPr algn="ctr">
              <a:defRPr sz="1200"/>
            </a:lvl1pPr>
          </a:lstStyle>
          <a:p>
            <a:r>
              <a:rPr lang="en-GB" noProof="0" dirty="0"/>
              <a:t>Add image by tapping on icon</a:t>
            </a:r>
          </a:p>
        </p:txBody>
      </p:sp>
      <p:sp>
        <p:nvSpPr>
          <p:cNvPr id="21" name="Textplatzhalter 19">
            <a:extLst>
              <a:ext uri="{FF2B5EF4-FFF2-40B4-BE49-F238E27FC236}">
                <a16:creationId xmlns:a16="http://schemas.microsoft.com/office/drawing/2014/main" id="{2B3EE353-935F-47F2-890E-86D599D69C34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695325" y="4545013"/>
            <a:ext cx="2533650" cy="1476375"/>
          </a:xfrm>
        </p:spPr>
        <p:txBody>
          <a:bodyPr/>
          <a:lstStyle>
            <a:lvl1pPr>
              <a:spcBef>
                <a:spcPts val="40"/>
              </a:spcBef>
              <a:defRPr sz="1600"/>
            </a:lvl1pPr>
            <a:lvl2pPr marL="179388" indent="-179388">
              <a:spcBef>
                <a:spcPts val="40"/>
              </a:spcBef>
              <a:defRPr sz="1600"/>
            </a:lvl2pPr>
            <a:lvl3pPr marL="360363" indent="-180975">
              <a:spcBef>
                <a:spcPts val="40"/>
              </a:spcBef>
              <a:defRPr sz="1600"/>
            </a:lvl3pPr>
            <a:lvl4pPr>
              <a:spcBef>
                <a:spcPts val="40"/>
              </a:spcBef>
              <a:defRPr sz="1600"/>
            </a:lvl4pPr>
            <a:lvl5pPr>
              <a:spcBef>
                <a:spcPts val="40"/>
              </a:spcBef>
              <a:defRPr sz="1600"/>
            </a:lvl5pPr>
          </a:lstStyle>
          <a:p>
            <a:pPr lvl="0"/>
            <a:r>
              <a:rPr lang="en-GB" noProof="0" dirty="0"/>
              <a:t>Add Text</a:t>
            </a:r>
          </a:p>
          <a:p>
            <a:pPr lvl="1"/>
            <a:r>
              <a:rPr lang="en-GB" noProof="0" dirty="0"/>
              <a:t>Second Level</a:t>
            </a:r>
          </a:p>
          <a:p>
            <a:pPr lvl="2"/>
            <a:r>
              <a:rPr lang="en-GB" noProof="0" dirty="0"/>
              <a:t>Third Level</a:t>
            </a:r>
          </a:p>
        </p:txBody>
      </p:sp>
      <p:sp>
        <p:nvSpPr>
          <p:cNvPr id="22" name="Textplatzhalter 19">
            <a:extLst>
              <a:ext uri="{FF2B5EF4-FFF2-40B4-BE49-F238E27FC236}">
                <a16:creationId xmlns:a16="http://schemas.microsoft.com/office/drawing/2014/main" id="{7650EC49-433E-6552-2740-6B65EFF94806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3449108" y="4545013"/>
            <a:ext cx="2533650" cy="1476375"/>
          </a:xfrm>
        </p:spPr>
        <p:txBody>
          <a:bodyPr/>
          <a:lstStyle>
            <a:lvl1pPr>
              <a:spcBef>
                <a:spcPts val="40"/>
              </a:spcBef>
              <a:defRPr sz="1600"/>
            </a:lvl1pPr>
            <a:lvl2pPr marL="179388" indent="-179388">
              <a:spcBef>
                <a:spcPts val="40"/>
              </a:spcBef>
              <a:defRPr sz="1600"/>
            </a:lvl2pPr>
            <a:lvl3pPr marL="360363" indent="-180975">
              <a:spcBef>
                <a:spcPts val="40"/>
              </a:spcBef>
              <a:defRPr sz="1600"/>
            </a:lvl3pPr>
            <a:lvl4pPr>
              <a:spcBef>
                <a:spcPts val="40"/>
              </a:spcBef>
              <a:defRPr sz="1600"/>
            </a:lvl4pPr>
            <a:lvl5pPr>
              <a:spcBef>
                <a:spcPts val="40"/>
              </a:spcBef>
              <a:defRPr sz="1600"/>
            </a:lvl5pPr>
          </a:lstStyle>
          <a:p>
            <a:pPr lvl="0"/>
            <a:r>
              <a:rPr lang="en-GB" noProof="0" dirty="0"/>
              <a:t>Add Text</a:t>
            </a:r>
          </a:p>
          <a:p>
            <a:pPr lvl="1"/>
            <a:r>
              <a:rPr lang="en-GB" noProof="0" dirty="0"/>
              <a:t>Second Level</a:t>
            </a:r>
          </a:p>
          <a:p>
            <a:pPr lvl="2"/>
            <a:r>
              <a:rPr lang="en-GB" noProof="0" dirty="0"/>
              <a:t>Third Level</a:t>
            </a:r>
          </a:p>
        </p:txBody>
      </p:sp>
      <p:sp>
        <p:nvSpPr>
          <p:cNvPr id="23" name="Textplatzhalter 19">
            <a:extLst>
              <a:ext uri="{FF2B5EF4-FFF2-40B4-BE49-F238E27FC236}">
                <a16:creationId xmlns:a16="http://schemas.microsoft.com/office/drawing/2014/main" id="{38A397CC-14F5-DD8F-565D-CB576CCEF0AC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6202891" y="4545013"/>
            <a:ext cx="2533650" cy="1476375"/>
          </a:xfrm>
        </p:spPr>
        <p:txBody>
          <a:bodyPr/>
          <a:lstStyle>
            <a:lvl1pPr>
              <a:spcBef>
                <a:spcPts val="40"/>
              </a:spcBef>
              <a:defRPr sz="1600"/>
            </a:lvl1pPr>
            <a:lvl2pPr marL="179388" indent="-179388">
              <a:spcBef>
                <a:spcPts val="40"/>
              </a:spcBef>
              <a:defRPr sz="1600"/>
            </a:lvl2pPr>
            <a:lvl3pPr marL="360363" indent="-180975">
              <a:spcBef>
                <a:spcPts val="40"/>
              </a:spcBef>
              <a:defRPr sz="1600"/>
            </a:lvl3pPr>
            <a:lvl4pPr>
              <a:spcBef>
                <a:spcPts val="40"/>
              </a:spcBef>
              <a:defRPr sz="1600"/>
            </a:lvl4pPr>
            <a:lvl5pPr>
              <a:spcBef>
                <a:spcPts val="40"/>
              </a:spcBef>
              <a:defRPr sz="1600"/>
            </a:lvl5pPr>
          </a:lstStyle>
          <a:p>
            <a:pPr lvl="0"/>
            <a:r>
              <a:rPr lang="en-GB" noProof="0" dirty="0"/>
              <a:t>Add Text</a:t>
            </a:r>
          </a:p>
          <a:p>
            <a:pPr lvl="1"/>
            <a:r>
              <a:rPr lang="en-GB" noProof="0" dirty="0"/>
              <a:t>Second Level</a:t>
            </a:r>
          </a:p>
          <a:p>
            <a:pPr lvl="2"/>
            <a:r>
              <a:rPr lang="en-GB" noProof="0" dirty="0"/>
              <a:t>Third Level</a:t>
            </a:r>
          </a:p>
        </p:txBody>
      </p:sp>
      <p:sp>
        <p:nvSpPr>
          <p:cNvPr id="24" name="Textplatzhalter 19">
            <a:extLst>
              <a:ext uri="{FF2B5EF4-FFF2-40B4-BE49-F238E27FC236}">
                <a16:creationId xmlns:a16="http://schemas.microsoft.com/office/drawing/2014/main" id="{52C714DB-CD94-62D4-DBCC-363F77E96BFD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8956675" y="4545013"/>
            <a:ext cx="2533650" cy="1476375"/>
          </a:xfrm>
        </p:spPr>
        <p:txBody>
          <a:bodyPr/>
          <a:lstStyle>
            <a:lvl1pPr>
              <a:spcBef>
                <a:spcPts val="40"/>
              </a:spcBef>
              <a:defRPr sz="1600"/>
            </a:lvl1pPr>
            <a:lvl2pPr marL="179388" indent="-179388">
              <a:spcBef>
                <a:spcPts val="40"/>
              </a:spcBef>
              <a:defRPr sz="1600"/>
            </a:lvl2pPr>
            <a:lvl3pPr marL="360363" indent="-180975">
              <a:spcBef>
                <a:spcPts val="40"/>
              </a:spcBef>
              <a:defRPr sz="1600"/>
            </a:lvl3pPr>
            <a:lvl4pPr>
              <a:spcBef>
                <a:spcPts val="40"/>
              </a:spcBef>
              <a:defRPr sz="1600"/>
            </a:lvl4pPr>
            <a:lvl5pPr>
              <a:spcBef>
                <a:spcPts val="40"/>
              </a:spcBef>
              <a:defRPr sz="1600"/>
            </a:lvl5pPr>
          </a:lstStyle>
          <a:p>
            <a:pPr lvl="0"/>
            <a:r>
              <a:rPr lang="en-GB" noProof="0" dirty="0"/>
              <a:t>Add Text</a:t>
            </a:r>
          </a:p>
          <a:p>
            <a:pPr lvl="1"/>
            <a:r>
              <a:rPr lang="en-GB" noProof="0" dirty="0"/>
              <a:t>Second Level</a:t>
            </a:r>
          </a:p>
          <a:p>
            <a:pPr lvl="2"/>
            <a:r>
              <a:rPr lang="en-GB" noProof="0" dirty="0"/>
              <a:t>Third Level</a:t>
            </a:r>
          </a:p>
        </p:txBody>
      </p:sp>
    </p:spTree>
    <p:extLst>
      <p:ext uri="{BB962C8B-B14F-4D97-AF65-F5344CB8AC3E}">
        <p14:creationId xmlns:p14="http://schemas.microsoft.com/office/powerpoint/2010/main" val="1802172573"/>
      </p:ext>
    </p:extLst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ix captioned Imag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GB" noProof="0" dirty="0"/>
              <a:t>Add Title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707E4E3B-B029-4FB4-981D-E15979CD639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034556C-E537-DE40-9663-6FAEC53F0FF8}" type="datetime1">
              <a:rPr lang="de-CH" noProof="0" smtClean="0"/>
              <a:t>03.02.2025</a:t>
            </a:fld>
            <a:endParaRPr lang="en-GB" noProof="0" dirty="0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1B3A6D9A-857D-4B6F-B977-93015D0393D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noProof="0"/>
              <a:t>PSI Centers for Nuclear Engineering and Sciences &amp; Energy and Environmental Sciences</a:t>
            </a:r>
            <a:endParaRPr lang="en-GB" noProof="0" dirty="0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28FACFD7-BF65-4DA8-AFDF-1BA2EB68250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2AD375-037F-43D0-B059-5172DA06796A}" type="slidenum">
              <a:rPr lang="en-GB" noProof="0" smtClean="0"/>
              <a:pPr/>
              <a:t>‹#›</a:t>
            </a:fld>
            <a:endParaRPr lang="en-GB" noProof="0" dirty="0"/>
          </a:p>
        </p:txBody>
      </p:sp>
      <p:sp>
        <p:nvSpPr>
          <p:cNvPr id="10" name="Bildplatzhalter 4">
            <a:extLst>
              <a:ext uri="{FF2B5EF4-FFF2-40B4-BE49-F238E27FC236}">
                <a16:creationId xmlns:a16="http://schemas.microsoft.com/office/drawing/2014/main" id="{18983A1D-4D6A-20A1-246F-D90E834D6804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4367213" y="1449388"/>
            <a:ext cx="3457575" cy="1799593"/>
          </a:xfrm>
          <a:pattFill prst="lgCheck">
            <a:fgClr>
              <a:schemeClr val="bg1">
                <a:lumMod val="85000"/>
              </a:schemeClr>
            </a:fgClr>
            <a:bgClr>
              <a:schemeClr val="bg1"/>
            </a:bgClr>
          </a:pattFill>
        </p:spPr>
        <p:txBody>
          <a:bodyPr tIns="720000" anchor="ctr"/>
          <a:lstStyle>
            <a:lvl1pPr algn="ctr">
              <a:defRPr sz="1200"/>
            </a:lvl1pPr>
          </a:lstStyle>
          <a:p>
            <a:r>
              <a:rPr lang="en-GB" noProof="0" dirty="0"/>
              <a:t>Add image by tapping on icon</a:t>
            </a:r>
          </a:p>
        </p:txBody>
      </p:sp>
      <p:sp>
        <p:nvSpPr>
          <p:cNvPr id="14" name="Bildplatzhalter 4">
            <a:extLst>
              <a:ext uri="{FF2B5EF4-FFF2-40B4-BE49-F238E27FC236}">
                <a16:creationId xmlns:a16="http://schemas.microsoft.com/office/drawing/2014/main" id="{1EC548A2-BD24-9227-A6CD-523677F543BD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>
          <a:xfrm>
            <a:off x="8040688" y="1449389"/>
            <a:ext cx="3455986" cy="1799592"/>
          </a:xfrm>
          <a:pattFill prst="lgCheck">
            <a:fgClr>
              <a:schemeClr val="bg1">
                <a:lumMod val="85000"/>
              </a:schemeClr>
            </a:fgClr>
            <a:bgClr>
              <a:schemeClr val="bg1"/>
            </a:bgClr>
          </a:pattFill>
        </p:spPr>
        <p:txBody>
          <a:bodyPr tIns="720000" anchor="ctr"/>
          <a:lstStyle>
            <a:lvl1pPr algn="ctr">
              <a:defRPr sz="1200"/>
            </a:lvl1pPr>
          </a:lstStyle>
          <a:p>
            <a:r>
              <a:rPr lang="en-GB" noProof="0" dirty="0"/>
              <a:t>Add image by tapping on icon</a:t>
            </a:r>
          </a:p>
        </p:txBody>
      </p:sp>
      <p:sp>
        <p:nvSpPr>
          <p:cNvPr id="15" name="Bildplatzhalter 4">
            <a:extLst>
              <a:ext uri="{FF2B5EF4-FFF2-40B4-BE49-F238E27FC236}">
                <a16:creationId xmlns:a16="http://schemas.microsoft.com/office/drawing/2014/main" id="{B1FDEC21-8808-4E1C-5D07-37DFA5117527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695325" y="1449388"/>
            <a:ext cx="3457575" cy="1799593"/>
          </a:xfrm>
          <a:pattFill prst="lgCheck">
            <a:fgClr>
              <a:schemeClr val="bg1">
                <a:lumMod val="85000"/>
              </a:schemeClr>
            </a:fgClr>
            <a:bgClr>
              <a:schemeClr val="bg1"/>
            </a:bgClr>
          </a:pattFill>
        </p:spPr>
        <p:txBody>
          <a:bodyPr tIns="720000" anchor="ctr"/>
          <a:lstStyle>
            <a:lvl1pPr algn="ctr">
              <a:defRPr sz="1200"/>
            </a:lvl1pPr>
          </a:lstStyle>
          <a:p>
            <a:r>
              <a:rPr lang="en-GB" noProof="0" dirty="0"/>
              <a:t>Add image by tapping on icon</a:t>
            </a:r>
          </a:p>
        </p:txBody>
      </p:sp>
      <p:sp>
        <p:nvSpPr>
          <p:cNvPr id="16" name="Bildplatzhalter 4">
            <a:extLst>
              <a:ext uri="{FF2B5EF4-FFF2-40B4-BE49-F238E27FC236}">
                <a16:creationId xmlns:a16="http://schemas.microsoft.com/office/drawing/2014/main" id="{C093E107-B829-CEE4-9295-B1B84BEAE140}"/>
              </a:ext>
            </a:extLst>
          </p:cNvPr>
          <p:cNvSpPr>
            <a:spLocks noGrp="1"/>
          </p:cNvSpPr>
          <p:nvPr>
            <p:ph type="pic" sz="quarter" idx="18" hasCustomPrompt="1"/>
          </p:nvPr>
        </p:nvSpPr>
        <p:spPr>
          <a:xfrm>
            <a:off x="4367212" y="3852000"/>
            <a:ext cx="3457575" cy="1799593"/>
          </a:xfrm>
          <a:pattFill prst="lgCheck">
            <a:fgClr>
              <a:schemeClr val="bg1">
                <a:lumMod val="85000"/>
              </a:schemeClr>
            </a:fgClr>
            <a:bgClr>
              <a:schemeClr val="bg1"/>
            </a:bgClr>
          </a:pattFill>
        </p:spPr>
        <p:txBody>
          <a:bodyPr tIns="720000" anchor="ctr"/>
          <a:lstStyle>
            <a:lvl1pPr algn="ctr">
              <a:defRPr sz="1200"/>
            </a:lvl1pPr>
          </a:lstStyle>
          <a:p>
            <a:r>
              <a:rPr lang="en-GB" noProof="0" dirty="0"/>
              <a:t>Add image by tapping on icon</a:t>
            </a:r>
          </a:p>
        </p:txBody>
      </p:sp>
      <p:sp>
        <p:nvSpPr>
          <p:cNvPr id="17" name="Bildplatzhalter 4">
            <a:extLst>
              <a:ext uri="{FF2B5EF4-FFF2-40B4-BE49-F238E27FC236}">
                <a16:creationId xmlns:a16="http://schemas.microsoft.com/office/drawing/2014/main" id="{269E9327-75CD-A94E-4F13-6C971DCF19A5}"/>
              </a:ext>
            </a:extLst>
          </p:cNvPr>
          <p:cNvSpPr>
            <a:spLocks noGrp="1"/>
          </p:cNvSpPr>
          <p:nvPr>
            <p:ph type="pic" sz="quarter" idx="19" hasCustomPrompt="1"/>
          </p:nvPr>
        </p:nvSpPr>
        <p:spPr>
          <a:xfrm>
            <a:off x="8040688" y="3852000"/>
            <a:ext cx="3455986" cy="1799592"/>
          </a:xfrm>
          <a:pattFill prst="lgCheck">
            <a:fgClr>
              <a:schemeClr val="bg1">
                <a:lumMod val="85000"/>
              </a:schemeClr>
            </a:fgClr>
            <a:bgClr>
              <a:schemeClr val="bg1"/>
            </a:bgClr>
          </a:pattFill>
        </p:spPr>
        <p:txBody>
          <a:bodyPr tIns="720000" anchor="ctr"/>
          <a:lstStyle>
            <a:lvl1pPr algn="ctr">
              <a:defRPr sz="1200"/>
            </a:lvl1pPr>
          </a:lstStyle>
          <a:p>
            <a:r>
              <a:rPr lang="en-GB" noProof="0" dirty="0"/>
              <a:t>Add image by tapping on icon</a:t>
            </a:r>
          </a:p>
        </p:txBody>
      </p:sp>
      <p:sp>
        <p:nvSpPr>
          <p:cNvPr id="18" name="Bildplatzhalter 4">
            <a:extLst>
              <a:ext uri="{FF2B5EF4-FFF2-40B4-BE49-F238E27FC236}">
                <a16:creationId xmlns:a16="http://schemas.microsoft.com/office/drawing/2014/main" id="{7B4B6D58-21AF-6B45-2504-E31EDE54A33E}"/>
              </a:ext>
            </a:extLst>
          </p:cNvPr>
          <p:cNvSpPr>
            <a:spLocks noGrp="1"/>
          </p:cNvSpPr>
          <p:nvPr>
            <p:ph type="pic" sz="quarter" idx="20" hasCustomPrompt="1"/>
          </p:nvPr>
        </p:nvSpPr>
        <p:spPr>
          <a:xfrm>
            <a:off x="695325" y="3852000"/>
            <a:ext cx="3457575" cy="1799593"/>
          </a:xfrm>
          <a:pattFill prst="lgCheck">
            <a:fgClr>
              <a:schemeClr val="bg1">
                <a:lumMod val="85000"/>
              </a:schemeClr>
            </a:fgClr>
            <a:bgClr>
              <a:schemeClr val="bg1"/>
            </a:bgClr>
          </a:pattFill>
        </p:spPr>
        <p:txBody>
          <a:bodyPr tIns="720000" anchor="ctr"/>
          <a:lstStyle>
            <a:lvl1pPr algn="ctr">
              <a:defRPr sz="1200"/>
            </a:lvl1pPr>
          </a:lstStyle>
          <a:p>
            <a:r>
              <a:rPr lang="en-GB" noProof="0" dirty="0"/>
              <a:t>Add image by tapping on icon</a:t>
            </a:r>
          </a:p>
        </p:txBody>
      </p:sp>
      <p:sp>
        <p:nvSpPr>
          <p:cNvPr id="20" name="Textplatzhalter 19">
            <a:extLst>
              <a:ext uri="{FF2B5EF4-FFF2-40B4-BE49-F238E27FC236}">
                <a16:creationId xmlns:a16="http://schemas.microsoft.com/office/drawing/2014/main" id="{7EDE1E8A-EFD6-AFE3-8FC8-A8781D081C65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695325" y="5689101"/>
            <a:ext cx="3457575" cy="332288"/>
          </a:xfrm>
        </p:spPr>
        <p:txBody>
          <a:bodyPr/>
          <a:lstStyle>
            <a:lvl1pPr>
              <a:spcBef>
                <a:spcPts val="20"/>
              </a:spcBef>
              <a:defRPr sz="1200"/>
            </a:lvl1pPr>
            <a:lvl2pPr marL="179388" indent="-179388">
              <a:spcBef>
                <a:spcPts val="20"/>
              </a:spcBef>
              <a:defRPr sz="1200"/>
            </a:lvl2pPr>
            <a:lvl3pPr>
              <a:spcBef>
                <a:spcPts val="20"/>
              </a:spcBef>
              <a:defRPr sz="1200"/>
            </a:lvl3pPr>
            <a:lvl4pPr>
              <a:spcBef>
                <a:spcPts val="20"/>
              </a:spcBef>
              <a:defRPr sz="1200"/>
            </a:lvl4pPr>
            <a:lvl5pPr>
              <a:spcBef>
                <a:spcPts val="20"/>
              </a:spcBef>
              <a:defRPr sz="1200"/>
            </a:lvl5pPr>
          </a:lstStyle>
          <a:p>
            <a:pPr lvl="0"/>
            <a:r>
              <a:rPr lang="en-GB" noProof="0" dirty="0"/>
              <a:t>Add Text</a:t>
            </a:r>
          </a:p>
          <a:p>
            <a:pPr lvl="1"/>
            <a:r>
              <a:rPr lang="en-GB" noProof="0" dirty="0"/>
              <a:t>Second Level</a:t>
            </a:r>
          </a:p>
        </p:txBody>
      </p:sp>
      <p:sp>
        <p:nvSpPr>
          <p:cNvPr id="21" name="Textplatzhalter 19">
            <a:extLst>
              <a:ext uri="{FF2B5EF4-FFF2-40B4-BE49-F238E27FC236}">
                <a16:creationId xmlns:a16="http://schemas.microsoft.com/office/drawing/2014/main" id="{90B09162-F170-AF79-446C-2FD12FCF2EF5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4367212" y="5689101"/>
            <a:ext cx="3457575" cy="332288"/>
          </a:xfrm>
        </p:spPr>
        <p:txBody>
          <a:bodyPr/>
          <a:lstStyle>
            <a:lvl1pPr>
              <a:spcBef>
                <a:spcPts val="20"/>
              </a:spcBef>
              <a:defRPr sz="1200"/>
            </a:lvl1pPr>
            <a:lvl2pPr marL="179388" indent="-179388">
              <a:spcBef>
                <a:spcPts val="20"/>
              </a:spcBef>
              <a:defRPr sz="1200"/>
            </a:lvl2pPr>
            <a:lvl3pPr>
              <a:spcBef>
                <a:spcPts val="20"/>
              </a:spcBef>
              <a:defRPr sz="1200"/>
            </a:lvl3pPr>
            <a:lvl4pPr>
              <a:spcBef>
                <a:spcPts val="20"/>
              </a:spcBef>
              <a:defRPr sz="1200"/>
            </a:lvl4pPr>
            <a:lvl5pPr>
              <a:spcBef>
                <a:spcPts val="20"/>
              </a:spcBef>
              <a:defRPr sz="1200"/>
            </a:lvl5pPr>
          </a:lstStyle>
          <a:p>
            <a:pPr lvl="0"/>
            <a:r>
              <a:rPr lang="en-GB" noProof="0" dirty="0"/>
              <a:t>Add Text</a:t>
            </a:r>
          </a:p>
          <a:p>
            <a:pPr lvl="1"/>
            <a:r>
              <a:rPr lang="en-GB" noProof="0" dirty="0"/>
              <a:t>Second Level</a:t>
            </a:r>
          </a:p>
        </p:txBody>
      </p:sp>
      <p:sp>
        <p:nvSpPr>
          <p:cNvPr id="22" name="Textplatzhalter 19">
            <a:extLst>
              <a:ext uri="{FF2B5EF4-FFF2-40B4-BE49-F238E27FC236}">
                <a16:creationId xmlns:a16="http://schemas.microsoft.com/office/drawing/2014/main" id="{B625CAA8-22B4-0491-F50F-A64DB8182052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8040688" y="5689101"/>
            <a:ext cx="3457575" cy="332288"/>
          </a:xfrm>
        </p:spPr>
        <p:txBody>
          <a:bodyPr/>
          <a:lstStyle>
            <a:lvl1pPr>
              <a:spcBef>
                <a:spcPts val="20"/>
              </a:spcBef>
              <a:defRPr sz="1200"/>
            </a:lvl1pPr>
            <a:lvl2pPr marL="179388" indent="-179388">
              <a:spcBef>
                <a:spcPts val="20"/>
              </a:spcBef>
              <a:defRPr sz="1200"/>
            </a:lvl2pPr>
            <a:lvl3pPr>
              <a:spcBef>
                <a:spcPts val="20"/>
              </a:spcBef>
              <a:defRPr sz="1200"/>
            </a:lvl3pPr>
            <a:lvl4pPr>
              <a:spcBef>
                <a:spcPts val="20"/>
              </a:spcBef>
              <a:defRPr sz="1200"/>
            </a:lvl4pPr>
            <a:lvl5pPr>
              <a:spcBef>
                <a:spcPts val="20"/>
              </a:spcBef>
              <a:defRPr sz="1200"/>
            </a:lvl5pPr>
          </a:lstStyle>
          <a:p>
            <a:pPr lvl="0"/>
            <a:r>
              <a:rPr lang="en-GB" noProof="0" dirty="0"/>
              <a:t>Add Text</a:t>
            </a:r>
          </a:p>
          <a:p>
            <a:pPr lvl="1"/>
            <a:r>
              <a:rPr lang="en-GB" noProof="0" dirty="0"/>
              <a:t>Second Level</a:t>
            </a:r>
          </a:p>
        </p:txBody>
      </p:sp>
      <p:sp>
        <p:nvSpPr>
          <p:cNvPr id="23" name="Textplatzhalter 19">
            <a:extLst>
              <a:ext uri="{FF2B5EF4-FFF2-40B4-BE49-F238E27FC236}">
                <a16:creationId xmlns:a16="http://schemas.microsoft.com/office/drawing/2014/main" id="{233B6E2E-EE51-3815-5A82-51C2D0BDCDE9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695325" y="3299877"/>
            <a:ext cx="3457575" cy="332288"/>
          </a:xfrm>
        </p:spPr>
        <p:txBody>
          <a:bodyPr/>
          <a:lstStyle>
            <a:lvl1pPr>
              <a:spcBef>
                <a:spcPts val="20"/>
              </a:spcBef>
              <a:defRPr sz="1200"/>
            </a:lvl1pPr>
            <a:lvl2pPr marL="179388" indent="-179388">
              <a:spcBef>
                <a:spcPts val="20"/>
              </a:spcBef>
              <a:defRPr sz="1200"/>
            </a:lvl2pPr>
            <a:lvl3pPr>
              <a:spcBef>
                <a:spcPts val="20"/>
              </a:spcBef>
              <a:defRPr sz="1200"/>
            </a:lvl3pPr>
            <a:lvl4pPr>
              <a:spcBef>
                <a:spcPts val="20"/>
              </a:spcBef>
              <a:defRPr sz="1200"/>
            </a:lvl4pPr>
            <a:lvl5pPr>
              <a:spcBef>
                <a:spcPts val="20"/>
              </a:spcBef>
              <a:defRPr sz="1200"/>
            </a:lvl5pPr>
          </a:lstStyle>
          <a:p>
            <a:pPr lvl="0"/>
            <a:r>
              <a:rPr lang="en-GB" noProof="0" dirty="0"/>
              <a:t>Add Text</a:t>
            </a:r>
          </a:p>
          <a:p>
            <a:pPr lvl="1"/>
            <a:r>
              <a:rPr lang="en-GB" noProof="0" dirty="0"/>
              <a:t>Second Level</a:t>
            </a:r>
          </a:p>
        </p:txBody>
      </p:sp>
      <p:sp>
        <p:nvSpPr>
          <p:cNvPr id="24" name="Textplatzhalter 19">
            <a:extLst>
              <a:ext uri="{FF2B5EF4-FFF2-40B4-BE49-F238E27FC236}">
                <a16:creationId xmlns:a16="http://schemas.microsoft.com/office/drawing/2014/main" id="{DC029808-0B66-A918-9826-7CF902C7DE37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4367212" y="3299877"/>
            <a:ext cx="3457575" cy="332288"/>
          </a:xfrm>
        </p:spPr>
        <p:txBody>
          <a:bodyPr/>
          <a:lstStyle>
            <a:lvl1pPr>
              <a:spcBef>
                <a:spcPts val="20"/>
              </a:spcBef>
              <a:defRPr sz="1200"/>
            </a:lvl1pPr>
            <a:lvl2pPr marL="179388" indent="-179388">
              <a:spcBef>
                <a:spcPts val="20"/>
              </a:spcBef>
              <a:defRPr sz="1200"/>
            </a:lvl2pPr>
            <a:lvl3pPr>
              <a:spcBef>
                <a:spcPts val="20"/>
              </a:spcBef>
              <a:defRPr sz="1200"/>
            </a:lvl3pPr>
            <a:lvl4pPr>
              <a:spcBef>
                <a:spcPts val="20"/>
              </a:spcBef>
              <a:defRPr sz="1200"/>
            </a:lvl4pPr>
            <a:lvl5pPr>
              <a:spcBef>
                <a:spcPts val="20"/>
              </a:spcBef>
              <a:defRPr sz="1200"/>
            </a:lvl5pPr>
          </a:lstStyle>
          <a:p>
            <a:pPr lvl="0"/>
            <a:r>
              <a:rPr lang="en-GB" noProof="0" dirty="0"/>
              <a:t>Add Text</a:t>
            </a:r>
          </a:p>
          <a:p>
            <a:pPr lvl="1"/>
            <a:r>
              <a:rPr lang="en-GB" noProof="0" dirty="0"/>
              <a:t>Second Level</a:t>
            </a:r>
          </a:p>
        </p:txBody>
      </p:sp>
      <p:sp>
        <p:nvSpPr>
          <p:cNvPr id="25" name="Textplatzhalter 19">
            <a:extLst>
              <a:ext uri="{FF2B5EF4-FFF2-40B4-BE49-F238E27FC236}">
                <a16:creationId xmlns:a16="http://schemas.microsoft.com/office/drawing/2014/main" id="{0C032556-82F7-0D1B-C717-506C730F768B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8040688" y="3299877"/>
            <a:ext cx="3457575" cy="332288"/>
          </a:xfrm>
        </p:spPr>
        <p:txBody>
          <a:bodyPr/>
          <a:lstStyle>
            <a:lvl1pPr>
              <a:spcBef>
                <a:spcPts val="20"/>
              </a:spcBef>
              <a:defRPr sz="1200"/>
            </a:lvl1pPr>
            <a:lvl2pPr marL="179388" indent="-179388">
              <a:spcBef>
                <a:spcPts val="20"/>
              </a:spcBef>
              <a:defRPr sz="1200"/>
            </a:lvl2pPr>
            <a:lvl3pPr>
              <a:spcBef>
                <a:spcPts val="20"/>
              </a:spcBef>
              <a:defRPr sz="1200"/>
            </a:lvl3pPr>
            <a:lvl4pPr>
              <a:spcBef>
                <a:spcPts val="20"/>
              </a:spcBef>
              <a:defRPr sz="1200"/>
            </a:lvl4pPr>
            <a:lvl5pPr>
              <a:spcBef>
                <a:spcPts val="20"/>
              </a:spcBef>
              <a:defRPr sz="1200"/>
            </a:lvl5pPr>
          </a:lstStyle>
          <a:p>
            <a:pPr lvl="0"/>
            <a:r>
              <a:rPr lang="en-GB" noProof="0" dirty="0"/>
              <a:t>Add Text</a:t>
            </a:r>
          </a:p>
          <a:p>
            <a:pPr lvl="1"/>
            <a:r>
              <a:rPr lang="en-GB" noProof="0" dirty="0"/>
              <a:t>Second Level</a:t>
            </a:r>
          </a:p>
        </p:txBody>
      </p:sp>
    </p:spTree>
    <p:extLst>
      <p:ext uri="{BB962C8B-B14F-4D97-AF65-F5344CB8AC3E}">
        <p14:creationId xmlns:p14="http://schemas.microsoft.com/office/powerpoint/2010/main" val="3947254367"/>
      </p:ext>
    </p:extLst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ight captioned Imag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GB" noProof="0" dirty="0"/>
              <a:t>Add Title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707E4E3B-B029-4FB4-981D-E15979CD639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1A762A9-F94E-6146-9505-A06588374481}" type="datetime1">
              <a:rPr lang="de-CH" noProof="0" smtClean="0"/>
              <a:t>03.02.2025</a:t>
            </a:fld>
            <a:endParaRPr lang="en-GB" noProof="0" dirty="0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1B3A6D9A-857D-4B6F-B977-93015D0393D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noProof="0"/>
              <a:t>PSI Centers for Nuclear Engineering and Sciences &amp; Energy and Environmental Sciences</a:t>
            </a:r>
            <a:endParaRPr lang="en-GB" noProof="0" dirty="0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28FACFD7-BF65-4DA8-AFDF-1BA2EB68250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2AD375-037F-43D0-B059-5172DA06796A}" type="slidenum">
              <a:rPr lang="en-GB" noProof="0" smtClean="0"/>
              <a:pPr/>
              <a:t>‹#›</a:t>
            </a:fld>
            <a:endParaRPr lang="en-GB" noProof="0" dirty="0"/>
          </a:p>
        </p:txBody>
      </p:sp>
      <p:sp>
        <p:nvSpPr>
          <p:cNvPr id="9" name="Bildplatzhalter 4">
            <a:extLst>
              <a:ext uri="{FF2B5EF4-FFF2-40B4-BE49-F238E27FC236}">
                <a16:creationId xmlns:a16="http://schemas.microsoft.com/office/drawing/2014/main" id="{12784F6E-FB73-D6E4-8C2C-41F75D7C7223}"/>
              </a:ext>
            </a:extLst>
          </p:cNvPr>
          <p:cNvSpPr>
            <a:spLocks noGrp="1"/>
          </p:cNvSpPr>
          <p:nvPr>
            <p:ph type="pic" sz="quarter" idx="18" hasCustomPrompt="1"/>
          </p:nvPr>
        </p:nvSpPr>
        <p:spPr>
          <a:xfrm>
            <a:off x="695327" y="1449390"/>
            <a:ext cx="2538000" cy="1799592"/>
          </a:xfrm>
          <a:pattFill prst="lgCheck">
            <a:fgClr>
              <a:schemeClr val="bg1">
                <a:lumMod val="85000"/>
              </a:schemeClr>
            </a:fgClr>
            <a:bgClr>
              <a:schemeClr val="bg1"/>
            </a:bgClr>
          </a:pattFill>
        </p:spPr>
        <p:txBody>
          <a:bodyPr tIns="720000" anchor="ctr"/>
          <a:lstStyle>
            <a:lvl1pPr algn="ctr">
              <a:defRPr sz="1200"/>
            </a:lvl1pPr>
          </a:lstStyle>
          <a:p>
            <a:r>
              <a:rPr lang="en-GB" noProof="0" dirty="0"/>
              <a:t>Add image by tapping on icon</a:t>
            </a:r>
          </a:p>
        </p:txBody>
      </p:sp>
      <p:sp>
        <p:nvSpPr>
          <p:cNvPr id="10" name="Bildplatzhalter 4">
            <a:extLst>
              <a:ext uri="{FF2B5EF4-FFF2-40B4-BE49-F238E27FC236}">
                <a16:creationId xmlns:a16="http://schemas.microsoft.com/office/drawing/2014/main" id="{2EA8E577-195E-4B1A-BC32-FE3D591B8C38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>
          <a:xfrm>
            <a:off x="8958673" y="1449390"/>
            <a:ext cx="2538000" cy="1799592"/>
          </a:xfrm>
          <a:pattFill prst="lgCheck">
            <a:fgClr>
              <a:schemeClr val="bg1">
                <a:lumMod val="85000"/>
              </a:schemeClr>
            </a:fgClr>
            <a:bgClr>
              <a:schemeClr val="bg1"/>
            </a:bgClr>
          </a:pattFill>
        </p:spPr>
        <p:txBody>
          <a:bodyPr tIns="720000" anchor="ctr"/>
          <a:lstStyle>
            <a:lvl1pPr algn="ctr">
              <a:defRPr sz="1200"/>
            </a:lvl1pPr>
          </a:lstStyle>
          <a:p>
            <a:r>
              <a:rPr lang="en-GB" noProof="0" dirty="0"/>
              <a:t>Add image by tapping on icon</a:t>
            </a:r>
          </a:p>
        </p:txBody>
      </p:sp>
      <p:sp>
        <p:nvSpPr>
          <p:cNvPr id="14" name="Bildplatzhalter 4">
            <a:extLst>
              <a:ext uri="{FF2B5EF4-FFF2-40B4-BE49-F238E27FC236}">
                <a16:creationId xmlns:a16="http://schemas.microsoft.com/office/drawing/2014/main" id="{0646FBB3-9915-B3D3-1716-7B2E4AB38A58}"/>
              </a:ext>
            </a:extLst>
          </p:cNvPr>
          <p:cNvSpPr>
            <a:spLocks noGrp="1"/>
          </p:cNvSpPr>
          <p:nvPr>
            <p:ph type="pic" sz="quarter" idx="19" hasCustomPrompt="1"/>
          </p:nvPr>
        </p:nvSpPr>
        <p:spPr>
          <a:xfrm>
            <a:off x="3450050" y="1449390"/>
            <a:ext cx="2538000" cy="1799592"/>
          </a:xfrm>
          <a:pattFill prst="lgCheck">
            <a:fgClr>
              <a:schemeClr val="bg1">
                <a:lumMod val="85000"/>
              </a:schemeClr>
            </a:fgClr>
            <a:bgClr>
              <a:schemeClr val="bg1"/>
            </a:bgClr>
          </a:pattFill>
        </p:spPr>
        <p:txBody>
          <a:bodyPr tIns="720000" anchor="ctr"/>
          <a:lstStyle>
            <a:lvl1pPr algn="ctr">
              <a:defRPr sz="1200"/>
            </a:lvl1pPr>
          </a:lstStyle>
          <a:p>
            <a:r>
              <a:rPr lang="en-GB" noProof="0" dirty="0"/>
              <a:t>Add image by tapping on icon</a:t>
            </a:r>
          </a:p>
        </p:txBody>
      </p:sp>
      <p:sp>
        <p:nvSpPr>
          <p:cNvPr id="15" name="Bildplatzhalter 4">
            <a:extLst>
              <a:ext uri="{FF2B5EF4-FFF2-40B4-BE49-F238E27FC236}">
                <a16:creationId xmlns:a16="http://schemas.microsoft.com/office/drawing/2014/main" id="{B3FC8EB0-667A-22B3-F4B0-8DFF68655699}"/>
              </a:ext>
            </a:extLst>
          </p:cNvPr>
          <p:cNvSpPr>
            <a:spLocks noGrp="1"/>
          </p:cNvSpPr>
          <p:nvPr>
            <p:ph type="pic" sz="quarter" idx="20" hasCustomPrompt="1"/>
          </p:nvPr>
        </p:nvSpPr>
        <p:spPr>
          <a:xfrm>
            <a:off x="6203950" y="1449390"/>
            <a:ext cx="2538000" cy="1799592"/>
          </a:xfrm>
          <a:pattFill prst="lgCheck">
            <a:fgClr>
              <a:schemeClr val="bg1">
                <a:lumMod val="85000"/>
              </a:schemeClr>
            </a:fgClr>
            <a:bgClr>
              <a:schemeClr val="bg1"/>
            </a:bgClr>
          </a:pattFill>
        </p:spPr>
        <p:txBody>
          <a:bodyPr tIns="720000" anchor="ctr"/>
          <a:lstStyle>
            <a:lvl1pPr algn="ctr">
              <a:defRPr sz="1200"/>
            </a:lvl1pPr>
          </a:lstStyle>
          <a:p>
            <a:r>
              <a:rPr lang="en-GB" noProof="0" dirty="0"/>
              <a:t>Add image by tapping on icon</a:t>
            </a:r>
          </a:p>
        </p:txBody>
      </p:sp>
      <p:sp>
        <p:nvSpPr>
          <p:cNvPr id="22" name="Textplatzhalter 19">
            <a:extLst>
              <a:ext uri="{FF2B5EF4-FFF2-40B4-BE49-F238E27FC236}">
                <a16:creationId xmlns:a16="http://schemas.microsoft.com/office/drawing/2014/main" id="{7650EC49-433E-6552-2740-6B65EFF94806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3449108" y="5689100"/>
            <a:ext cx="2533650" cy="332288"/>
          </a:xfrm>
        </p:spPr>
        <p:txBody>
          <a:bodyPr/>
          <a:lstStyle>
            <a:lvl1pPr>
              <a:spcBef>
                <a:spcPts val="40"/>
              </a:spcBef>
              <a:defRPr sz="1200"/>
            </a:lvl1pPr>
            <a:lvl2pPr marL="179388" indent="-179388">
              <a:spcBef>
                <a:spcPts val="40"/>
              </a:spcBef>
              <a:defRPr sz="1200"/>
            </a:lvl2pPr>
            <a:lvl3pPr>
              <a:spcBef>
                <a:spcPts val="40"/>
              </a:spcBef>
              <a:defRPr sz="1200"/>
            </a:lvl3pPr>
            <a:lvl4pPr>
              <a:spcBef>
                <a:spcPts val="40"/>
              </a:spcBef>
              <a:defRPr sz="1600"/>
            </a:lvl4pPr>
            <a:lvl5pPr>
              <a:spcBef>
                <a:spcPts val="40"/>
              </a:spcBef>
              <a:defRPr sz="1600"/>
            </a:lvl5pPr>
          </a:lstStyle>
          <a:p>
            <a:pPr lvl="0"/>
            <a:r>
              <a:rPr lang="en-GB" noProof="0" dirty="0"/>
              <a:t>Add Text</a:t>
            </a:r>
          </a:p>
          <a:p>
            <a:pPr lvl="1"/>
            <a:r>
              <a:rPr lang="en-GB" noProof="0" dirty="0"/>
              <a:t>Second Level</a:t>
            </a:r>
          </a:p>
        </p:txBody>
      </p:sp>
      <p:sp>
        <p:nvSpPr>
          <p:cNvPr id="23" name="Textplatzhalter 19">
            <a:extLst>
              <a:ext uri="{FF2B5EF4-FFF2-40B4-BE49-F238E27FC236}">
                <a16:creationId xmlns:a16="http://schemas.microsoft.com/office/drawing/2014/main" id="{38A397CC-14F5-DD8F-565D-CB576CCEF0AC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6208300" y="5689100"/>
            <a:ext cx="2533650" cy="332288"/>
          </a:xfrm>
        </p:spPr>
        <p:txBody>
          <a:bodyPr/>
          <a:lstStyle>
            <a:lvl1pPr>
              <a:spcBef>
                <a:spcPts val="40"/>
              </a:spcBef>
              <a:defRPr sz="1200"/>
            </a:lvl1pPr>
            <a:lvl2pPr marL="179388" indent="-179388">
              <a:spcBef>
                <a:spcPts val="40"/>
              </a:spcBef>
              <a:defRPr sz="1200"/>
            </a:lvl2pPr>
            <a:lvl3pPr>
              <a:spcBef>
                <a:spcPts val="40"/>
              </a:spcBef>
              <a:defRPr sz="1200"/>
            </a:lvl3pPr>
            <a:lvl4pPr>
              <a:spcBef>
                <a:spcPts val="40"/>
              </a:spcBef>
              <a:defRPr sz="1600"/>
            </a:lvl4pPr>
            <a:lvl5pPr>
              <a:spcBef>
                <a:spcPts val="40"/>
              </a:spcBef>
              <a:defRPr sz="1600"/>
            </a:lvl5pPr>
          </a:lstStyle>
          <a:p>
            <a:pPr lvl="0"/>
            <a:r>
              <a:rPr lang="en-GB" noProof="0" dirty="0"/>
              <a:t>Add Text</a:t>
            </a:r>
          </a:p>
          <a:p>
            <a:pPr lvl="1"/>
            <a:r>
              <a:rPr lang="en-GB" noProof="0" dirty="0"/>
              <a:t>Second Level</a:t>
            </a:r>
          </a:p>
        </p:txBody>
      </p:sp>
      <p:sp>
        <p:nvSpPr>
          <p:cNvPr id="24" name="Textplatzhalter 19">
            <a:extLst>
              <a:ext uri="{FF2B5EF4-FFF2-40B4-BE49-F238E27FC236}">
                <a16:creationId xmlns:a16="http://schemas.microsoft.com/office/drawing/2014/main" id="{52C714DB-CD94-62D4-DBCC-363F77E96BFD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8956675" y="5689100"/>
            <a:ext cx="2533650" cy="332288"/>
          </a:xfrm>
        </p:spPr>
        <p:txBody>
          <a:bodyPr/>
          <a:lstStyle>
            <a:lvl1pPr>
              <a:spcBef>
                <a:spcPts val="40"/>
              </a:spcBef>
              <a:defRPr sz="1200"/>
            </a:lvl1pPr>
            <a:lvl2pPr marL="179388" indent="-179388">
              <a:spcBef>
                <a:spcPts val="40"/>
              </a:spcBef>
              <a:defRPr sz="1200"/>
            </a:lvl2pPr>
            <a:lvl3pPr>
              <a:spcBef>
                <a:spcPts val="40"/>
              </a:spcBef>
              <a:defRPr sz="1200"/>
            </a:lvl3pPr>
            <a:lvl4pPr>
              <a:spcBef>
                <a:spcPts val="40"/>
              </a:spcBef>
              <a:defRPr sz="1600"/>
            </a:lvl4pPr>
            <a:lvl5pPr>
              <a:spcBef>
                <a:spcPts val="40"/>
              </a:spcBef>
              <a:defRPr sz="1600"/>
            </a:lvl5pPr>
          </a:lstStyle>
          <a:p>
            <a:pPr lvl="0"/>
            <a:r>
              <a:rPr lang="en-GB" noProof="0" dirty="0"/>
              <a:t>Add Text</a:t>
            </a:r>
          </a:p>
          <a:p>
            <a:pPr lvl="1"/>
            <a:r>
              <a:rPr lang="en-GB" noProof="0" dirty="0"/>
              <a:t>Second Level</a:t>
            </a:r>
          </a:p>
        </p:txBody>
      </p:sp>
      <p:sp>
        <p:nvSpPr>
          <p:cNvPr id="7" name="Bildplatzhalter 4">
            <a:extLst>
              <a:ext uri="{FF2B5EF4-FFF2-40B4-BE49-F238E27FC236}">
                <a16:creationId xmlns:a16="http://schemas.microsoft.com/office/drawing/2014/main" id="{FF900A0F-DD38-976A-BFC1-92B5ACB7395B}"/>
              </a:ext>
            </a:extLst>
          </p:cNvPr>
          <p:cNvSpPr>
            <a:spLocks noGrp="1"/>
          </p:cNvSpPr>
          <p:nvPr>
            <p:ph type="pic" sz="quarter" idx="26" hasCustomPrompt="1"/>
          </p:nvPr>
        </p:nvSpPr>
        <p:spPr>
          <a:xfrm>
            <a:off x="695325" y="3852000"/>
            <a:ext cx="2538000" cy="1799593"/>
          </a:xfrm>
          <a:pattFill prst="lgCheck">
            <a:fgClr>
              <a:schemeClr val="bg1">
                <a:lumMod val="85000"/>
              </a:schemeClr>
            </a:fgClr>
            <a:bgClr>
              <a:schemeClr val="bg1"/>
            </a:bgClr>
          </a:pattFill>
        </p:spPr>
        <p:txBody>
          <a:bodyPr tIns="720000" anchor="ctr"/>
          <a:lstStyle>
            <a:lvl1pPr algn="ctr">
              <a:defRPr sz="1200"/>
            </a:lvl1pPr>
          </a:lstStyle>
          <a:p>
            <a:r>
              <a:rPr lang="en-GB" noProof="0" dirty="0"/>
              <a:t>Add image by tapping on icon</a:t>
            </a:r>
          </a:p>
        </p:txBody>
      </p:sp>
      <p:sp>
        <p:nvSpPr>
          <p:cNvPr id="8" name="Textplatzhalter 19">
            <a:extLst>
              <a:ext uri="{FF2B5EF4-FFF2-40B4-BE49-F238E27FC236}">
                <a16:creationId xmlns:a16="http://schemas.microsoft.com/office/drawing/2014/main" id="{530B9B83-A2E6-A97A-6B7B-389BCDC2C8CF}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>
          <a:xfrm>
            <a:off x="695325" y="3299877"/>
            <a:ext cx="2536825" cy="332288"/>
          </a:xfrm>
        </p:spPr>
        <p:txBody>
          <a:bodyPr/>
          <a:lstStyle>
            <a:lvl1pPr>
              <a:spcBef>
                <a:spcPts val="20"/>
              </a:spcBef>
              <a:defRPr sz="1200"/>
            </a:lvl1pPr>
            <a:lvl2pPr marL="179388" indent="-179388">
              <a:spcBef>
                <a:spcPts val="20"/>
              </a:spcBef>
              <a:defRPr sz="1200"/>
            </a:lvl2pPr>
            <a:lvl3pPr>
              <a:spcBef>
                <a:spcPts val="20"/>
              </a:spcBef>
              <a:defRPr sz="1200"/>
            </a:lvl3pPr>
            <a:lvl4pPr>
              <a:spcBef>
                <a:spcPts val="20"/>
              </a:spcBef>
              <a:defRPr sz="1200"/>
            </a:lvl4pPr>
            <a:lvl5pPr>
              <a:spcBef>
                <a:spcPts val="20"/>
              </a:spcBef>
              <a:defRPr sz="1200"/>
            </a:lvl5pPr>
          </a:lstStyle>
          <a:p>
            <a:pPr lvl="0"/>
            <a:r>
              <a:rPr lang="en-GB" noProof="0" dirty="0"/>
              <a:t>Add Text</a:t>
            </a:r>
          </a:p>
          <a:p>
            <a:pPr lvl="1"/>
            <a:r>
              <a:rPr lang="en-GB" noProof="0" dirty="0"/>
              <a:t>Second Level</a:t>
            </a:r>
          </a:p>
        </p:txBody>
      </p:sp>
      <p:sp>
        <p:nvSpPr>
          <p:cNvPr id="11" name="Textplatzhalter 19">
            <a:extLst>
              <a:ext uri="{FF2B5EF4-FFF2-40B4-BE49-F238E27FC236}">
                <a16:creationId xmlns:a16="http://schemas.microsoft.com/office/drawing/2014/main" id="{CD6A5AE7-8194-069E-96C6-A9A19A691F17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695325" y="5689101"/>
            <a:ext cx="2540001" cy="332288"/>
          </a:xfrm>
        </p:spPr>
        <p:txBody>
          <a:bodyPr/>
          <a:lstStyle>
            <a:lvl1pPr>
              <a:spcBef>
                <a:spcPts val="20"/>
              </a:spcBef>
              <a:defRPr sz="1200"/>
            </a:lvl1pPr>
            <a:lvl2pPr marL="179388" indent="-179388">
              <a:spcBef>
                <a:spcPts val="20"/>
              </a:spcBef>
              <a:defRPr sz="1200"/>
            </a:lvl2pPr>
            <a:lvl3pPr>
              <a:spcBef>
                <a:spcPts val="20"/>
              </a:spcBef>
              <a:defRPr sz="1200"/>
            </a:lvl3pPr>
            <a:lvl4pPr>
              <a:spcBef>
                <a:spcPts val="20"/>
              </a:spcBef>
              <a:defRPr sz="1200"/>
            </a:lvl4pPr>
            <a:lvl5pPr>
              <a:spcBef>
                <a:spcPts val="20"/>
              </a:spcBef>
              <a:defRPr sz="1200"/>
            </a:lvl5pPr>
          </a:lstStyle>
          <a:p>
            <a:pPr lvl="0"/>
            <a:r>
              <a:rPr lang="en-GB" noProof="0" dirty="0"/>
              <a:t>Add Text</a:t>
            </a:r>
          </a:p>
          <a:p>
            <a:pPr lvl="1"/>
            <a:r>
              <a:rPr lang="en-GB" noProof="0" dirty="0"/>
              <a:t>Second Level</a:t>
            </a:r>
          </a:p>
        </p:txBody>
      </p:sp>
      <p:sp>
        <p:nvSpPr>
          <p:cNvPr id="12" name="Textplatzhalter 19">
            <a:extLst>
              <a:ext uri="{FF2B5EF4-FFF2-40B4-BE49-F238E27FC236}">
                <a16:creationId xmlns:a16="http://schemas.microsoft.com/office/drawing/2014/main" id="{E33B1E40-AEE0-028C-74FA-4DA2F2785C86}"/>
              </a:ext>
            </a:extLst>
          </p:cNvPr>
          <p:cNvSpPr>
            <a:spLocks noGrp="1"/>
          </p:cNvSpPr>
          <p:nvPr>
            <p:ph type="body" sz="quarter" idx="28" hasCustomPrompt="1"/>
          </p:nvPr>
        </p:nvSpPr>
        <p:spPr>
          <a:xfrm>
            <a:off x="3448050" y="3299877"/>
            <a:ext cx="2533650" cy="332288"/>
          </a:xfrm>
        </p:spPr>
        <p:txBody>
          <a:bodyPr/>
          <a:lstStyle>
            <a:lvl1pPr>
              <a:spcBef>
                <a:spcPts val="40"/>
              </a:spcBef>
              <a:defRPr sz="1200"/>
            </a:lvl1pPr>
            <a:lvl2pPr marL="179388" indent="-179388">
              <a:spcBef>
                <a:spcPts val="40"/>
              </a:spcBef>
              <a:defRPr sz="1200"/>
            </a:lvl2pPr>
            <a:lvl3pPr>
              <a:spcBef>
                <a:spcPts val="40"/>
              </a:spcBef>
              <a:defRPr sz="1200"/>
            </a:lvl3pPr>
            <a:lvl4pPr>
              <a:spcBef>
                <a:spcPts val="40"/>
              </a:spcBef>
              <a:defRPr sz="1600"/>
            </a:lvl4pPr>
            <a:lvl5pPr>
              <a:spcBef>
                <a:spcPts val="40"/>
              </a:spcBef>
              <a:defRPr sz="1600"/>
            </a:lvl5pPr>
          </a:lstStyle>
          <a:p>
            <a:pPr lvl="0"/>
            <a:r>
              <a:rPr lang="en-GB" noProof="0" dirty="0"/>
              <a:t>Add Text</a:t>
            </a:r>
          </a:p>
          <a:p>
            <a:pPr lvl="1"/>
            <a:r>
              <a:rPr lang="en-GB" noProof="0" dirty="0"/>
              <a:t>Second Level</a:t>
            </a:r>
          </a:p>
        </p:txBody>
      </p:sp>
      <p:sp>
        <p:nvSpPr>
          <p:cNvPr id="13" name="Textplatzhalter 19">
            <a:extLst>
              <a:ext uri="{FF2B5EF4-FFF2-40B4-BE49-F238E27FC236}">
                <a16:creationId xmlns:a16="http://schemas.microsoft.com/office/drawing/2014/main" id="{6CF8C6E7-2EBA-0F42-5F97-0B15A298F57D}"/>
              </a:ext>
            </a:extLst>
          </p:cNvPr>
          <p:cNvSpPr>
            <a:spLocks noGrp="1"/>
          </p:cNvSpPr>
          <p:nvPr>
            <p:ph type="body" sz="quarter" idx="29" hasCustomPrompt="1"/>
          </p:nvPr>
        </p:nvSpPr>
        <p:spPr>
          <a:xfrm>
            <a:off x="6208300" y="3299877"/>
            <a:ext cx="2533650" cy="332288"/>
          </a:xfrm>
        </p:spPr>
        <p:txBody>
          <a:bodyPr/>
          <a:lstStyle>
            <a:lvl1pPr>
              <a:spcBef>
                <a:spcPts val="40"/>
              </a:spcBef>
              <a:defRPr sz="1200"/>
            </a:lvl1pPr>
            <a:lvl2pPr marL="179388" indent="-179388">
              <a:spcBef>
                <a:spcPts val="40"/>
              </a:spcBef>
              <a:defRPr sz="1200"/>
            </a:lvl2pPr>
            <a:lvl3pPr>
              <a:spcBef>
                <a:spcPts val="40"/>
              </a:spcBef>
              <a:defRPr sz="1200"/>
            </a:lvl3pPr>
            <a:lvl4pPr>
              <a:spcBef>
                <a:spcPts val="40"/>
              </a:spcBef>
              <a:defRPr sz="1600"/>
            </a:lvl4pPr>
            <a:lvl5pPr>
              <a:spcBef>
                <a:spcPts val="40"/>
              </a:spcBef>
              <a:defRPr sz="1600"/>
            </a:lvl5pPr>
          </a:lstStyle>
          <a:p>
            <a:pPr lvl="0"/>
            <a:r>
              <a:rPr lang="en-GB" noProof="0" dirty="0"/>
              <a:t>Add Text</a:t>
            </a:r>
          </a:p>
          <a:p>
            <a:pPr lvl="1"/>
            <a:r>
              <a:rPr lang="en-GB" noProof="0" dirty="0"/>
              <a:t>Second Level</a:t>
            </a:r>
          </a:p>
        </p:txBody>
      </p:sp>
      <p:sp>
        <p:nvSpPr>
          <p:cNvPr id="16" name="Textplatzhalter 19">
            <a:extLst>
              <a:ext uri="{FF2B5EF4-FFF2-40B4-BE49-F238E27FC236}">
                <a16:creationId xmlns:a16="http://schemas.microsoft.com/office/drawing/2014/main" id="{A8581B57-63E2-3060-2AF6-9711ABA14922}"/>
              </a:ext>
            </a:extLst>
          </p:cNvPr>
          <p:cNvSpPr>
            <a:spLocks noGrp="1"/>
          </p:cNvSpPr>
          <p:nvPr>
            <p:ph type="body" sz="quarter" idx="30" hasCustomPrompt="1"/>
          </p:nvPr>
        </p:nvSpPr>
        <p:spPr>
          <a:xfrm>
            <a:off x="8955617" y="3299877"/>
            <a:ext cx="2533650" cy="332288"/>
          </a:xfrm>
        </p:spPr>
        <p:txBody>
          <a:bodyPr/>
          <a:lstStyle>
            <a:lvl1pPr>
              <a:spcBef>
                <a:spcPts val="40"/>
              </a:spcBef>
              <a:defRPr sz="1200"/>
            </a:lvl1pPr>
            <a:lvl2pPr marL="179388" indent="-179388">
              <a:spcBef>
                <a:spcPts val="40"/>
              </a:spcBef>
              <a:defRPr sz="1200"/>
            </a:lvl2pPr>
            <a:lvl3pPr>
              <a:spcBef>
                <a:spcPts val="40"/>
              </a:spcBef>
              <a:defRPr sz="1200"/>
            </a:lvl3pPr>
            <a:lvl4pPr>
              <a:spcBef>
                <a:spcPts val="40"/>
              </a:spcBef>
              <a:defRPr sz="1600"/>
            </a:lvl4pPr>
            <a:lvl5pPr>
              <a:spcBef>
                <a:spcPts val="40"/>
              </a:spcBef>
              <a:defRPr sz="1600"/>
            </a:lvl5pPr>
          </a:lstStyle>
          <a:p>
            <a:pPr lvl="0"/>
            <a:r>
              <a:rPr lang="en-GB" noProof="0" dirty="0"/>
              <a:t>Add Text</a:t>
            </a:r>
          </a:p>
          <a:p>
            <a:pPr lvl="1"/>
            <a:r>
              <a:rPr lang="en-GB" noProof="0" dirty="0"/>
              <a:t>Second Level</a:t>
            </a:r>
          </a:p>
        </p:txBody>
      </p:sp>
      <p:sp>
        <p:nvSpPr>
          <p:cNvPr id="17" name="Bildplatzhalter 4">
            <a:extLst>
              <a:ext uri="{FF2B5EF4-FFF2-40B4-BE49-F238E27FC236}">
                <a16:creationId xmlns:a16="http://schemas.microsoft.com/office/drawing/2014/main" id="{615C431B-993D-61F7-28CB-6E9C6E916B27}"/>
              </a:ext>
            </a:extLst>
          </p:cNvPr>
          <p:cNvSpPr>
            <a:spLocks noGrp="1"/>
          </p:cNvSpPr>
          <p:nvPr>
            <p:ph type="pic" sz="quarter" idx="31" hasCustomPrompt="1"/>
          </p:nvPr>
        </p:nvSpPr>
        <p:spPr>
          <a:xfrm>
            <a:off x="8957560" y="3852000"/>
            <a:ext cx="2538000" cy="1799592"/>
          </a:xfrm>
          <a:pattFill prst="lgCheck">
            <a:fgClr>
              <a:schemeClr val="bg1">
                <a:lumMod val="85000"/>
              </a:schemeClr>
            </a:fgClr>
            <a:bgClr>
              <a:schemeClr val="bg1"/>
            </a:bgClr>
          </a:pattFill>
        </p:spPr>
        <p:txBody>
          <a:bodyPr tIns="720000" anchor="ctr"/>
          <a:lstStyle>
            <a:lvl1pPr algn="ctr">
              <a:defRPr sz="1200"/>
            </a:lvl1pPr>
          </a:lstStyle>
          <a:p>
            <a:r>
              <a:rPr lang="en-GB" noProof="0" dirty="0"/>
              <a:t>Add image by tapping on icon</a:t>
            </a:r>
          </a:p>
        </p:txBody>
      </p:sp>
      <p:sp>
        <p:nvSpPr>
          <p:cNvPr id="18" name="Bildplatzhalter 4">
            <a:extLst>
              <a:ext uri="{FF2B5EF4-FFF2-40B4-BE49-F238E27FC236}">
                <a16:creationId xmlns:a16="http://schemas.microsoft.com/office/drawing/2014/main" id="{5F9CC3CC-2D09-5169-EE63-2F307DD025AE}"/>
              </a:ext>
            </a:extLst>
          </p:cNvPr>
          <p:cNvSpPr>
            <a:spLocks noGrp="1"/>
          </p:cNvSpPr>
          <p:nvPr>
            <p:ph type="pic" sz="quarter" idx="32" hasCustomPrompt="1"/>
          </p:nvPr>
        </p:nvSpPr>
        <p:spPr>
          <a:xfrm>
            <a:off x="3448937" y="3852000"/>
            <a:ext cx="2538000" cy="1799592"/>
          </a:xfrm>
          <a:pattFill prst="lgCheck">
            <a:fgClr>
              <a:schemeClr val="bg1">
                <a:lumMod val="85000"/>
              </a:schemeClr>
            </a:fgClr>
            <a:bgClr>
              <a:schemeClr val="bg1"/>
            </a:bgClr>
          </a:pattFill>
        </p:spPr>
        <p:txBody>
          <a:bodyPr tIns="720000" anchor="ctr"/>
          <a:lstStyle>
            <a:lvl1pPr algn="ctr">
              <a:defRPr sz="1200"/>
            </a:lvl1pPr>
          </a:lstStyle>
          <a:p>
            <a:r>
              <a:rPr lang="en-GB" noProof="0" dirty="0"/>
              <a:t>Add image by tapping on icon</a:t>
            </a:r>
          </a:p>
        </p:txBody>
      </p:sp>
      <p:sp>
        <p:nvSpPr>
          <p:cNvPr id="19" name="Bildplatzhalter 4">
            <a:extLst>
              <a:ext uri="{FF2B5EF4-FFF2-40B4-BE49-F238E27FC236}">
                <a16:creationId xmlns:a16="http://schemas.microsoft.com/office/drawing/2014/main" id="{05CD9CF5-8030-A2FA-B5F1-BDE8A3AB64FE}"/>
              </a:ext>
            </a:extLst>
          </p:cNvPr>
          <p:cNvSpPr>
            <a:spLocks noGrp="1"/>
          </p:cNvSpPr>
          <p:nvPr>
            <p:ph type="pic" sz="quarter" idx="33" hasCustomPrompt="1"/>
          </p:nvPr>
        </p:nvSpPr>
        <p:spPr>
          <a:xfrm>
            <a:off x="6202837" y="3852000"/>
            <a:ext cx="2538000" cy="1799592"/>
          </a:xfrm>
          <a:pattFill prst="lgCheck">
            <a:fgClr>
              <a:schemeClr val="bg1">
                <a:lumMod val="85000"/>
              </a:schemeClr>
            </a:fgClr>
            <a:bgClr>
              <a:schemeClr val="bg1"/>
            </a:bgClr>
          </a:pattFill>
        </p:spPr>
        <p:txBody>
          <a:bodyPr tIns="720000" anchor="ctr"/>
          <a:lstStyle>
            <a:lvl1pPr algn="ctr">
              <a:defRPr sz="1200"/>
            </a:lvl1pPr>
          </a:lstStyle>
          <a:p>
            <a:r>
              <a:rPr lang="en-GB" noProof="0" dirty="0"/>
              <a:t>Add image by tapping on icon</a:t>
            </a:r>
          </a:p>
        </p:txBody>
      </p:sp>
    </p:spTree>
    <p:extLst>
      <p:ext uri="{BB962C8B-B14F-4D97-AF65-F5344CB8AC3E}">
        <p14:creationId xmlns:p14="http://schemas.microsoft.com/office/powerpoint/2010/main" val="2331809627"/>
      </p:ext>
    </p:extLst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elve captioned Imag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GB" noProof="0" dirty="0"/>
              <a:t>Add Title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707E4E3B-B029-4FB4-981D-E15979CD639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E68CFD-909B-6C49-AF00-455E0202C815}" type="datetime1">
              <a:rPr lang="de-CH" noProof="0" smtClean="0"/>
              <a:t>03.02.2025</a:t>
            </a:fld>
            <a:endParaRPr lang="en-GB" noProof="0" dirty="0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1B3A6D9A-857D-4B6F-B977-93015D0393D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noProof="0"/>
              <a:t>PSI Centers for Nuclear Engineering and Sciences &amp; Energy and Environmental Sciences</a:t>
            </a:r>
            <a:endParaRPr lang="en-GB" noProof="0" dirty="0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28FACFD7-BF65-4DA8-AFDF-1BA2EB68250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2AD375-037F-43D0-B059-5172DA06796A}" type="slidenum">
              <a:rPr lang="en-GB" noProof="0" smtClean="0"/>
              <a:pPr/>
              <a:t>‹#›</a:t>
            </a:fld>
            <a:endParaRPr lang="en-GB" noProof="0" dirty="0"/>
          </a:p>
        </p:txBody>
      </p:sp>
      <p:sp>
        <p:nvSpPr>
          <p:cNvPr id="10" name="Bildplatzhalter 4">
            <a:extLst>
              <a:ext uri="{FF2B5EF4-FFF2-40B4-BE49-F238E27FC236}">
                <a16:creationId xmlns:a16="http://schemas.microsoft.com/office/drawing/2014/main" id="{18983A1D-4D6A-20A1-246F-D90E834D6804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4367213" y="1449389"/>
            <a:ext cx="1620837" cy="1692000"/>
          </a:xfrm>
          <a:pattFill prst="lgCheck">
            <a:fgClr>
              <a:schemeClr val="bg1">
                <a:lumMod val="85000"/>
              </a:schemeClr>
            </a:fgClr>
            <a:bgClr>
              <a:schemeClr val="bg1"/>
            </a:bgClr>
          </a:pattFill>
        </p:spPr>
        <p:txBody>
          <a:bodyPr tIns="720000" anchor="ctr"/>
          <a:lstStyle>
            <a:lvl1pPr algn="ctr">
              <a:defRPr sz="1000"/>
            </a:lvl1pPr>
          </a:lstStyle>
          <a:p>
            <a:r>
              <a:rPr lang="en-GB" noProof="0" dirty="0"/>
              <a:t>Add image by tapping on icon</a:t>
            </a:r>
          </a:p>
        </p:txBody>
      </p:sp>
      <p:sp>
        <p:nvSpPr>
          <p:cNvPr id="14" name="Bildplatzhalter 4">
            <a:extLst>
              <a:ext uri="{FF2B5EF4-FFF2-40B4-BE49-F238E27FC236}">
                <a16:creationId xmlns:a16="http://schemas.microsoft.com/office/drawing/2014/main" id="{1EC548A2-BD24-9227-A6CD-523677F543BD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>
          <a:xfrm>
            <a:off x="9874248" y="1449389"/>
            <a:ext cx="1622425" cy="1692000"/>
          </a:xfrm>
          <a:pattFill prst="lgCheck">
            <a:fgClr>
              <a:schemeClr val="bg1">
                <a:lumMod val="85000"/>
              </a:schemeClr>
            </a:fgClr>
            <a:bgClr>
              <a:schemeClr val="bg1"/>
            </a:bgClr>
          </a:pattFill>
        </p:spPr>
        <p:txBody>
          <a:bodyPr tIns="720000" anchor="ctr"/>
          <a:lstStyle>
            <a:lvl1pPr algn="ctr">
              <a:defRPr sz="1000"/>
            </a:lvl1pPr>
          </a:lstStyle>
          <a:p>
            <a:r>
              <a:rPr lang="en-GB" noProof="0" dirty="0"/>
              <a:t>Add image by tapping on icon</a:t>
            </a:r>
          </a:p>
        </p:txBody>
      </p:sp>
      <p:sp>
        <p:nvSpPr>
          <p:cNvPr id="15" name="Bildplatzhalter 4">
            <a:extLst>
              <a:ext uri="{FF2B5EF4-FFF2-40B4-BE49-F238E27FC236}">
                <a16:creationId xmlns:a16="http://schemas.microsoft.com/office/drawing/2014/main" id="{B1FDEC21-8808-4E1C-5D07-37DFA5117527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695326" y="1449389"/>
            <a:ext cx="1620838" cy="1692000"/>
          </a:xfrm>
          <a:pattFill prst="lgCheck">
            <a:fgClr>
              <a:schemeClr val="bg1">
                <a:lumMod val="85000"/>
              </a:schemeClr>
            </a:fgClr>
            <a:bgClr>
              <a:schemeClr val="bg1"/>
            </a:bgClr>
          </a:pattFill>
        </p:spPr>
        <p:txBody>
          <a:bodyPr tIns="720000" anchor="ctr"/>
          <a:lstStyle>
            <a:lvl1pPr algn="ctr">
              <a:defRPr sz="1000"/>
            </a:lvl1pPr>
          </a:lstStyle>
          <a:p>
            <a:r>
              <a:rPr lang="en-GB" noProof="0" dirty="0"/>
              <a:t>Add image by tapping on icon</a:t>
            </a:r>
          </a:p>
        </p:txBody>
      </p:sp>
      <p:sp>
        <p:nvSpPr>
          <p:cNvPr id="16" name="Bildplatzhalter 4">
            <a:extLst>
              <a:ext uri="{FF2B5EF4-FFF2-40B4-BE49-F238E27FC236}">
                <a16:creationId xmlns:a16="http://schemas.microsoft.com/office/drawing/2014/main" id="{C093E107-B829-CEE4-9295-B1B84BEAE140}"/>
              </a:ext>
            </a:extLst>
          </p:cNvPr>
          <p:cNvSpPr>
            <a:spLocks noGrp="1"/>
          </p:cNvSpPr>
          <p:nvPr>
            <p:ph type="pic" sz="quarter" idx="18" hasCustomPrompt="1"/>
          </p:nvPr>
        </p:nvSpPr>
        <p:spPr>
          <a:xfrm>
            <a:off x="4367212" y="3851999"/>
            <a:ext cx="1620837" cy="1692000"/>
          </a:xfrm>
          <a:pattFill prst="lgCheck">
            <a:fgClr>
              <a:schemeClr val="bg1">
                <a:lumMod val="85000"/>
              </a:schemeClr>
            </a:fgClr>
            <a:bgClr>
              <a:schemeClr val="bg1"/>
            </a:bgClr>
          </a:pattFill>
        </p:spPr>
        <p:txBody>
          <a:bodyPr tIns="720000" anchor="ctr"/>
          <a:lstStyle>
            <a:lvl1pPr algn="ctr">
              <a:defRPr sz="1000"/>
            </a:lvl1pPr>
          </a:lstStyle>
          <a:p>
            <a:r>
              <a:rPr lang="en-GB" noProof="0" dirty="0"/>
              <a:t>Add image by tapping on icon</a:t>
            </a:r>
          </a:p>
        </p:txBody>
      </p:sp>
      <p:sp>
        <p:nvSpPr>
          <p:cNvPr id="17" name="Bildplatzhalter 4">
            <a:extLst>
              <a:ext uri="{FF2B5EF4-FFF2-40B4-BE49-F238E27FC236}">
                <a16:creationId xmlns:a16="http://schemas.microsoft.com/office/drawing/2014/main" id="{269E9327-75CD-A94E-4F13-6C971DCF19A5}"/>
              </a:ext>
            </a:extLst>
          </p:cNvPr>
          <p:cNvSpPr>
            <a:spLocks noGrp="1"/>
          </p:cNvSpPr>
          <p:nvPr>
            <p:ph type="pic" sz="quarter" idx="19" hasCustomPrompt="1"/>
          </p:nvPr>
        </p:nvSpPr>
        <p:spPr>
          <a:xfrm>
            <a:off x="8040688" y="3852000"/>
            <a:ext cx="1619250" cy="1692000"/>
          </a:xfrm>
          <a:pattFill prst="lgCheck">
            <a:fgClr>
              <a:schemeClr val="bg1">
                <a:lumMod val="85000"/>
              </a:schemeClr>
            </a:fgClr>
            <a:bgClr>
              <a:schemeClr val="bg1"/>
            </a:bgClr>
          </a:pattFill>
        </p:spPr>
        <p:txBody>
          <a:bodyPr tIns="720000" anchor="ctr"/>
          <a:lstStyle>
            <a:lvl1pPr algn="ctr">
              <a:defRPr sz="1000"/>
            </a:lvl1pPr>
          </a:lstStyle>
          <a:p>
            <a:r>
              <a:rPr lang="en-GB" noProof="0" dirty="0"/>
              <a:t>Add image by tapping on icon</a:t>
            </a:r>
          </a:p>
        </p:txBody>
      </p:sp>
      <p:sp>
        <p:nvSpPr>
          <p:cNvPr id="18" name="Bildplatzhalter 4">
            <a:extLst>
              <a:ext uri="{FF2B5EF4-FFF2-40B4-BE49-F238E27FC236}">
                <a16:creationId xmlns:a16="http://schemas.microsoft.com/office/drawing/2014/main" id="{7B4B6D58-21AF-6B45-2504-E31EDE54A33E}"/>
              </a:ext>
            </a:extLst>
          </p:cNvPr>
          <p:cNvSpPr>
            <a:spLocks noGrp="1"/>
          </p:cNvSpPr>
          <p:nvPr>
            <p:ph type="pic" sz="quarter" idx="20" hasCustomPrompt="1"/>
          </p:nvPr>
        </p:nvSpPr>
        <p:spPr>
          <a:xfrm>
            <a:off x="695326" y="3851999"/>
            <a:ext cx="1620838" cy="1692000"/>
          </a:xfrm>
          <a:pattFill prst="lgCheck">
            <a:fgClr>
              <a:schemeClr val="bg1">
                <a:lumMod val="85000"/>
              </a:schemeClr>
            </a:fgClr>
            <a:bgClr>
              <a:schemeClr val="bg1"/>
            </a:bgClr>
          </a:pattFill>
        </p:spPr>
        <p:txBody>
          <a:bodyPr tIns="720000" anchor="ctr"/>
          <a:lstStyle>
            <a:lvl1pPr algn="ctr">
              <a:defRPr sz="1000"/>
            </a:lvl1pPr>
          </a:lstStyle>
          <a:p>
            <a:r>
              <a:rPr lang="en-GB" noProof="0" dirty="0"/>
              <a:t>Add image by tapping on icon</a:t>
            </a:r>
          </a:p>
        </p:txBody>
      </p:sp>
      <p:sp>
        <p:nvSpPr>
          <p:cNvPr id="20" name="Textplatzhalter 19">
            <a:extLst>
              <a:ext uri="{FF2B5EF4-FFF2-40B4-BE49-F238E27FC236}">
                <a16:creationId xmlns:a16="http://schemas.microsoft.com/office/drawing/2014/main" id="{7EDE1E8A-EFD6-AFE3-8FC8-A8781D081C65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695326" y="5589240"/>
            <a:ext cx="1620838" cy="332288"/>
          </a:xfrm>
        </p:spPr>
        <p:txBody>
          <a:bodyPr/>
          <a:lstStyle>
            <a:lvl1pPr>
              <a:spcBef>
                <a:spcPts val="20"/>
              </a:spcBef>
              <a:defRPr sz="1000"/>
            </a:lvl1pPr>
            <a:lvl2pPr marL="90488" indent="-90488">
              <a:spcBef>
                <a:spcPts val="20"/>
              </a:spcBef>
              <a:defRPr sz="1000"/>
            </a:lvl2pPr>
            <a:lvl3pPr>
              <a:spcBef>
                <a:spcPts val="20"/>
              </a:spcBef>
              <a:defRPr sz="1200"/>
            </a:lvl3pPr>
            <a:lvl4pPr>
              <a:spcBef>
                <a:spcPts val="20"/>
              </a:spcBef>
              <a:defRPr sz="1200"/>
            </a:lvl4pPr>
            <a:lvl5pPr>
              <a:spcBef>
                <a:spcPts val="20"/>
              </a:spcBef>
              <a:defRPr sz="1200"/>
            </a:lvl5pPr>
          </a:lstStyle>
          <a:p>
            <a:pPr lvl="0"/>
            <a:r>
              <a:rPr lang="en-GB" noProof="0" dirty="0"/>
              <a:t>Add Text</a:t>
            </a:r>
          </a:p>
          <a:p>
            <a:pPr lvl="1"/>
            <a:r>
              <a:rPr lang="en-GB" noProof="0" dirty="0"/>
              <a:t>Second Level</a:t>
            </a:r>
          </a:p>
        </p:txBody>
      </p:sp>
      <p:sp>
        <p:nvSpPr>
          <p:cNvPr id="21" name="Textplatzhalter 19">
            <a:extLst>
              <a:ext uri="{FF2B5EF4-FFF2-40B4-BE49-F238E27FC236}">
                <a16:creationId xmlns:a16="http://schemas.microsoft.com/office/drawing/2014/main" id="{90B09162-F170-AF79-446C-2FD12FCF2EF5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4367212" y="5589240"/>
            <a:ext cx="1620837" cy="332288"/>
          </a:xfrm>
        </p:spPr>
        <p:txBody>
          <a:bodyPr/>
          <a:lstStyle>
            <a:lvl1pPr>
              <a:spcBef>
                <a:spcPts val="20"/>
              </a:spcBef>
              <a:defRPr sz="1000"/>
            </a:lvl1pPr>
            <a:lvl2pPr marL="90488" indent="-90488">
              <a:spcBef>
                <a:spcPts val="20"/>
              </a:spcBef>
              <a:defRPr sz="1000"/>
            </a:lvl2pPr>
            <a:lvl3pPr>
              <a:spcBef>
                <a:spcPts val="20"/>
              </a:spcBef>
              <a:defRPr sz="1200"/>
            </a:lvl3pPr>
            <a:lvl4pPr>
              <a:spcBef>
                <a:spcPts val="20"/>
              </a:spcBef>
              <a:defRPr sz="1200"/>
            </a:lvl4pPr>
            <a:lvl5pPr>
              <a:spcBef>
                <a:spcPts val="20"/>
              </a:spcBef>
              <a:defRPr sz="1200"/>
            </a:lvl5pPr>
          </a:lstStyle>
          <a:p>
            <a:pPr lvl="0"/>
            <a:r>
              <a:rPr lang="en-GB" noProof="0" dirty="0"/>
              <a:t>Add Text</a:t>
            </a:r>
          </a:p>
          <a:p>
            <a:pPr lvl="1"/>
            <a:r>
              <a:rPr lang="en-GB" noProof="0" dirty="0"/>
              <a:t>Second Level</a:t>
            </a:r>
          </a:p>
        </p:txBody>
      </p:sp>
      <p:sp>
        <p:nvSpPr>
          <p:cNvPr id="22" name="Textplatzhalter 19">
            <a:extLst>
              <a:ext uri="{FF2B5EF4-FFF2-40B4-BE49-F238E27FC236}">
                <a16:creationId xmlns:a16="http://schemas.microsoft.com/office/drawing/2014/main" id="{B625CAA8-22B4-0491-F50F-A64DB8182052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8040688" y="5589240"/>
            <a:ext cx="1619995" cy="332288"/>
          </a:xfrm>
        </p:spPr>
        <p:txBody>
          <a:bodyPr/>
          <a:lstStyle>
            <a:lvl1pPr>
              <a:spcBef>
                <a:spcPts val="20"/>
              </a:spcBef>
              <a:defRPr sz="1000"/>
            </a:lvl1pPr>
            <a:lvl2pPr marL="90488" indent="-90488">
              <a:spcBef>
                <a:spcPts val="20"/>
              </a:spcBef>
              <a:defRPr sz="1000"/>
            </a:lvl2pPr>
            <a:lvl3pPr>
              <a:spcBef>
                <a:spcPts val="20"/>
              </a:spcBef>
              <a:defRPr sz="1200"/>
            </a:lvl3pPr>
            <a:lvl4pPr>
              <a:spcBef>
                <a:spcPts val="20"/>
              </a:spcBef>
              <a:defRPr sz="1200"/>
            </a:lvl4pPr>
            <a:lvl5pPr>
              <a:spcBef>
                <a:spcPts val="20"/>
              </a:spcBef>
              <a:defRPr sz="1200"/>
            </a:lvl5pPr>
          </a:lstStyle>
          <a:p>
            <a:pPr lvl="0"/>
            <a:r>
              <a:rPr lang="en-GB" noProof="0" dirty="0"/>
              <a:t>Add Text</a:t>
            </a:r>
          </a:p>
          <a:p>
            <a:pPr lvl="1"/>
            <a:r>
              <a:rPr lang="en-GB" noProof="0" dirty="0"/>
              <a:t>Second Level</a:t>
            </a:r>
          </a:p>
        </p:txBody>
      </p:sp>
      <p:sp>
        <p:nvSpPr>
          <p:cNvPr id="23" name="Textplatzhalter 19">
            <a:extLst>
              <a:ext uri="{FF2B5EF4-FFF2-40B4-BE49-F238E27FC236}">
                <a16:creationId xmlns:a16="http://schemas.microsoft.com/office/drawing/2014/main" id="{233B6E2E-EE51-3815-5A82-51C2D0BDCDE9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695326" y="3204724"/>
            <a:ext cx="1620838" cy="332288"/>
          </a:xfrm>
        </p:spPr>
        <p:txBody>
          <a:bodyPr/>
          <a:lstStyle>
            <a:lvl1pPr>
              <a:spcBef>
                <a:spcPts val="20"/>
              </a:spcBef>
              <a:defRPr sz="1000"/>
            </a:lvl1pPr>
            <a:lvl2pPr marL="90488" indent="-90488">
              <a:spcBef>
                <a:spcPts val="20"/>
              </a:spcBef>
              <a:defRPr sz="1000"/>
            </a:lvl2pPr>
            <a:lvl3pPr>
              <a:spcBef>
                <a:spcPts val="20"/>
              </a:spcBef>
              <a:defRPr sz="1200"/>
            </a:lvl3pPr>
            <a:lvl4pPr>
              <a:spcBef>
                <a:spcPts val="20"/>
              </a:spcBef>
              <a:defRPr sz="1200"/>
            </a:lvl4pPr>
            <a:lvl5pPr>
              <a:spcBef>
                <a:spcPts val="20"/>
              </a:spcBef>
              <a:defRPr sz="1200"/>
            </a:lvl5pPr>
          </a:lstStyle>
          <a:p>
            <a:pPr lvl="0"/>
            <a:r>
              <a:rPr lang="en-GB" noProof="0" dirty="0"/>
              <a:t>Add Text</a:t>
            </a:r>
          </a:p>
          <a:p>
            <a:pPr lvl="1"/>
            <a:r>
              <a:rPr lang="en-GB" noProof="0" dirty="0"/>
              <a:t>Second Level</a:t>
            </a:r>
          </a:p>
        </p:txBody>
      </p:sp>
      <p:sp>
        <p:nvSpPr>
          <p:cNvPr id="24" name="Textplatzhalter 19">
            <a:extLst>
              <a:ext uri="{FF2B5EF4-FFF2-40B4-BE49-F238E27FC236}">
                <a16:creationId xmlns:a16="http://schemas.microsoft.com/office/drawing/2014/main" id="{DC029808-0B66-A918-9826-7CF902C7DE37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4367212" y="3204724"/>
            <a:ext cx="1620837" cy="332288"/>
          </a:xfrm>
        </p:spPr>
        <p:txBody>
          <a:bodyPr/>
          <a:lstStyle>
            <a:lvl1pPr>
              <a:spcBef>
                <a:spcPts val="20"/>
              </a:spcBef>
              <a:defRPr sz="1000"/>
            </a:lvl1pPr>
            <a:lvl2pPr marL="90488" indent="-90488">
              <a:spcBef>
                <a:spcPts val="20"/>
              </a:spcBef>
              <a:defRPr sz="1000"/>
            </a:lvl2pPr>
            <a:lvl3pPr>
              <a:spcBef>
                <a:spcPts val="20"/>
              </a:spcBef>
              <a:defRPr sz="1200"/>
            </a:lvl3pPr>
            <a:lvl4pPr>
              <a:spcBef>
                <a:spcPts val="20"/>
              </a:spcBef>
              <a:defRPr sz="1200"/>
            </a:lvl4pPr>
            <a:lvl5pPr>
              <a:spcBef>
                <a:spcPts val="20"/>
              </a:spcBef>
              <a:defRPr sz="1200"/>
            </a:lvl5pPr>
          </a:lstStyle>
          <a:p>
            <a:pPr lvl="0"/>
            <a:r>
              <a:rPr lang="en-GB" noProof="0" dirty="0"/>
              <a:t>Add Text</a:t>
            </a:r>
          </a:p>
          <a:p>
            <a:pPr lvl="1"/>
            <a:r>
              <a:rPr lang="en-GB" noProof="0" dirty="0"/>
              <a:t>Second Level</a:t>
            </a:r>
          </a:p>
        </p:txBody>
      </p:sp>
      <p:sp>
        <p:nvSpPr>
          <p:cNvPr id="25" name="Textplatzhalter 19">
            <a:extLst>
              <a:ext uri="{FF2B5EF4-FFF2-40B4-BE49-F238E27FC236}">
                <a16:creationId xmlns:a16="http://schemas.microsoft.com/office/drawing/2014/main" id="{0C032556-82F7-0D1B-C717-506C730F768B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9875092" y="3204724"/>
            <a:ext cx="1623171" cy="332288"/>
          </a:xfrm>
        </p:spPr>
        <p:txBody>
          <a:bodyPr/>
          <a:lstStyle>
            <a:lvl1pPr>
              <a:spcBef>
                <a:spcPts val="20"/>
              </a:spcBef>
              <a:defRPr sz="1000"/>
            </a:lvl1pPr>
            <a:lvl2pPr marL="90488" indent="-90488">
              <a:spcBef>
                <a:spcPts val="20"/>
              </a:spcBef>
              <a:defRPr sz="1000"/>
            </a:lvl2pPr>
            <a:lvl3pPr>
              <a:spcBef>
                <a:spcPts val="20"/>
              </a:spcBef>
              <a:defRPr sz="1200"/>
            </a:lvl3pPr>
            <a:lvl4pPr>
              <a:spcBef>
                <a:spcPts val="20"/>
              </a:spcBef>
              <a:defRPr sz="1200"/>
            </a:lvl4pPr>
            <a:lvl5pPr>
              <a:spcBef>
                <a:spcPts val="20"/>
              </a:spcBef>
              <a:defRPr sz="1200"/>
            </a:lvl5pPr>
          </a:lstStyle>
          <a:p>
            <a:pPr lvl="0"/>
            <a:r>
              <a:rPr lang="en-GB" noProof="0" dirty="0"/>
              <a:t>Add Text</a:t>
            </a:r>
          </a:p>
          <a:p>
            <a:pPr lvl="1"/>
            <a:r>
              <a:rPr lang="en-GB" noProof="0" dirty="0"/>
              <a:t>Second Level</a:t>
            </a:r>
          </a:p>
        </p:txBody>
      </p:sp>
      <p:sp>
        <p:nvSpPr>
          <p:cNvPr id="3" name="Bildplatzhalter 4">
            <a:extLst>
              <a:ext uri="{FF2B5EF4-FFF2-40B4-BE49-F238E27FC236}">
                <a16:creationId xmlns:a16="http://schemas.microsoft.com/office/drawing/2014/main" id="{1C50D6C7-B8FE-16E3-A56F-215DF2E7FD00}"/>
              </a:ext>
            </a:extLst>
          </p:cNvPr>
          <p:cNvSpPr>
            <a:spLocks noGrp="1"/>
          </p:cNvSpPr>
          <p:nvPr>
            <p:ph type="pic" sz="quarter" idx="27" hasCustomPrompt="1"/>
          </p:nvPr>
        </p:nvSpPr>
        <p:spPr>
          <a:xfrm>
            <a:off x="2532062" y="1449389"/>
            <a:ext cx="1620838" cy="1692000"/>
          </a:xfrm>
          <a:pattFill prst="lgCheck">
            <a:fgClr>
              <a:schemeClr val="bg1">
                <a:lumMod val="85000"/>
              </a:schemeClr>
            </a:fgClr>
            <a:bgClr>
              <a:schemeClr val="bg1"/>
            </a:bgClr>
          </a:pattFill>
        </p:spPr>
        <p:txBody>
          <a:bodyPr tIns="720000" anchor="ctr"/>
          <a:lstStyle>
            <a:lvl1pPr algn="ctr">
              <a:defRPr sz="1000"/>
            </a:lvl1pPr>
          </a:lstStyle>
          <a:p>
            <a:r>
              <a:rPr lang="en-GB" noProof="0" dirty="0"/>
              <a:t>Add image by tapping on icon</a:t>
            </a:r>
          </a:p>
        </p:txBody>
      </p:sp>
      <p:sp>
        <p:nvSpPr>
          <p:cNvPr id="7" name="Textplatzhalter 19">
            <a:extLst>
              <a:ext uri="{FF2B5EF4-FFF2-40B4-BE49-F238E27FC236}">
                <a16:creationId xmlns:a16="http://schemas.microsoft.com/office/drawing/2014/main" id="{F254DC50-8CC2-CE50-0FB2-B9D82F2F6FB7}"/>
              </a:ext>
            </a:extLst>
          </p:cNvPr>
          <p:cNvSpPr>
            <a:spLocks noGrp="1"/>
          </p:cNvSpPr>
          <p:nvPr>
            <p:ph type="body" sz="quarter" idx="28" hasCustomPrompt="1"/>
          </p:nvPr>
        </p:nvSpPr>
        <p:spPr>
          <a:xfrm>
            <a:off x="2532062" y="3204724"/>
            <a:ext cx="1620838" cy="332288"/>
          </a:xfrm>
        </p:spPr>
        <p:txBody>
          <a:bodyPr/>
          <a:lstStyle>
            <a:lvl1pPr>
              <a:spcBef>
                <a:spcPts val="20"/>
              </a:spcBef>
              <a:defRPr sz="1000"/>
            </a:lvl1pPr>
            <a:lvl2pPr marL="90488" indent="-90488">
              <a:spcBef>
                <a:spcPts val="20"/>
              </a:spcBef>
              <a:defRPr sz="1000"/>
            </a:lvl2pPr>
            <a:lvl3pPr>
              <a:spcBef>
                <a:spcPts val="20"/>
              </a:spcBef>
              <a:defRPr sz="1200"/>
            </a:lvl3pPr>
            <a:lvl4pPr>
              <a:spcBef>
                <a:spcPts val="20"/>
              </a:spcBef>
              <a:defRPr sz="1200"/>
            </a:lvl4pPr>
            <a:lvl5pPr>
              <a:spcBef>
                <a:spcPts val="20"/>
              </a:spcBef>
              <a:defRPr sz="1200"/>
            </a:lvl5pPr>
          </a:lstStyle>
          <a:p>
            <a:pPr lvl="0"/>
            <a:r>
              <a:rPr lang="en-GB" noProof="0" dirty="0"/>
              <a:t>Add Text</a:t>
            </a:r>
          </a:p>
          <a:p>
            <a:pPr lvl="1"/>
            <a:r>
              <a:rPr lang="en-GB" noProof="0" dirty="0"/>
              <a:t>Second Level</a:t>
            </a:r>
          </a:p>
        </p:txBody>
      </p:sp>
      <p:sp>
        <p:nvSpPr>
          <p:cNvPr id="9" name="Bildplatzhalter 4">
            <a:extLst>
              <a:ext uri="{FF2B5EF4-FFF2-40B4-BE49-F238E27FC236}">
                <a16:creationId xmlns:a16="http://schemas.microsoft.com/office/drawing/2014/main" id="{4356FD2E-817C-6008-A624-C0ED226EC77F}"/>
              </a:ext>
            </a:extLst>
          </p:cNvPr>
          <p:cNvSpPr>
            <a:spLocks noGrp="1"/>
          </p:cNvSpPr>
          <p:nvPr>
            <p:ph type="pic" sz="quarter" idx="29" hasCustomPrompt="1"/>
          </p:nvPr>
        </p:nvSpPr>
        <p:spPr>
          <a:xfrm>
            <a:off x="6202363" y="1449389"/>
            <a:ext cx="1622425" cy="1692000"/>
          </a:xfrm>
          <a:pattFill prst="lgCheck">
            <a:fgClr>
              <a:schemeClr val="bg1">
                <a:lumMod val="85000"/>
              </a:schemeClr>
            </a:fgClr>
            <a:bgClr>
              <a:schemeClr val="bg1"/>
            </a:bgClr>
          </a:pattFill>
        </p:spPr>
        <p:txBody>
          <a:bodyPr tIns="720000" anchor="ctr"/>
          <a:lstStyle>
            <a:lvl1pPr algn="ctr">
              <a:defRPr sz="1000"/>
            </a:lvl1pPr>
          </a:lstStyle>
          <a:p>
            <a:r>
              <a:rPr lang="en-GB" noProof="0" dirty="0"/>
              <a:t>Add image by tapping on icon</a:t>
            </a:r>
          </a:p>
        </p:txBody>
      </p:sp>
      <p:sp>
        <p:nvSpPr>
          <p:cNvPr id="11" name="Textplatzhalter 19">
            <a:extLst>
              <a:ext uri="{FF2B5EF4-FFF2-40B4-BE49-F238E27FC236}">
                <a16:creationId xmlns:a16="http://schemas.microsoft.com/office/drawing/2014/main" id="{B844240D-6410-EAE1-FBFE-02793B43B596}"/>
              </a:ext>
            </a:extLst>
          </p:cNvPr>
          <p:cNvSpPr>
            <a:spLocks noGrp="1"/>
          </p:cNvSpPr>
          <p:nvPr>
            <p:ph type="body" sz="quarter" idx="30" hasCustomPrompt="1"/>
          </p:nvPr>
        </p:nvSpPr>
        <p:spPr>
          <a:xfrm>
            <a:off x="6202362" y="3204724"/>
            <a:ext cx="1622425" cy="332288"/>
          </a:xfrm>
        </p:spPr>
        <p:txBody>
          <a:bodyPr/>
          <a:lstStyle>
            <a:lvl1pPr>
              <a:spcBef>
                <a:spcPts val="20"/>
              </a:spcBef>
              <a:defRPr sz="1000"/>
            </a:lvl1pPr>
            <a:lvl2pPr marL="90488" indent="-90488">
              <a:spcBef>
                <a:spcPts val="20"/>
              </a:spcBef>
              <a:defRPr sz="1000"/>
            </a:lvl2pPr>
            <a:lvl3pPr>
              <a:spcBef>
                <a:spcPts val="20"/>
              </a:spcBef>
              <a:defRPr sz="1200"/>
            </a:lvl3pPr>
            <a:lvl4pPr>
              <a:spcBef>
                <a:spcPts val="20"/>
              </a:spcBef>
              <a:defRPr sz="1200"/>
            </a:lvl4pPr>
            <a:lvl5pPr>
              <a:spcBef>
                <a:spcPts val="20"/>
              </a:spcBef>
              <a:defRPr sz="1200"/>
            </a:lvl5pPr>
          </a:lstStyle>
          <a:p>
            <a:pPr lvl="0"/>
            <a:r>
              <a:rPr lang="en-GB" noProof="0" dirty="0"/>
              <a:t>Add Text</a:t>
            </a:r>
          </a:p>
          <a:p>
            <a:pPr lvl="1"/>
            <a:r>
              <a:rPr lang="en-GB" noProof="0" dirty="0"/>
              <a:t>Second Level</a:t>
            </a:r>
          </a:p>
        </p:txBody>
      </p:sp>
      <p:sp>
        <p:nvSpPr>
          <p:cNvPr id="12" name="Bildplatzhalter 4">
            <a:extLst>
              <a:ext uri="{FF2B5EF4-FFF2-40B4-BE49-F238E27FC236}">
                <a16:creationId xmlns:a16="http://schemas.microsoft.com/office/drawing/2014/main" id="{4729A6D7-E881-5FD5-1C1E-FD7A660187BE}"/>
              </a:ext>
            </a:extLst>
          </p:cNvPr>
          <p:cNvSpPr>
            <a:spLocks noGrp="1"/>
          </p:cNvSpPr>
          <p:nvPr>
            <p:ph type="pic" sz="quarter" idx="31" hasCustomPrompt="1"/>
          </p:nvPr>
        </p:nvSpPr>
        <p:spPr>
          <a:xfrm>
            <a:off x="8040688" y="1449389"/>
            <a:ext cx="1619250" cy="1692000"/>
          </a:xfrm>
          <a:pattFill prst="lgCheck">
            <a:fgClr>
              <a:schemeClr val="bg1">
                <a:lumMod val="85000"/>
              </a:schemeClr>
            </a:fgClr>
            <a:bgClr>
              <a:schemeClr val="bg1"/>
            </a:bgClr>
          </a:pattFill>
        </p:spPr>
        <p:txBody>
          <a:bodyPr tIns="720000" anchor="ctr"/>
          <a:lstStyle>
            <a:lvl1pPr algn="ctr">
              <a:defRPr sz="1000"/>
            </a:lvl1pPr>
          </a:lstStyle>
          <a:p>
            <a:r>
              <a:rPr lang="en-GB" noProof="0" dirty="0"/>
              <a:t>Add image by tapping on icon</a:t>
            </a:r>
          </a:p>
        </p:txBody>
      </p:sp>
      <p:sp>
        <p:nvSpPr>
          <p:cNvPr id="13" name="Textplatzhalter 19">
            <a:extLst>
              <a:ext uri="{FF2B5EF4-FFF2-40B4-BE49-F238E27FC236}">
                <a16:creationId xmlns:a16="http://schemas.microsoft.com/office/drawing/2014/main" id="{86799E5C-45B4-E8EF-0A33-26FADBDA89C8}"/>
              </a:ext>
            </a:extLst>
          </p:cNvPr>
          <p:cNvSpPr>
            <a:spLocks noGrp="1"/>
          </p:cNvSpPr>
          <p:nvPr>
            <p:ph type="body" sz="quarter" idx="32" hasCustomPrompt="1"/>
          </p:nvPr>
        </p:nvSpPr>
        <p:spPr>
          <a:xfrm>
            <a:off x="8040688" y="3204724"/>
            <a:ext cx="1619995" cy="332288"/>
          </a:xfrm>
        </p:spPr>
        <p:txBody>
          <a:bodyPr/>
          <a:lstStyle>
            <a:lvl1pPr>
              <a:spcBef>
                <a:spcPts val="20"/>
              </a:spcBef>
              <a:defRPr sz="1000"/>
            </a:lvl1pPr>
            <a:lvl2pPr marL="90488" indent="-90488">
              <a:spcBef>
                <a:spcPts val="20"/>
              </a:spcBef>
              <a:defRPr sz="1000"/>
            </a:lvl2pPr>
            <a:lvl3pPr>
              <a:spcBef>
                <a:spcPts val="20"/>
              </a:spcBef>
              <a:defRPr sz="1200"/>
            </a:lvl3pPr>
            <a:lvl4pPr>
              <a:spcBef>
                <a:spcPts val="20"/>
              </a:spcBef>
              <a:defRPr sz="1200"/>
            </a:lvl4pPr>
            <a:lvl5pPr>
              <a:spcBef>
                <a:spcPts val="20"/>
              </a:spcBef>
              <a:defRPr sz="1200"/>
            </a:lvl5pPr>
          </a:lstStyle>
          <a:p>
            <a:pPr lvl="0"/>
            <a:r>
              <a:rPr lang="en-GB" noProof="0" dirty="0"/>
              <a:t>Add Text</a:t>
            </a:r>
          </a:p>
          <a:p>
            <a:pPr lvl="1"/>
            <a:r>
              <a:rPr lang="en-GB" noProof="0" dirty="0"/>
              <a:t>Second Level</a:t>
            </a:r>
          </a:p>
        </p:txBody>
      </p:sp>
      <p:sp>
        <p:nvSpPr>
          <p:cNvPr id="19" name="Bildplatzhalter 4">
            <a:extLst>
              <a:ext uri="{FF2B5EF4-FFF2-40B4-BE49-F238E27FC236}">
                <a16:creationId xmlns:a16="http://schemas.microsoft.com/office/drawing/2014/main" id="{20480596-0358-6167-AD5A-A43149936E4D}"/>
              </a:ext>
            </a:extLst>
          </p:cNvPr>
          <p:cNvSpPr>
            <a:spLocks noGrp="1"/>
          </p:cNvSpPr>
          <p:nvPr>
            <p:ph type="pic" sz="quarter" idx="33" hasCustomPrompt="1"/>
          </p:nvPr>
        </p:nvSpPr>
        <p:spPr>
          <a:xfrm>
            <a:off x="2532062" y="3851999"/>
            <a:ext cx="1620838" cy="1692000"/>
          </a:xfrm>
          <a:pattFill prst="lgCheck">
            <a:fgClr>
              <a:schemeClr val="bg1">
                <a:lumMod val="85000"/>
              </a:schemeClr>
            </a:fgClr>
            <a:bgClr>
              <a:schemeClr val="bg1"/>
            </a:bgClr>
          </a:pattFill>
        </p:spPr>
        <p:txBody>
          <a:bodyPr tIns="720000" anchor="ctr"/>
          <a:lstStyle>
            <a:lvl1pPr algn="ctr">
              <a:defRPr sz="1000"/>
            </a:lvl1pPr>
          </a:lstStyle>
          <a:p>
            <a:r>
              <a:rPr lang="en-GB" noProof="0" dirty="0"/>
              <a:t>Add image by tapping on icon</a:t>
            </a:r>
          </a:p>
        </p:txBody>
      </p:sp>
      <p:sp>
        <p:nvSpPr>
          <p:cNvPr id="26" name="Textplatzhalter 19">
            <a:extLst>
              <a:ext uri="{FF2B5EF4-FFF2-40B4-BE49-F238E27FC236}">
                <a16:creationId xmlns:a16="http://schemas.microsoft.com/office/drawing/2014/main" id="{99EB327B-0262-FA88-4B41-185878FCDBA4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2532062" y="5589240"/>
            <a:ext cx="1620838" cy="332288"/>
          </a:xfrm>
        </p:spPr>
        <p:txBody>
          <a:bodyPr/>
          <a:lstStyle>
            <a:lvl1pPr>
              <a:spcBef>
                <a:spcPts val="20"/>
              </a:spcBef>
              <a:defRPr sz="1000"/>
            </a:lvl1pPr>
            <a:lvl2pPr marL="90488" indent="-90488">
              <a:spcBef>
                <a:spcPts val="20"/>
              </a:spcBef>
              <a:defRPr sz="1000"/>
            </a:lvl2pPr>
            <a:lvl3pPr>
              <a:spcBef>
                <a:spcPts val="20"/>
              </a:spcBef>
              <a:defRPr sz="1200"/>
            </a:lvl3pPr>
            <a:lvl4pPr>
              <a:spcBef>
                <a:spcPts val="20"/>
              </a:spcBef>
              <a:defRPr sz="1200"/>
            </a:lvl4pPr>
            <a:lvl5pPr>
              <a:spcBef>
                <a:spcPts val="20"/>
              </a:spcBef>
              <a:defRPr sz="1200"/>
            </a:lvl5pPr>
          </a:lstStyle>
          <a:p>
            <a:pPr lvl="0"/>
            <a:r>
              <a:rPr lang="en-GB" noProof="0" dirty="0"/>
              <a:t>Add Text</a:t>
            </a:r>
          </a:p>
          <a:p>
            <a:pPr lvl="1"/>
            <a:r>
              <a:rPr lang="en-GB" noProof="0" dirty="0"/>
              <a:t>Second Level</a:t>
            </a:r>
          </a:p>
        </p:txBody>
      </p:sp>
      <p:sp>
        <p:nvSpPr>
          <p:cNvPr id="27" name="Bildplatzhalter 4">
            <a:extLst>
              <a:ext uri="{FF2B5EF4-FFF2-40B4-BE49-F238E27FC236}">
                <a16:creationId xmlns:a16="http://schemas.microsoft.com/office/drawing/2014/main" id="{7383DAC6-063E-B185-1200-CBEAF6F1917B}"/>
              </a:ext>
            </a:extLst>
          </p:cNvPr>
          <p:cNvSpPr>
            <a:spLocks noGrp="1"/>
          </p:cNvSpPr>
          <p:nvPr>
            <p:ph type="pic" sz="quarter" idx="35" hasCustomPrompt="1"/>
          </p:nvPr>
        </p:nvSpPr>
        <p:spPr>
          <a:xfrm>
            <a:off x="6203950" y="3851999"/>
            <a:ext cx="1620837" cy="1692000"/>
          </a:xfrm>
          <a:pattFill prst="lgCheck">
            <a:fgClr>
              <a:schemeClr val="bg1">
                <a:lumMod val="85000"/>
              </a:schemeClr>
            </a:fgClr>
            <a:bgClr>
              <a:schemeClr val="bg1"/>
            </a:bgClr>
          </a:pattFill>
        </p:spPr>
        <p:txBody>
          <a:bodyPr tIns="720000" anchor="ctr"/>
          <a:lstStyle>
            <a:lvl1pPr algn="ctr">
              <a:defRPr sz="1000"/>
            </a:lvl1pPr>
          </a:lstStyle>
          <a:p>
            <a:r>
              <a:rPr lang="en-GB" noProof="0" dirty="0"/>
              <a:t>Add image by tapping on icon</a:t>
            </a:r>
          </a:p>
        </p:txBody>
      </p:sp>
      <p:sp>
        <p:nvSpPr>
          <p:cNvPr id="28" name="Textplatzhalter 19">
            <a:extLst>
              <a:ext uri="{FF2B5EF4-FFF2-40B4-BE49-F238E27FC236}">
                <a16:creationId xmlns:a16="http://schemas.microsoft.com/office/drawing/2014/main" id="{814D2A83-C214-5D3D-33E5-499378F10FD0}"/>
              </a:ext>
            </a:extLst>
          </p:cNvPr>
          <p:cNvSpPr>
            <a:spLocks noGrp="1"/>
          </p:cNvSpPr>
          <p:nvPr>
            <p:ph type="body" sz="quarter" idx="36" hasCustomPrompt="1"/>
          </p:nvPr>
        </p:nvSpPr>
        <p:spPr>
          <a:xfrm>
            <a:off x="6203950" y="5589240"/>
            <a:ext cx="1620837" cy="332288"/>
          </a:xfrm>
        </p:spPr>
        <p:txBody>
          <a:bodyPr/>
          <a:lstStyle>
            <a:lvl1pPr>
              <a:spcBef>
                <a:spcPts val="20"/>
              </a:spcBef>
              <a:defRPr sz="1000"/>
            </a:lvl1pPr>
            <a:lvl2pPr marL="90488" indent="-90488">
              <a:spcBef>
                <a:spcPts val="20"/>
              </a:spcBef>
              <a:defRPr sz="1000"/>
            </a:lvl2pPr>
            <a:lvl3pPr>
              <a:spcBef>
                <a:spcPts val="20"/>
              </a:spcBef>
              <a:defRPr sz="1200"/>
            </a:lvl3pPr>
            <a:lvl4pPr>
              <a:spcBef>
                <a:spcPts val="20"/>
              </a:spcBef>
              <a:defRPr sz="1200"/>
            </a:lvl4pPr>
            <a:lvl5pPr>
              <a:spcBef>
                <a:spcPts val="20"/>
              </a:spcBef>
              <a:defRPr sz="1200"/>
            </a:lvl5pPr>
          </a:lstStyle>
          <a:p>
            <a:pPr lvl="0"/>
            <a:r>
              <a:rPr lang="en-GB" noProof="0" dirty="0"/>
              <a:t>Add Text</a:t>
            </a:r>
          </a:p>
          <a:p>
            <a:pPr lvl="1"/>
            <a:r>
              <a:rPr lang="en-GB" noProof="0" dirty="0"/>
              <a:t>Second Level</a:t>
            </a:r>
          </a:p>
        </p:txBody>
      </p:sp>
      <p:sp>
        <p:nvSpPr>
          <p:cNvPr id="29" name="Bildplatzhalter 4">
            <a:extLst>
              <a:ext uri="{FF2B5EF4-FFF2-40B4-BE49-F238E27FC236}">
                <a16:creationId xmlns:a16="http://schemas.microsoft.com/office/drawing/2014/main" id="{0C7EA178-EA7E-CEB6-BCCA-A6C695A390C4}"/>
              </a:ext>
            </a:extLst>
          </p:cNvPr>
          <p:cNvSpPr>
            <a:spLocks noGrp="1"/>
          </p:cNvSpPr>
          <p:nvPr>
            <p:ph type="pic" sz="quarter" idx="37" hasCustomPrompt="1"/>
          </p:nvPr>
        </p:nvSpPr>
        <p:spPr>
          <a:xfrm>
            <a:off x="9873502" y="3852000"/>
            <a:ext cx="1623171" cy="1692000"/>
          </a:xfrm>
          <a:pattFill prst="lgCheck">
            <a:fgClr>
              <a:schemeClr val="bg1">
                <a:lumMod val="85000"/>
              </a:schemeClr>
            </a:fgClr>
            <a:bgClr>
              <a:schemeClr val="bg1"/>
            </a:bgClr>
          </a:pattFill>
        </p:spPr>
        <p:txBody>
          <a:bodyPr tIns="720000" anchor="ctr"/>
          <a:lstStyle>
            <a:lvl1pPr algn="ctr">
              <a:defRPr sz="1000"/>
            </a:lvl1pPr>
          </a:lstStyle>
          <a:p>
            <a:r>
              <a:rPr lang="en-GB" noProof="0" dirty="0"/>
              <a:t>Add image by tapping on icon</a:t>
            </a:r>
          </a:p>
        </p:txBody>
      </p:sp>
      <p:sp>
        <p:nvSpPr>
          <p:cNvPr id="30" name="Textplatzhalter 19">
            <a:extLst>
              <a:ext uri="{FF2B5EF4-FFF2-40B4-BE49-F238E27FC236}">
                <a16:creationId xmlns:a16="http://schemas.microsoft.com/office/drawing/2014/main" id="{67FC58FF-0434-E3CF-0015-FA751A6F2C40}"/>
              </a:ext>
            </a:extLst>
          </p:cNvPr>
          <p:cNvSpPr>
            <a:spLocks noGrp="1"/>
          </p:cNvSpPr>
          <p:nvPr>
            <p:ph type="body" sz="quarter" idx="38" hasCustomPrompt="1"/>
          </p:nvPr>
        </p:nvSpPr>
        <p:spPr>
          <a:xfrm>
            <a:off x="9874346" y="5589240"/>
            <a:ext cx="1623917" cy="332288"/>
          </a:xfrm>
        </p:spPr>
        <p:txBody>
          <a:bodyPr/>
          <a:lstStyle>
            <a:lvl1pPr>
              <a:spcBef>
                <a:spcPts val="20"/>
              </a:spcBef>
              <a:defRPr sz="1000"/>
            </a:lvl1pPr>
            <a:lvl2pPr marL="90488" indent="-90488">
              <a:spcBef>
                <a:spcPts val="20"/>
              </a:spcBef>
              <a:defRPr sz="1000"/>
            </a:lvl2pPr>
            <a:lvl3pPr>
              <a:spcBef>
                <a:spcPts val="20"/>
              </a:spcBef>
              <a:defRPr sz="1200"/>
            </a:lvl3pPr>
            <a:lvl4pPr>
              <a:spcBef>
                <a:spcPts val="20"/>
              </a:spcBef>
              <a:defRPr sz="1200"/>
            </a:lvl4pPr>
            <a:lvl5pPr>
              <a:spcBef>
                <a:spcPts val="20"/>
              </a:spcBef>
              <a:defRPr sz="1200"/>
            </a:lvl5pPr>
          </a:lstStyle>
          <a:p>
            <a:pPr lvl="0"/>
            <a:r>
              <a:rPr lang="en-GB" noProof="0" dirty="0"/>
              <a:t>Add Text</a:t>
            </a:r>
          </a:p>
          <a:p>
            <a:pPr lvl="1"/>
            <a:r>
              <a:rPr lang="en-GB" noProof="0" dirty="0"/>
              <a:t>Second Level</a:t>
            </a:r>
          </a:p>
        </p:txBody>
      </p:sp>
    </p:spTree>
    <p:extLst>
      <p:ext uri="{BB962C8B-B14F-4D97-AF65-F5344CB8AC3E}">
        <p14:creationId xmlns:p14="http://schemas.microsoft.com/office/powerpoint/2010/main" val="3022121639"/>
      </p:ext>
    </p:extLst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full sized Imag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707E4E3B-B029-4FB4-981D-E15979CD639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1271D30-BEEA-0E4B-91E3-4DB0354E52B7}" type="datetime1">
              <a:rPr lang="de-CH" noProof="0" smtClean="0"/>
              <a:t>03.02.2025</a:t>
            </a:fld>
            <a:endParaRPr lang="en-GB" noProof="0" dirty="0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1B3A6D9A-857D-4B6F-B977-93015D0393D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noProof="0"/>
              <a:t>PSI Centers for Nuclear Engineering and Sciences &amp; Energy and Environmental Sciences</a:t>
            </a:r>
            <a:endParaRPr lang="en-GB" noProof="0" dirty="0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28FACFD7-BF65-4DA8-AFDF-1BA2EB68250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2AD375-037F-43D0-B059-5172DA06796A}" type="slidenum">
              <a:rPr lang="en-GB" noProof="0" smtClean="0"/>
              <a:pPr/>
              <a:t>‹#›</a:t>
            </a:fld>
            <a:endParaRPr lang="en-GB" noProof="0" dirty="0"/>
          </a:p>
        </p:txBody>
      </p:sp>
      <p:sp>
        <p:nvSpPr>
          <p:cNvPr id="8" name="Bildplatzhalter 4">
            <a:extLst>
              <a:ext uri="{FF2B5EF4-FFF2-40B4-BE49-F238E27FC236}">
                <a16:creationId xmlns:a16="http://schemas.microsoft.com/office/drawing/2014/main" id="{17580FB4-DD13-1B0D-5A9E-15F0A7CB65B4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>
          <a:xfrm>
            <a:off x="6203948" y="0"/>
            <a:ext cx="5988052" cy="6857999"/>
          </a:xfrm>
          <a:pattFill prst="lgCheck">
            <a:fgClr>
              <a:schemeClr val="bg1">
                <a:lumMod val="85000"/>
              </a:schemeClr>
            </a:fgClr>
            <a:bgClr>
              <a:schemeClr val="bg1"/>
            </a:bgClr>
          </a:pattFill>
        </p:spPr>
        <p:txBody>
          <a:bodyPr tIns="720000" anchor="ctr"/>
          <a:lstStyle>
            <a:lvl1pPr algn="ctr">
              <a:defRPr sz="1200"/>
            </a:lvl1pPr>
          </a:lstStyle>
          <a:p>
            <a:r>
              <a:rPr lang="en-GB" noProof="0" dirty="0"/>
              <a:t>Add image by tapping on icon</a:t>
            </a:r>
          </a:p>
        </p:txBody>
      </p:sp>
      <p:sp>
        <p:nvSpPr>
          <p:cNvPr id="7" name="Bildplatzhalter 4">
            <a:extLst>
              <a:ext uri="{FF2B5EF4-FFF2-40B4-BE49-F238E27FC236}">
                <a16:creationId xmlns:a16="http://schemas.microsoft.com/office/drawing/2014/main" id="{C1B2C62D-FBA5-44A1-36F5-135381BC9A6B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0" y="1"/>
            <a:ext cx="5988050" cy="6858000"/>
          </a:xfrm>
          <a:pattFill prst="lgCheck">
            <a:fgClr>
              <a:schemeClr val="bg1">
                <a:lumMod val="85000"/>
              </a:schemeClr>
            </a:fgClr>
            <a:bgClr>
              <a:schemeClr val="bg1"/>
            </a:bgClr>
          </a:pattFill>
        </p:spPr>
        <p:txBody>
          <a:bodyPr tIns="720000" anchor="ctr"/>
          <a:lstStyle>
            <a:lvl1pPr algn="ctr">
              <a:defRPr sz="1200"/>
            </a:lvl1pPr>
          </a:lstStyle>
          <a:p>
            <a:r>
              <a:rPr lang="en-GB" noProof="0" dirty="0"/>
              <a:t>Add image by tapping on icon</a:t>
            </a:r>
          </a:p>
        </p:txBody>
      </p:sp>
    </p:spTree>
    <p:extLst>
      <p:ext uri="{BB962C8B-B14F-4D97-AF65-F5344CB8AC3E}">
        <p14:creationId xmlns:p14="http://schemas.microsoft.com/office/powerpoint/2010/main" val="4131407990"/>
      </p:ext>
    </p:extLst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ull sized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707E4E3B-B029-4FB4-981D-E15979CD639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22BF6DF-4C1B-2240-A802-02A017F3A613}" type="datetime1">
              <a:rPr lang="de-CH" noProof="0" smtClean="0"/>
              <a:t>03.02.2025</a:t>
            </a:fld>
            <a:endParaRPr lang="en-GB" noProof="0" dirty="0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1B3A6D9A-857D-4B6F-B977-93015D0393D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noProof="0"/>
              <a:t>PSI Centers for Nuclear Engineering and Sciences &amp; Energy and Environmental Sciences</a:t>
            </a:r>
            <a:endParaRPr lang="en-GB" noProof="0" dirty="0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28FACFD7-BF65-4DA8-AFDF-1BA2EB68250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2AD375-037F-43D0-B059-5172DA06796A}" type="slidenum">
              <a:rPr lang="en-GB" noProof="0" smtClean="0"/>
              <a:pPr/>
              <a:t>‹#›</a:t>
            </a:fld>
            <a:endParaRPr lang="en-GB" noProof="0" dirty="0"/>
          </a:p>
        </p:txBody>
      </p:sp>
      <p:sp>
        <p:nvSpPr>
          <p:cNvPr id="7" name="Bildplatzhalter 4">
            <a:extLst>
              <a:ext uri="{FF2B5EF4-FFF2-40B4-BE49-F238E27FC236}">
                <a16:creationId xmlns:a16="http://schemas.microsoft.com/office/drawing/2014/main" id="{C1B2C62D-FBA5-44A1-36F5-135381BC9A6B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0" y="1"/>
            <a:ext cx="12192000" cy="6858000"/>
          </a:xfrm>
          <a:pattFill prst="lgCheck">
            <a:fgClr>
              <a:schemeClr val="bg1">
                <a:lumMod val="85000"/>
              </a:schemeClr>
            </a:fgClr>
            <a:bgClr>
              <a:schemeClr val="bg1"/>
            </a:bgClr>
          </a:pattFill>
        </p:spPr>
        <p:txBody>
          <a:bodyPr tIns="720000" anchor="ctr"/>
          <a:lstStyle>
            <a:lvl1pPr algn="ctr">
              <a:defRPr sz="1200"/>
            </a:lvl1pPr>
          </a:lstStyle>
          <a:p>
            <a:r>
              <a:rPr lang="en-GB" noProof="0" dirty="0"/>
              <a:t>Add image by tapping on icon</a:t>
            </a:r>
          </a:p>
        </p:txBody>
      </p:sp>
    </p:spTree>
    <p:extLst>
      <p:ext uri="{BB962C8B-B14F-4D97-AF65-F5344CB8AC3E}">
        <p14:creationId xmlns:p14="http://schemas.microsoft.com/office/powerpoint/2010/main" val="3684792640"/>
      </p:ext>
    </p:extLst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 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GB" noProof="0" dirty="0"/>
              <a:t>Add Title</a:t>
            </a:r>
          </a:p>
        </p:txBody>
      </p:sp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9846EAAB-E9CC-4FBB-A777-DFD68618EF5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8582F2-A03E-BF48-B6A0-7CC2E6EF6BDF}" type="datetime1">
              <a:rPr lang="de-CH" noProof="0" smtClean="0"/>
              <a:t>03.02.2025</a:t>
            </a:fld>
            <a:endParaRPr lang="en-GB" noProof="0" dirty="0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4490A60D-3123-4534-B4E1-1B214E40238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noProof="0"/>
              <a:t>PSI Centers for Nuclear Engineering and Sciences &amp; Energy and Environmental Sciences</a:t>
            </a:r>
            <a:endParaRPr lang="en-GB" noProof="0" dirty="0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9CA66DD1-3165-483D-99FB-202ADC04E1F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2AD375-037F-43D0-B059-5172DA06796A}" type="slidenum">
              <a:rPr lang="en-GB" noProof="0" smtClean="0"/>
              <a:pPr/>
              <a:t>‹#›</a:t>
            </a:fld>
            <a:endParaRPr lang="en-GB" noProof="0" dirty="0"/>
          </a:p>
        </p:txBody>
      </p:sp>
    </p:spTree>
    <p:extLst>
      <p:ext uri="{BB962C8B-B14F-4D97-AF65-F5344CB8AC3E}">
        <p14:creationId xmlns:p14="http://schemas.microsoft.com/office/powerpoint/2010/main" val="3837984409"/>
      </p:ext>
    </p:extLst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umsplatzhalter 1">
            <a:extLst>
              <a:ext uri="{FF2B5EF4-FFF2-40B4-BE49-F238E27FC236}">
                <a16:creationId xmlns:a16="http://schemas.microsoft.com/office/drawing/2014/main" id="{B84E75BB-61FF-4F7E-9CDB-A5E34775C9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66968F1-40C1-8742-926A-7908F67B8F69}" type="datetime1">
              <a:rPr lang="de-CH" noProof="0" smtClean="0"/>
              <a:t>03.02.2025</a:t>
            </a:fld>
            <a:endParaRPr lang="en-GB" noProof="0" dirty="0"/>
          </a:p>
        </p:txBody>
      </p:sp>
      <p:sp>
        <p:nvSpPr>
          <p:cNvPr id="3" name="Fußzeilenplatzhalter 2">
            <a:extLst>
              <a:ext uri="{FF2B5EF4-FFF2-40B4-BE49-F238E27FC236}">
                <a16:creationId xmlns:a16="http://schemas.microsoft.com/office/drawing/2014/main" id="{B909AB7D-DBAB-4FFF-BA65-85B95211626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noProof="0"/>
              <a:t>PSI Centers for Nuclear Engineering and Sciences &amp; Energy and Environmental Sciences</a:t>
            </a:r>
            <a:endParaRPr lang="en-GB" noProof="0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EB9B7570-0B3E-4F91-B744-978CA7BDE9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2AD375-037F-43D0-B059-5172DA06796A}" type="slidenum">
              <a:rPr lang="en-GB" noProof="0" smtClean="0"/>
              <a:pPr/>
              <a:t>‹#›</a:t>
            </a:fld>
            <a:endParaRPr lang="en-GB" noProof="0" dirty="0"/>
          </a:p>
        </p:txBody>
      </p:sp>
    </p:spTree>
    <p:extLst>
      <p:ext uri="{BB962C8B-B14F-4D97-AF65-F5344CB8AC3E}">
        <p14:creationId xmlns:p14="http://schemas.microsoft.com/office/powerpoint/2010/main" val="400544614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26" Type="http://schemas.openxmlformats.org/officeDocument/2006/relationships/slideLayout" Target="../slideLayouts/slideLayout26.xml"/><Relationship Id="rId3" Type="http://schemas.openxmlformats.org/officeDocument/2006/relationships/slideLayout" Target="../slideLayouts/slideLayout3.xml"/><Relationship Id="rId21" Type="http://schemas.openxmlformats.org/officeDocument/2006/relationships/slideLayout" Target="../slideLayouts/slideLayout21.xml"/><Relationship Id="rId34" Type="http://schemas.openxmlformats.org/officeDocument/2006/relationships/slideLayout" Target="../slideLayouts/slideLayout34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5" Type="http://schemas.openxmlformats.org/officeDocument/2006/relationships/slideLayout" Target="../slideLayouts/slideLayout25.xml"/><Relationship Id="rId33" Type="http://schemas.openxmlformats.org/officeDocument/2006/relationships/slideLayout" Target="../slideLayouts/slideLayout33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slideLayout" Target="../slideLayouts/slideLayout20.xml"/><Relationship Id="rId29" Type="http://schemas.openxmlformats.org/officeDocument/2006/relationships/slideLayout" Target="../slideLayouts/slideLayout29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24" Type="http://schemas.openxmlformats.org/officeDocument/2006/relationships/slideLayout" Target="../slideLayouts/slideLayout24.xml"/><Relationship Id="rId32" Type="http://schemas.openxmlformats.org/officeDocument/2006/relationships/slideLayout" Target="../slideLayouts/slideLayout32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23" Type="http://schemas.openxmlformats.org/officeDocument/2006/relationships/slideLayout" Target="../slideLayouts/slideLayout23.xml"/><Relationship Id="rId28" Type="http://schemas.openxmlformats.org/officeDocument/2006/relationships/slideLayout" Target="../slideLayouts/slideLayout28.xml"/><Relationship Id="rId36" Type="http://schemas.openxmlformats.org/officeDocument/2006/relationships/image" Target="../media/image1.emf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31" Type="http://schemas.openxmlformats.org/officeDocument/2006/relationships/slideLayout" Target="../slideLayouts/slideLayout31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slideLayout" Target="../slideLayouts/slideLayout22.xml"/><Relationship Id="rId27" Type="http://schemas.openxmlformats.org/officeDocument/2006/relationships/slideLayout" Target="../slideLayouts/slideLayout27.xml"/><Relationship Id="rId30" Type="http://schemas.openxmlformats.org/officeDocument/2006/relationships/slideLayout" Target="../slideLayouts/slideLayout30.xml"/><Relationship Id="rId35" Type="http://schemas.openxmlformats.org/officeDocument/2006/relationships/theme" Target="../theme/theme1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platzhalter 1"/>
          <p:cNvSpPr>
            <a:spLocks noGrp="1"/>
          </p:cNvSpPr>
          <p:nvPr>
            <p:ph type="title"/>
          </p:nvPr>
        </p:nvSpPr>
        <p:spPr>
          <a:xfrm>
            <a:off x="695325" y="278296"/>
            <a:ext cx="8964613" cy="810444"/>
          </a:xfrm>
          <a:prstGeom prst="rect">
            <a:avLst/>
          </a:prstGeom>
        </p:spPr>
        <p:txBody>
          <a:bodyPr vert="horz" lIns="0" tIns="0" rIns="0" bIns="0" rtlCol="0" anchor="t">
            <a:noAutofit/>
          </a:bodyPr>
          <a:lstStyle/>
          <a:p>
            <a:r>
              <a:rPr lang="en-GB" noProof="0" dirty="0"/>
              <a:t>Add Title</a:t>
            </a:r>
          </a:p>
        </p:txBody>
      </p:sp>
      <p:sp>
        <p:nvSpPr>
          <p:cNvPr id="3" name="Textplatzhalter 2"/>
          <p:cNvSpPr>
            <a:spLocks noGrp="1"/>
          </p:cNvSpPr>
          <p:nvPr>
            <p:ph type="body" idx="1"/>
          </p:nvPr>
        </p:nvSpPr>
        <p:spPr>
          <a:xfrm>
            <a:off x="695325" y="1376364"/>
            <a:ext cx="10801275" cy="4645024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/>
          <a:p>
            <a:pPr lvl="0"/>
            <a:r>
              <a:rPr lang="en-GB" noProof="0" dirty="0"/>
              <a:t>Add Content</a:t>
            </a:r>
          </a:p>
          <a:p>
            <a:pPr lvl="1"/>
            <a:r>
              <a:rPr lang="en-GB" noProof="0" dirty="0"/>
              <a:t>Second Level</a:t>
            </a:r>
          </a:p>
          <a:p>
            <a:pPr lvl="2"/>
            <a:r>
              <a:rPr lang="en-GB" noProof="0" dirty="0"/>
              <a:t>Third Level</a:t>
            </a:r>
          </a:p>
          <a:p>
            <a:pPr lvl="3"/>
            <a:r>
              <a:rPr lang="en-GB" noProof="0" dirty="0"/>
              <a:t>Fourth Level</a:t>
            </a:r>
          </a:p>
          <a:p>
            <a:pPr lvl="4"/>
            <a:r>
              <a:rPr lang="en-GB" noProof="0" dirty="0"/>
              <a:t>Fifth Level</a:t>
            </a:r>
          </a:p>
        </p:txBody>
      </p:sp>
      <p:sp>
        <p:nvSpPr>
          <p:cNvPr id="4" name="Datumsplatzhalter 3"/>
          <p:cNvSpPr>
            <a:spLocks noGrp="1"/>
          </p:cNvSpPr>
          <p:nvPr>
            <p:ph type="dt" sz="half" idx="2"/>
          </p:nvPr>
        </p:nvSpPr>
        <p:spPr>
          <a:xfrm>
            <a:off x="9875837" y="6404573"/>
            <a:ext cx="1620837" cy="144016"/>
          </a:xfrm>
          <a:prstGeom prst="rect">
            <a:avLst/>
          </a:prstGeom>
        </p:spPr>
        <p:txBody>
          <a:bodyPr vert="horz" lIns="0" tIns="0" rIns="0" bIns="0" rtlCol="0" anchor="t" anchorCtr="0"/>
          <a:lstStyle>
            <a:lvl1pPr algn="r">
              <a:defRPr sz="1000">
                <a:solidFill>
                  <a:schemeClr val="tx1"/>
                </a:solidFill>
              </a:defRPr>
            </a:lvl1pPr>
          </a:lstStyle>
          <a:p>
            <a:fld id="{D1251A31-074C-C647-9CA7-63BA51EE48A8}" type="datetime1">
              <a:rPr lang="de-CH" noProof="0" smtClean="0"/>
              <a:t>03.02.2025</a:t>
            </a:fld>
            <a:endParaRPr lang="en-GB" noProof="0" dirty="0"/>
          </a:p>
        </p:txBody>
      </p:sp>
      <p:sp>
        <p:nvSpPr>
          <p:cNvPr id="5" name="Fußzeilenplatzhalter 4"/>
          <p:cNvSpPr>
            <a:spLocks noGrp="1"/>
          </p:cNvSpPr>
          <p:nvPr>
            <p:ph type="ftr" sz="quarter" idx="3"/>
          </p:nvPr>
        </p:nvSpPr>
        <p:spPr>
          <a:xfrm>
            <a:off x="1614487" y="6404573"/>
            <a:ext cx="8045451" cy="144016"/>
          </a:xfrm>
          <a:prstGeom prst="rect">
            <a:avLst/>
          </a:prstGeom>
        </p:spPr>
        <p:txBody>
          <a:bodyPr vert="horz" lIns="0" tIns="0" rIns="0" bIns="0" rtlCol="0" anchor="t" anchorCtr="0"/>
          <a:lstStyle>
            <a:lvl1pPr algn="l">
              <a:defRPr sz="1000">
                <a:solidFill>
                  <a:schemeClr val="tx1"/>
                </a:solidFill>
              </a:defRPr>
            </a:lvl1pPr>
          </a:lstStyle>
          <a:p>
            <a:r>
              <a:rPr lang="en-US" noProof="0"/>
              <a:t>PSI Centers for Nuclear Engineering and Sciences &amp; Energy and Environmental Sciences</a:t>
            </a:r>
            <a:endParaRPr lang="en-GB" noProof="0" dirty="0"/>
          </a:p>
        </p:txBody>
      </p:sp>
      <p:sp>
        <p:nvSpPr>
          <p:cNvPr id="6" name="Foliennummernplatzhalter 5"/>
          <p:cNvSpPr>
            <a:spLocks noGrp="1"/>
          </p:cNvSpPr>
          <p:nvPr>
            <p:ph type="sldNum" sz="quarter" idx="4"/>
          </p:nvPr>
        </p:nvSpPr>
        <p:spPr>
          <a:xfrm>
            <a:off x="695325" y="6404573"/>
            <a:ext cx="703263" cy="144016"/>
          </a:xfrm>
          <a:prstGeom prst="rect">
            <a:avLst/>
          </a:prstGeom>
        </p:spPr>
        <p:txBody>
          <a:bodyPr vert="horz" lIns="0" tIns="0" rIns="0" bIns="0" rtlCol="0" anchor="t" anchorCtr="0"/>
          <a:lstStyle>
            <a:lvl1pPr algn="l">
              <a:defRPr sz="1000">
                <a:solidFill>
                  <a:schemeClr val="tx1"/>
                </a:solidFill>
              </a:defRPr>
            </a:lvl1pPr>
          </a:lstStyle>
          <a:p>
            <a:fld id="{442AD375-037F-43D0-B059-5172DA06796A}" type="slidenum">
              <a:rPr lang="en-GB" noProof="0" smtClean="0"/>
              <a:pPr/>
              <a:t>‹#›</a:t>
            </a:fld>
            <a:endParaRPr lang="en-GB" noProof="0" dirty="0"/>
          </a:p>
        </p:txBody>
      </p:sp>
      <p:pic>
        <p:nvPicPr>
          <p:cNvPr id="20" name="Grafik 19">
            <a:extLst>
              <a:ext uri="{FF2B5EF4-FFF2-40B4-BE49-F238E27FC236}">
                <a16:creationId xmlns:a16="http://schemas.microsoft.com/office/drawing/2014/main" id="{EC2031EC-4715-FBAB-E65E-0A3E5D91D8E4}"/>
              </a:ext>
            </a:extLst>
          </p:cNvPr>
          <p:cNvPicPr>
            <a:picLocks noChangeAspect="1"/>
          </p:cNvPicPr>
          <p:nvPr userDrawn="1"/>
        </p:nvPicPr>
        <p:blipFill>
          <a:blip r:embed="rId3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615133" y="305378"/>
            <a:ext cx="881467" cy="36279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1166389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99" r:id="rId1"/>
    <p:sldLayoutId id="2147483707" r:id="rId2"/>
    <p:sldLayoutId id="2147483715" r:id="rId3"/>
    <p:sldLayoutId id="2147483723" r:id="rId4"/>
    <p:sldLayoutId id="2147483738" r:id="rId5"/>
    <p:sldLayoutId id="2147483739" r:id="rId6"/>
    <p:sldLayoutId id="2147483740" r:id="rId7"/>
    <p:sldLayoutId id="2147483694" r:id="rId8"/>
    <p:sldLayoutId id="2147483737" r:id="rId9"/>
    <p:sldLayoutId id="2147483692" r:id="rId10"/>
    <p:sldLayoutId id="2147483693" r:id="rId11"/>
    <p:sldLayoutId id="2147483659" r:id="rId12"/>
    <p:sldLayoutId id="2147483666" r:id="rId13"/>
    <p:sldLayoutId id="2147483667" r:id="rId14"/>
    <p:sldLayoutId id="2147483668" r:id="rId15"/>
    <p:sldLayoutId id="2147483669" r:id="rId16"/>
    <p:sldLayoutId id="2147483665" r:id="rId17"/>
    <p:sldLayoutId id="2147483670" r:id="rId18"/>
    <p:sldLayoutId id="2147483671" r:id="rId19"/>
    <p:sldLayoutId id="2147483672" r:id="rId20"/>
    <p:sldLayoutId id="2147483673" r:id="rId21"/>
    <p:sldLayoutId id="2147483674" r:id="rId22"/>
    <p:sldLayoutId id="2147483675" r:id="rId23"/>
    <p:sldLayoutId id="2147483676" r:id="rId24"/>
    <p:sldLayoutId id="2147483695" r:id="rId25"/>
    <p:sldLayoutId id="2147483677" r:id="rId26"/>
    <p:sldLayoutId id="2147483679" r:id="rId27"/>
    <p:sldLayoutId id="2147483678" r:id="rId28"/>
    <p:sldLayoutId id="2147483680" r:id="rId29"/>
    <p:sldLayoutId id="2147483681" r:id="rId30"/>
    <p:sldLayoutId id="2147483682" r:id="rId31"/>
    <p:sldLayoutId id="2147483683" r:id="rId32"/>
    <p:sldLayoutId id="2147483663" r:id="rId33"/>
    <p:sldLayoutId id="2147483664" r:id="rId34"/>
  </p:sldLayoutIdLst>
  <p:hf hdr="0"/>
  <p:txStyles>
    <p:titleStyle>
      <a:lvl1pPr algn="l" defTabSz="914400" rtl="0" eaLnBrk="1" latinLnBrk="0" hangingPunct="1">
        <a:lnSpc>
          <a:spcPct val="100000"/>
        </a:lnSpc>
        <a:spcBef>
          <a:spcPct val="0"/>
        </a:spcBef>
        <a:buNone/>
        <a:defRPr sz="2600" b="1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0" indent="0" algn="l" defTabSz="914400" rtl="0" eaLnBrk="1" latinLnBrk="0" hangingPunct="1">
        <a:lnSpc>
          <a:spcPct val="100000"/>
        </a:lnSpc>
        <a:spcBef>
          <a:spcPts val="600"/>
        </a:spcBef>
        <a:buFont typeface="+mj-lt"/>
        <a:buNone/>
        <a:defRPr sz="2000" kern="1200">
          <a:solidFill>
            <a:schemeClr val="tx1"/>
          </a:solidFill>
          <a:latin typeface="+mn-lt"/>
          <a:ea typeface="+mn-ea"/>
          <a:cs typeface="+mn-cs"/>
        </a:defRPr>
      </a:lvl1pPr>
      <a:lvl2pPr marL="252000" indent="-252000" algn="l" defTabSz="914400" rtl="0" eaLnBrk="1" latinLnBrk="0" hangingPunct="1">
        <a:lnSpc>
          <a:spcPct val="100000"/>
        </a:lnSpc>
        <a:spcBef>
          <a:spcPts val="600"/>
        </a:spcBef>
        <a:buFont typeface="Aptos" panose="020B00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2pPr>
      <a:lvl3pPr marL="504000" indent="-252000" algn="l" defTabSz="914400" rtl="0" eaLnBrk="1" latinLnBrk="0" hangingPunct="1">
        <a:lnSpc>
          <a:spcPct val="100000"/>
        </a:lnSpc>
        <a:spcBef>
          <a:spcPts val="600"/>
        </a:spcBef>
        <a:buFont typeface="Aptos" panose="020B00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756000" indent="-252000" algn="l" defTabSz="914400" rtl="0" eaLnBrk="1" latinLnBrk="0" hangingPunct="1">
        <a:lnSpc>
          <a:spcPct val="100000"/>
        </a:lnSpc>
        <a:spcBef>
          <a:spcPts val="400"/>
        </a:spcBef>
        <a:buFont typeface="Aptos" panose="020B00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1008000" indent="-252000" algn="l" defTabSz="914400" rtl="0" eaLnBrk="1" latinLnBrk="0" hangingPunct="1">
        <a:lnSpc>
          <a:spcPct val="100000"/>
        </a:lnSpc>
        <a:spcBef>
          <a:spcPts val="400"/>
        </a:spcBef>
        <a:buFont typeface="Aptos" panose="020B00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e-D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pos="438" userDrawn="1">
          <p15:clr>
            <a:srgbClr val="A4A3A4"/>
          </p15:clr>
        </p15:guide>
        <p15:guide id="2" pos="7242" userDrawn="1">
          <p15:clr>
            <a:srgbClr val="A4A3A4"/>
          </p15:clr>
        </p15:guide>
        <p15:guide id="3" orient="horz" pos="4110" userDrawn="1">
          <p15:clr>
            <a:srgbClr val="A4A3A4"/>
          </p15:clr>
        </p15:guide>
        <p15:guide id="4" orient="horz" pos="913" userDrawn="1">
          <p15:clr>
            <a:srgbClr val="A4A3A4"/>
          </p15:clr>
        </p15:guide>
        <p15:guide id="5" pos="3772" userDrawn="1">
          <p15:clr>
            <a:srgbClr val="A4A3A4"/>
          </p15:clr>
        </p15:guide>
        <p15:guide id="6" pos="3908" userDrawn="1">
          <p15:clr>
            <a:srgbClr val="A4A3A4"/>
          </p15:clr>
        </p15:guide>
        <p15:guide id="7" pos="2751" userDrawn="1">
          <p15:clr>
            <a:srgbClr val="A4A3A4"/>
          </p15:clr>
        </p15:guide>
        <p15:guide id="8" pos="2615" userDrawn="1">
          <p15:clr>
            <a:srgbClr val="A4A3A4"/>
          </p15:clr>
        </p15:guide>
        <p15:guide id="9" pos="1595" userDrawn="1">
          <p15:clr>
            <a:srgbClr val="A4A3A4"/>
          </p15:clr>
        </p15:guide>
        <p15:guide id="10" pos="1459" userDrawn="1">
          <p15:clr>
            <a:srgbClr val="A4A3A4"/>
          </p15:clr>
        </p15:guide>
        <p15:guide id="11" pos="4929" userDrawn="1">
          <p15:clr>
            <a:srgbClr val="A4A3A4"/>
          </p15:clr>
        </p15:guide>
        <p15:guide id="12" pos="5065" userDrawn="1">
          <p15:clr>
            <a:srgbClr val="A4A3A4"/>
          </p15:clr>
        </p15:guide>
        <p15:guide id="13" pos="6085" userDrawn="1">
          <p15:clr>
            <a:srgbClr val="A4A3A4"/>
          </p15:clr>
        </p15:guide>
        <p15:guide id="14" pos="6221" userDrawn="1">
          <p15:clr>
            <a:srgbClr val="A4A3A4"/>
          </p15:clr>
        </p15:guide>
        <p15:guide id="15" pos="2172" userDrawn="1">
          <p15:clr>
            <a:srgbClr val="A4A3A4"/>
          </p15:clr>
        </p15:guide>
        <p15:guide id="16" pos="2036" userDrawn="1">
          <p15:clr>
            <a:srgbClr val="A4A3A4"/>
          </p15:clr>
        </p15:guide>
        <p15:guide id="17" pos="3194" userDrawn="1">
          <p15:clr>
            <a:srgbClr val="A4A3A4"/>
          </p15:clr>
        </p15:guide>
        <p15:guide id="18" pos="3330" userDrawn="1">
          <p15:clr>
            <a:srgbClr val="A4A3A4"/>
          </p15:clr>
        </p15:guide>
        <p15:guide id="19" pos="881" userDrawn="1">
          <p15:clr>
            <a:srgbClr val="A4A3A4"/>
          </p15:clr>
        </p15:guide>
        <p15:guide id="20" pos="1017" userDrawn="1">
          <p15:clr>
            <a:srgbClr val="A4A3A4"/>
          </p15:clr>
        </p15:guide>
        <p15:guide id="21" pos="4351" userDrawn="1">
          <p15:clr>
            <a:srgbClr val="A4A3A4"/>
          </p15:clr>
        </p15:guide>
        <p15:guide id="22" pos="4487" userDrawn="1">
          <p15:clr>
            <a:srgbClr val="A4A3A4"/>
          </p15:clr>
        </p15:guide>
        <p15:guide id="23" pos="5508" userDrawn="1">
          <p15:clr>
            <a:srgbClr val="A4A3A4"/>
          </p15:clr>
        </p15:guide>
        <p15:guide id="24" pos="5642" userDrawn="1">
          <p15:clr>
            <a:srgbClr val="A4A3A4"/>
          </p15:clr>
        </p15:guide>
        <p15:guide id="25" pos="6663" userDrawn="1">
          <p15:clr>
            <a:srgbClr val="A4A3A4"/>
          </p15:clr>
        </p15:guide>
        <p15:guide id="26" pos="6799" userDrawn="1">
          <p15:clr>
            <a:srgbClr val="A4A3A4"/>
          </p15:clr>
        </p15:guide>
        <p15:guide id="27" orient="horz" pos="229" userDrawn="1">
          <p15:clr>
            <a:srgbClr val="A4A3A4"/>
          </p15:clr>
        </p15:guide>
        <p15:guide id="28" orient="horz" pos="867" userDrawn="1">
          <p15:clr>
            <a:srgbClr val="A4A3A4"/>
          </p15:clr>
        </p15:guide>
        <p15:guide id="29" orient="horz" pos="3793" userDrawn="1">
          <p15:clr>
            <a:srgbClr val="A4A3A4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13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oie-mines-paristech/lca_algebraic/blob/main/notebooks/example-notebook.ipynb" TargetMode="External"/><Relationship Id="rId2" Type="http://schemas.openxmlformats.org/officeDocument/2006/relationships/hyperlink" Target="https://github.com/oie-mines-paristech/lca_algebraic?tab=readme-ov-file" TargetMode="External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12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hyperlink" Target="https://doi.org/10.1021/acs.est.3c03190" TargetMode="External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13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13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3.xml"/><Relationship Id="rId5" Type="http://schemas.openxmlformats.org/officeDocument/2006/relationships/image" Target="../media/image17.png"/><Relationship Id="rId4" Type="http://schemas.openxmlformats.org/officeDocument/2006/relationships/image" Target="../media/image16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3.xml"/><Relationship Id="rId5" Type="http://schemas.openxmlformats.org/officeDocument/2006/relationships/image" Target="../media/image19.png"/><Relationship Id="rId4" Type="http://schemas.openxmlformats.org/officeDocument/2006/relationships/image" Target="../media/image11.png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13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3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>
            <a:extLst>
              <a:ext uri="{FF2B5EF4-FFF2-40B4-BE49-F238E27FC236}">
                <a16:creationId xmlns:a16="http://schemas.microsoft.com/office/drawing/2014/main" id="{F22C1F0B-3E83-4965-7ABE-B3C9D3A10FE1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407368" y="341218"/>
            <a:ext cx="4330445" cy="1224136"/>
          </a:xfrm>
          <a:prstGeom prst="rect">
            <a:avLst/>
          </a:prstGeom>
          <a:solidFill>
            <a:srgbClr val="00007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H" sz="2000" dirty="0" err="1"/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8CC900B9-69A9-16D6-9DB4-FE565862D54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70580" y="2867622"/>
            <a:ext cx="8045451" cy="687392"/>
          </a:xfrm>
        </p:spPr>
        <p:txBody>
          <a:bodyPr/>
          <a:lstStyle/>
          <a:p>
            <a:r>
              <a:rPr lang="en-GB" dirty="0" err="1"/>
              <a:t>lca</a:t>
            </a:r>
            <a:r>
              <a:rPr lang="en-GB" dirty="0"/>
              <a:t> algebraic</a:t>
            </a:r>
            <a:endParaRPr lang="en-GB" noProof="0" dirty="0"/>
          </a:p>
        </p:txBody>
      </p:sp>
      <p:sp>
        <p:nvSpPr>
          <p:cNvPr id="5" name="Textplatzhalter 4">
            <a:extLst>
              <a:ext uri="{FF2B5EF4-FFF2-40B4-BE49-F238E27FC236}">
                <a16:creationId xmlns:a16="http://schemas.microsoft.com/office/drawing/2014/main" id="{B939853F-959A-48E6-ACE2-F62A38A8EDAC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GB" noProof="0" dirty="0"/>
              <a:t>Alvaro HAHN MENACHO</a:t>
            </a:r>
          </a:p>
        </p:txBody>
      </p:sp>
      <p:sp>
        <p:nvSpPr>
          <p:cNvPr id="6" name="Textplatzhalter 5">
            <a:extLst>
              <a:ext uri="{FF2B5EF4-FFF2-40B4-BE49-F238E27FC236}">
                <a16:creationId xmlns:a16="http://schemas.microsoft.com/office/drawing/2014/main" id="{64E10A4B-A01C-C271-87F1-8054278DB45B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en-GB" noProof="0" dirty="0"/>
              <a:t>Lima, 5 </a:t>
            </a:r>
            <a:r>
              <a:rPr lang="en-GB" noProof="0" dirty="0" err="1"/>
              <a:t>febrero</a:t>
            </a:r>
            <a:r>
              <a:rPr lang="en-GB" noProof="0" dirty="0"/>
              <a:t> 2025</a:t>
            </a:r>
          </a:p>
        </p:txBody>
      </p:sp>
      <p:pic>
        <p:nvPicPr>
          <p:cNvPr id="16" name="Picture 15" descr="A logo with white dots&#10;&#10;Description automatically generated">
            <a:extLst>
              <a:ext uri="{FF2B5EF4-FFF2-40B4-BE49-F238E27FC236}">
                <a16:creationId xmlns:a16="http://schemas.microsoft.com/office/drawing/2014/main" id="{D14E0152-074B-75F6-5459-D664DC585687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86253" y="198758"/>
            <a:ext cx="1739900" cy="107950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398C8CE1-8D2D-81FD-5C2E-0ACB7F8D686B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2570142" y="611396"/>
            <a:ext cx="4894010" cy="36933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l"/>
            <a:r>
              <a:rPr lang="en-CH" sz="1200" b="1" dirty="0">
                <a:solidFill>
                  <a:schemeClr val="bg1"/>
                </a:solidFill>
                <a:latin typeface="Aptos SemiBold" panose="020B0004020202020204" pitchFamily="34" charset="0"/>
              </a:rPr>
              <a:t>Center for Nuclear Engineering and Sciences</a:t>
            </a:r>
          </a:p>
          <a:p>
            <a:pPr algn="l"/>
            <a:r>
              <a:rPr lang="en-CH" sz="1200" b="1" dirty="0">
                <a:solidFill>
                  <a:schemeClr val="bg1"/>
                </a:solidFill>
                <a:latin typeface="Aptos SemiBold" panose="020B0004020202020204" pitchFamily="34" charset="0"/>
              </a:rPr>
              <a:t>Center for Energy and Environmental Sciences</a:t>
            </a:r>
          </a:p>
        </p:txBody>
      </p:sp>
    </p:spTree>
    <p:extLst>
      <p:ext uri="{BB962C8B-B14F-4D97-AF65-F5344CB8AC3E}">
        <p14:creationId xmlns:p14="http://schemas.microsoft.com/office/powerpoint/2010/main" val="32479028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>
            <a:extLst>
              <a:ext uri="{FF2B5EF4-FFF2-40B4-BE49-F238E27FC236}">
                <a16:creationId xmlns:a16="http://schemas.microsoft.com/office/drawing/2014/main" id="{5BAD3CCA-B124-CAF2-3CED-6D998F02A19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/>
              <a:t>¿</a:t>
            </a:r>
            <a:r>
              <a:rPr lang="en-US" b="1" dirty="0" err="1"/>
              <a:t>Qué</a:t>
            </a:r>
            <a:r>
              <a:rPr lang="en-US" b="1" dirty="0"/>
              <a:t> es </a:t>
            </a:r>
            <a:r>
              <a:rPr lang="en-US" b="1" dirty="0" err="1"/>
              <a:t>lca_algebraic</a:t>
            </a:r>
            <a:r>
              <a:rPr lang="en-US" b="1" dirty="0"/>
              <a:t>?</a:t>
            </a:r>
            <a:br>
              <a:rPr lang="en-US" b="1" dirty="0"/>
            </a:br>
            <a:endParaRPr lang="de-CH" dirty="0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90012D7C-693E-9CBD-EB2C-BB42190E177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95325" y="1772816"/>
            <a:ext cx="10369227" cy="4644616"/>
          </a:xfrm>
        </p:spPr>
        <p:txBody>
          <a:bodyPr/>
          <a:lstStyle/>
          <a:p>
            <a:r>
              <a:rPr lang="es-ES" b="1" dirty="0" err="1"/>
              <a:t>lca_algebraic</a:t>
            </a:r>
            <a:r>
              <a:rPr lang="es-ES" dirty="0"/>
              <a:t> es una extensión de </a:t>
            </a:r>
            <a:r>
              <a:rPr lang="es-ES" b="1" dirty="0"/>
              <a:t>Brightway2</a:t>
            </a:r>
            <a:r>
              <a:rPr lang="es-ES" dirty="0"/>
              <a:t> que permite definir inventarios paramétricos y calcular los impactos de ACV, siendo ideal para análisis de Monte Carlo y análisis de sensibilidad global.</a:t>
            </a:r>
          </a:p>
          <a:p>
            <a:endParaRPr lang="es-ES" dirty="0"/>
          </a:p>
          <a:p>
            <a:r>
              <a:rPr lang="es-ES" dirty="0"/>
              <a:t>Aprovecha la potencia de </a:t>
            </a:r>
            <a:r>
              <a:rPr lang="es-ES" b="1" dirty="0" err="1"/>
              <a:t>SymPy</a:t>
            </a:r>
            <a:r>
              <a:rPr lang="es-ES" dirty="0"/>
              <a:t> para escribir fórmulas paramétricas como expresiones estándar en Python.</a:t>
            </a:r>
          </a:p>
          <a:p>
            <a:endParaRPr lang="es-ES" dirty="0"/>
          </a:p>
          <a:p>
            <a:r>
              <a:rPr lang="es-ES" b="1" dirty="0" err="1"/>
              <a:t>lca_algebraic</a:t>
            </a:r>
            <a:r>
              <a:rPr lang="es-ES" dirty="0"/>
              <a:t> incluye una serie de funciones que facilitan:</a:t>
            </a:r>
          </a:p>
          <a:p>
            <a:endParaRPr lang="es-ES" dirty="0"/>
          </a:p>
          <a:p>
            <a:pPr marL="514350" indent="-514350">
              <a:buFont typeface="+mj-lt"/>
              <a:buAutoNum type="romanLcPeriod"/>
            </a:pPr>
            <a:r>
              <a:rPr lang="es-ES" dirty="0"/>
              <a:t>Definir actividades de manera sencilla</a:t>
            </a:r>
            <a:endParaRPr lang="de-CH" dirty="0"/>
          </a:p>
          <a:p>
            <a:pPr marL="514350" indent="-514350">
              <a:buFont typeface="+mj-lt"/>
              <a:buAutoNum type="romanLcPeriod"/>
            </a:pPr>
            <a:r>
              <a:rPr lang="es-ES" dirty="0"/>
              <a:t>Definir y gestionar parámetros de forma flexible.</a:t>
            </a:r>
            <a:endParaRPr lang="de-CH" dirty="0"/>
          </a:p>
          <a:p>
            <a:pPr marL="514350" indent="-514350">
              <a:buFont typeface="+mj-lt"/>
              <a:buAutoNum type="romanLcPeriod"/>
            </a:pPr>
            <a:r>
              <a:rPr lang="es-ES" dirty="0"/>
              <a:t>Llevar a cabo simulaciones de Monte Carlo y análisis de sensibilidad global</a:t>
            </a:r>
          </a:p>
        </p:txBody>
      </p:sp>
      <p:pic>
        <p:nvPicPr>
          <p:cNvPr id="9" name="Picture 8" descr="A blue logo with white text&#10;&#10;Description automatically generated">
            <a:extLst>
              <a:ext uri="{FF2B5EF4-FFF2-40B4-BE49-F238E27FC236}">
                <a16:creationId xmlns:a16="http://schemas.microsoft.com/office/drawing/2014/main" id="{AA4CE60E-C21D-3530-25DE-1316B558436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488488" y="4050870"/>
            <a:ext cx="1152128" cy="950506"/>
          </a:xfrm>
          <a:prstGeom prst="rect">
            <a:avLst/>
          </a:prstGeom>
        </p:spPr>
      </p:pic>
      <p:pic>
        <p:nvPicPr>
          <p:cNvPr id="11" name="Picture 10" descr="A logo with a leaf&#10;&#10;Description automatically generated">
            <a:extLst>
              <a:ext uri="{FF2B5EF4-FFF2-40B4-BE49-F238E27FC236}">
                <a16:creationId xmlns:a16="http://schemas.microsoft.com/office/drawing/2014/main" id="{FCEB6A8F-A517-1770-F634-A372E6CBCC14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904312" y="4028958"/>
            <a:ext cx="1399757" cy="100268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6517316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A87877B-AB01-E097-57F8-DAD2192894C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/>
              <a:t>¿ </a:t>
            </a:r>
            <a:r>
              <a:rPr lang="en-US" dirty="0" err="1"/>
              <a:t>Cómo</a:t>
            </a:r>
            <a:r>
              <a:rPr lang="en-US" dirty="0"/>
              <a:t> </a:t>
            </a:r>
            <a:r>
              <a:rPr lang="en-US" dirty="0" err="1"/>
              <a:t>instalar</a:t>
            </a:r>
            <a:r>
              <a:rPr lang="en-US" dirty="0"/>
              <a:t> </a:t>
            </a:r>
            <a:r>
              <a:rPr lang="en-US" dirty="0" err="1"/>
              <a:t>lca_algebraic</a:t>
            </a:r>
            <a:r>
              <a:rPr lang="en-US" dirty="0"/>
              <a:t>?</a:t>
            </a:r>
            <a:endParaRPr lang="de-CH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BACFFC1-440F-062A-0816-C64B917537F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sz="1400" b="1" dirty="0"/>
              <a:t>- </a:t>
            </a:r>
            <a:r>
              <a:rPr lang="en-US" sz="1400" b="1" dirty="0" err="1"/>
              <a:t>Repositorio</a:t>
            </a:r>
            <a:r>
              <a:rPr lang="en-US" sz="1400" b="1" dirty="0"/>
              <a:t>: </a:t>
            </a:r>
            <a:r>
              <a:rPr lang="en-US" sz="1400" dirty="0">
                <a:hlinkClick r:id="rId2"/>
              </a:rPr>
              <a:t>https://github.com/oie-mines-paristech/lca_algebraic?tab=readme-ov-file</a:t>
            </a:r>
            <a:endParaRPr lang="en-US" sz="1400" dirty="0"/>
          </a:p>
          <a:p>
            <a:endParaRPr lang="en-US" sz="1400" dirty="0"/>
          </a:p>
          <a:p>
            <a:r>
              <a:rPr lang="en-US" sz="1400" b="1" dirty="0"/>
              <a:t>- </a:t>
            </a:r>
            <a:r>
              <a:rPr lang="en-US" sz="1400" b="1" dirty="0" err="1"/>
              <a:t>Documentación</a:t>
            </a:r>
            <a:r>
              <a:rPr lang="en-US" sz="1400" b="1" dirty="0"/>
              <a:t> y </a:t>
            </a:r>
            <a:r>
              <a:rPr lang="en-US" sz="1400" b="1" dirty="0" err="1"/>
              <a:t>ejemplos</a:t>
            </a:r>
            <a:r>
              <a:rPr lang="en-US" sz="1400" b="1" dirty="0"/>
              <a:t>: </a:t>
            </a:r>
            <a:r>
              <a:rPr lang="en-US" sz="1400" dirty="0">
                <a:hlinkClick r:id="rId3"/>
              </a:rPr>
              <a:t>https://github.com/oie-mines-paristech/lca_algebraic/blob/main/notebooks/example-notebook.ipynb</a:t>
            </a:r>
            <a:endParaRPr lang="en-US" sz="1400" dirty="0"/>
          </a:p>
          <a:p>
            <a:endParaRPr lang="de-CH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F36845A-8F89-A40B-C915-BE9910D0FAD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DFE67FB-9760-AB48-99CD-EF4F31374870}" type="datetime1">
              <a:rPr lang="de-CH" noProof="0" smtClean="0"/>
              <a:t>03.02.2025</a:t>
            </a:fld>
            <a:endParaRPr lang="en-GB" noProof="0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0FEC250-D1E2-A112-8DD8-511FE45F1B4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noProof="0"/>
              <a:t>PSI Centers for Nuclear Engineering and Sciences &amp; Energy and Environmental Sciences</a:t>
            </a:r>
            <a:endParaRPr lang="en-GB" noProof="0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954B3A6-F475-755A-87A3-C65CB336C8D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2AD375-037F-43D0-B059-5172DA06796A}" type="slidenum">
              <a:rPr lang="en-GB" noProof="0" smtClean="0"/>
              <a:pPr/>
              <a:t>3</a:t>
            </a:fld>
            <a:endParaRPr lang="en-GB" noProof="0" dirty="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CC16303A-2218-734E-74BE-37032A95411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5325" y="1376773"/>
            <a:ext cx="6900689" cy="185253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6027488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>
            <a:extLst>
              <a:ext uri="{FF2B5EF4-FFF2-40B4-BE49-F238E27FC236}">
                <a16:creationId xmlns:a16="http://schemas.microsoft.com/office/drawing/2014/main" id="{5BAD3CCA-B124-CAF2-3CED-6D998F02A19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95325" y="278296"/>
            <a:ext cx="8964613" cy="918456"/>
          </a:xfrm>
        </p:spPr>
        <p:txBody>
          <a:bodyPr/>
          <a:lstStyle/>
          <a:p>
            <a:r>
              <a:rPr lang="en-US" b="1" dirty="0"/>
              <a:t>Parametric Life Cycle Assessment of Nuclear Power for Simplified Models</a:t>
            </a:r>
            <a:br>
              <a:rPr lang="en-US" b="1" dirty="0"/>
            </a:br>
            <a:endParaRPr lang="de-CH" dirty="0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B9448736-E02D-AFAA-C3AD-5B99971C52C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5299" y="1601310"/>
            <a:ext cx="5517739" cy="4195542"/>
          </a:xfrm>
          <a:prstGeom prst="rect">
            <a:avLst/>
          </a:prstGeom>
        </p:spPr>
      </p:pic>
      <p:sp>
        <p:nvSpPr>
          <p:cNvPr id="10" name="Content Placeholder 2">
            <a:extLst>
              <a:ext uri="{FF2B5EF4-FFF2-40B4-BE49-F238E27FC236}">
                <a16:creationId xmlns:a16="http://schemas.microsoft.com/office/drawing/2014/main" id="{9952C6D7-5B95-F1F3-7A21-FDE4D9F59FF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95325" y="1376773"/>
            <a:ext cx="10801349" cy="4644616"/>
          </a:xfrm>
        </p:spPr>
        <p:txBody>
          <a:bodyPr/>
          <a:lstStyle/>
          <a:p>
            <a:endParaRPr lang="en-US" dirty="0"/>
          </a:p>
          <a:p>
            <a:endParaRPr lang="de-CH" dirty="0"/>
          </a:p>
          <a:p>
            <a:endParaRPr lang="de-CH" dirty="0"/>
          </a:p>
          <a:p>
            <a:endParaRPr lang="de-CH" dirty="0"/>
          </a:p>
          <a:p>
            <a:endParaRPr lang="de-CH" dirty="0"/>
          </a:p>
          <a:p>
            <a:endParaRPr lang="de-CH" dirty="0"/>
          </a:p>
          <a:p>
            <a:endParaRPr lang="de-CH" dirty="0"/>
          </a:p>
          <a:p>
            <a:endParaRPr lang="de-CH" dirty="0"/>
          </a:p>
          <a:p>
            <a:endParaRPr lang="en-US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556D8C79-D772-9D25-CD76-CE2C6D6E6F59}"/>
              </a:ext>
            </a:extLst>
          </p:cNvPr>
          <p:cNvSpPr txBox="1"/>
          <p:nvPr/>
        </p:nvSpPr>
        <p:spPr>
          <a:xfrm>
            <a:off x="6446412" y="5405836"/>
            <a:ext cx="5150660" cy="61555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l"/>
            <a:r>
              <a:rPr lang="de-CH" sz="2000" dirty="0">
                <a:hlinkClick r:id="rId3"/>
              </a:rPr>
              <a:t>https://doi.org/10.1021/acs.est.3c03190</a:t>
            </a:r>
            <a:endParaRPr lang="de-CH" sz="2000" dirty="0"/>
          </a:p>
          <a:p>
            <a:pPr algn="l"/>
            <a:endParaRPr lang="de-CH" sz="2000" dirty="0"/>
          </a:p>
        </p:txBody>
      </p:sp>
    </p:spTree>
    <p:extLst>
      <p:ext uri="{BB962C8B-B14F-4D97-AF65-F5344CB8AC3E}">
        <p14:creationId xmlns:p14="http://schemas.microsoft.com/office/powerpoint/2010/main" val="429351832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5F13B3A-0DCD-3DB5-7506-996CF64B8DC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dirty="0"/>
              <a:t>¿Cuál es el potencial de calentamiento global (GWP) de la producción de energía nuclear, expresado en kg CO₂-</a:t>
            </a:r>
            <a:r>
              <a:rPr lang="es-ES" dirty="0" err="1"/>
              <a:t>eq</a:t>
            </a:r>
            <a:r>
              <a:rPr lang="es-ES" dirty="0"/>
              <a:t> por kWh?</a:t>
            </a:r>
            <a:endParaRPr lang="de-CH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95C2859-3E22-1C63-4511-8956C009E14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DFE67FB-9760-AB48-99CD-EF4F31374870}" type="datetime1">
              <a:rPr lang="de-CH" noProof="0" smtClean="0"/>
              <a:t>03.02.2025</a:t>
            </a:fld>
            <a:endParaRPr lang="en-GB" noProof="0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03141E1-96D4-C1B8-4007-70B803A90DF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noProof="0"/>
              <a:t>PSI Centers for Nuclear Engineering and Sciences &amp; Energy and Environmental Sciences</a:t>
            </a:r>
            <a:endParaRPr lang="en-GB" noProof="0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9ED967F-0674-3C85-712A-20013715D82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2AD375-037F-43D0-B059-5172DA06796A}" type="slidenum">
              <a:rPr lang="en-GB" noProof="0" smtClean="0"/>
              <a:pPr/>
              <a:t>5</a:t>
            </a:fld>
            <a:endParaRPr lang="en-GB" noProof="0" dirty="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23A49F84-D34B-9D5C-F97F-93AB6154B24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87488" y="1916832"/>
            <a:ext cx="4064040" cy="3995324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A6BB2729-4D54-9CD1-BB5F-9B4F983509F0}"/>
              </a:ext>
            </a:extLst>
          </p:cNvPr>
          <p:cNvSpPr txBox="1"/>
          <p:nvPr/>
        </p:nvSpPr>
        <p:spPr>
          <a:xfrm>
            <a:off x="6240016" y="2132856"/>
            <a:ext cx="3586175" cy="1231106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l"/>
            <a:r>
              <a:rPr lang="en-US" sz="2000" dirty="0"/>
              <a:t>Segun </a:t>
            </a:r>
            <a:r>
              <a:rPr lang="en-US" sz="2000" dirty="0" err="1"/>
              <a:t>los</a:t>
            </a:r>
            <a:r>
              <a:rPr lang="en-US" sz="2000" dirty="0"/>
              <a:t> </a:t>
            </a:r>
            <a:r>
              <a:rPr lang="en-US" sz="2000" dirty="0" err="1"/>
              <a:t>estudios</a:t>
            </a:r>
            <a:r>
              <a:rPr lang="en-US" sz="2000" dirty="0"/>
              <a:t> </a:t>
            </a:r>
            <a:r>
              <a:rPr lang="en-US" sz="2000" dirty="0" err="1"/>
              <a:t>publicados</a:t>
            </a:r>
            <a:r>
              <a:rPr lang="en-US" sz="2000" dirty="0"/>
              <a:t>…</a:t>
            </a:r>
          </a:p>
          <a:p>
            <a:pPr algn="l"/>
            <a:endParaRPr lang="en-US" sz="2000" dirty="0"/>
          </a:p>
          <a:p>
            <a:pPr algn="l"/>
            <a:endParaRPr lang="en-US" sz="2000" dirty="0"/>
          </a:p>
          <a:p>
            <a:pPr algn="l"/>
            <a:r>
              <a:rPr lang="en-US" sz="2000" dirty="0"/>
              <a:t>Entre 3 y 220 kg CO</a:t>
            </a:r>
            <a:r>
              <a:rPr lang="en-US" sz="2000" baseline="-25000" dirty="0"/>
              <a:t>2</a:t>
            </a:r>
            <a:r>
              <a:rPr lang="en-US" sz="2000" dirty="0"/>
              <a:t>-eq </a:t>
            </a:r>
            <a:endParaRPr lang="de-CH" sz="2000" dirty="0"/>
          </a:p>
        </p:txBody>
      </p:sp>
    </p:spTree>
    <p:extLst>
      <p:ext uri="{BB962C8B-B14F-4D97-AF65-F5344CB8AC3E}">
        <p14:creationId xmlns:p14="http://schemas.microsoft.com/office/powerpoint/2010/main" val="234046943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5F13B3A-0DCD-3DB5-7506-996CF64B8DC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dirty="0"/>
              <a:t>¿Cuál es el potencial de calentamiento global (GWP) de la producción de energía nuclear, expresado en kg CO₂-</a:t>
            </a:r>
            <a:r>
              <a:rPr lang="es-ES" dirty="0" err="1"/>
              <a:t>eq</a:t>
            </a:r>
            <a:r>
              <a:rPr lang="es-ES" dirty="0"/>
              <a:t> por kWh?</a:t>
            </a:r>
            <a:br>
              <a:rPr lang="es-ES" dirty="0"/>
            </a:br>
            <a:br>
              <a:rPr lang="es-ES" dirty="0"/>
            </a:br>
            <a:endParaRPr lang="de-CH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95C2859-3E22-1C63-4511-8956C009E14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DFE67FB-9760-AB48-99CD-EF4F31374870}" type="datetime1">
              <a:rPr lang="de-CH" noProof="0" smtClean="0"/>
              <a:t>03.02.2025</a:t>
            </a:fld>
            <a:endParaRPr lang="en-GB" noProof="0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03141E1-96D4-C1B8-4007-70B803A90DF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noProof="0"/>
              <a:t>PSI Centers for Nuclear Engineering and Sciences &amp; Energy and Environmental Sciences</a:t>
            </a:r>
            <a:endParaRPr lang="en-GB" noProof="0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9ED967F-0674-3C85-712A-20013715D82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2AD375-037F-43D0-B059-5172DA06796A}" type="slidenum">
              <a:rPr lang="en-GB" noProof="0" smtClean="0"/>
              <a:pPr/>
              <a:t>6</a:t>
            </a:fld>
            <a:endParaRPr lang="en-GB" noProof="0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EBEC3CF0-F834-2EDB-61FA-F536DA03BAD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44415" y="2057274"/>
            <a:ext cx="3093809" cy="3378765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B7EEA835-524B-52E6-2703-4EBE9918070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177631" y="2068373"/>
            <a:ext cx="2435146" cy="3378765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E6D7C3D0-91B9-D2F2-2D8F-1D6B33453B9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752184" y="2068373"/>
            <a:ext cx="1440160" cy="3325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5427074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96B7741-C80D-78BB-7423-E00E90FCC6C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dirty="0"/>
              <a:t>¿Qué hipótesis/parámetros explican esta variedad de resultados?</a:t>
            </a:r>
            <a:endParaRPr lang="de-CH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E1203B9-AA14-D3E0-0499-D0FA86C9AE4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DFE67FB-9760-AB48-99CD-EF4F31374870}" type="datetime1">
              <a:rPr lang="de-CH" noProof="0" smtClean="0"/>
              <a:t>03.02.2025</a:t>
            </a:fld>
            <a:endParaRPr lang="en-GB" noProof="0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411D8E4-F726-C419-F43A-7F90694921A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noProof="0"/>
              <a:t>PSI Centers for Nuclear Engineering and Sciences &amp; Energy and Environmental Sciences</a:t>
            </a:r>
            <a:endParaRPr lang="en-GB" noProof="0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0B77EE8-A153-96C2-B828-86348167642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2AD375-037F-43D0-B059-5172DA06796A}" type="slidenum">
              <a:rPr lang="en-GB" noProof="0" smtClean="0"/>
              <a:pPr/>
              <a:t>7</a:t>
            </a:fld>
            <a:endParaRPr lang="en-GB" noProof="0" dirty="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52633929-3CAC-C615-2B9D-28D9285939F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5325" y="1266300"/>
            <a:ext cx="7919148" cy="4948561"/>
          </a:xfrm>
          <a:prstGeom prst="rect">
            <a:avLst/>
          </a:prstGeom>
        </p:spPr>
      </p:pic>
      <p:pic>
        <p:nvPicPr>
          <p:cNvPr id="9" name="Picture 8" descr="A logo with a leaf&#10;&#10;Description automatically generated">
            <a:extLst>
              <a:ext uri="{FF2B5EF4-FFF2-40B4-BE49-F238E27FC236}">
                <a16:creationId xmlns:a16="http://schemas.microsoft.com/office/drawing/2014/main" id="{31C5FD24-E84B-2C72-DC46-7640CA239E45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68408" y="1450069"/>
            <a:ext cx="1399757" cy="1002689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D79A7580-AE0C-0741-89B7-5F24FF72C5AA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140699" y="2752951"/>
            <a:ext cx="2873627" cy="407707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8436539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11CB11F-327E-0B6D-ECF8-CEC8D1FB5EE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Resultados</a:t>
            </a:r>
            <a:endParaRPr lang="de-CH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7C57DE9-65C9-C019-A29A-0B7DC03995A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DFE67FB-9760-AB48-99CD-EF4F31374870}" type="datetime1">
              <a:rPr lang="de-CH" noProof="0" smtClean="0"/>
              <a:t>03.02.2025</a:t>
            </a:fld>
            <a:endParaRPr lang="en-GB" noProof="0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95D5568-8216-1296-BF18-6B8B1CE160E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noProof="0"/>
              <a:t>PSI Centers for Nuclear Engineering and Sciences &amp; Energy and Environmental Sciences</a:t>
            </a:r>
            <a:endParaRPr lang="en-GB" noProof="0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7FBDB60-54C8-3A9C-565D-E46F761A25F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2AD375-037F-43D0-B059-5172DA06796A}" type="slidenum">
              <a:rPr lang="en-GB" noProof="0" smtClean="0"/>
              <a:pPr/>
              <a:t>8</a:t>
            </a:fld>
            <a:endParaRPr lang="en-GB" noProof="0" dirty="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71347FF7-DB6E-471A-307D-2C2819F64D1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41896" y="836611"/>
            <a:ext cx="7218042" cy="543523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6009630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16A2953-3BA6-B8C5-CFBD-E5561D58001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Análisis</a:t>
            </a:r>
            <a:r>
              <a:rPr lang="en-US" dirty="0"/>
              <a:t> de </a:t>
            </a:r>
            <a:r>
              <a:rPr lang="en-US" dirty="0" err="1"/>
              <a:t>sensibilidad</a:t>
            </a:r>
            <a:r>
              <a:rPr lang="en-US" dirty="0"/>
              <a:t> global (GSA)</a:t>
            </a:r>
            <a:br>
              <a:rPr lang="en-US" dirty="0"/>
            </a:br>
            <a:endParaRPr lang="de-CH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3CA2739-5A4E-6C3F-A87A-409500265C4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DFE67FB-9760-AB48-99CD-EF4F31374870}" type="datetime1">
              <a:rPr lang="de-CH" noProof="0" smtClean="0"/>
              <a:t>03.02.2025</a:t>
            </a:fld>
            <a:endParaRPr lang="en-GB" noProof="0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7C36E2D-FF06-1D4B-668B-BC5078FC221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noProof="0"/>
              <a:t>PSI Centers for Nuclear Engineering and Sciences &amp; Energy and Environmental Sciences</a:t>
            </a:r>
            <a:endParaRPr lang="en-GB" noProof="0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1CA0DB7-09F9-AC30-3F9F-D6D64212F14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2AD375-037F-43D0-B059-5172DA06796A}" type="slidenum">
              <a:rPr lang="en-GB" noProof="0" smtClean="0"/>
              <a:pPr/>
              <a:t>9</a:t>
            </a:fld>
            <a:endParaRPr lang="en-GB" noProof="0" dirty="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B80EBC99-280F-9073-6297-990E40B87CF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35502" y="836712"/>
            <a:ext cx="8803419" cy="541010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9612102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6A54136-438D-8A7E-9D31-FA10D350430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CH" dirty="0" err="1"/>
              <a:t>Modelos</a:t>
            </a:r>
            <a:r>
              <a:rPr lang="de-CH" dirty="0"/>
              <a:t> </a:t>
            </a:r>
            <a:r>
              <a:rPr lang="de-CH" dirty="0" err="1"/>
              <a:t>simplificados</a:t>
            </a:r>
            <a:r>
              <a:rPr lang="de-CH" dirty="0"/>
              <a:t> </a:t>
            </a:r>
            <a:r>
              <a:rPr lang="de-CH" dirty="0" err="1"/>
              <a:t>por</a:t>
            </a:r>
            <a:r>
              <a:rPr lang="de-CH" dirty="0"/>
              <a:t> </a:t>
            </a:r>
            <a:r>
              <a:rPr lang="de-CH" dirty="0" err="1"/>
              <a:t>categoría</a:t>
            </a:r>
            <a:r>
              <a:rPr lang="de-CH" dirty="0"/>
              <a:t> de </a:t>
            </a:r>
            <a:r>
              <a:rPr lang="de-CH" dirty="0" err="1"/>
              <a:t>impacto</a:t>
            </a:r>
            <a:r>
              <a:rPr lang="de-CH" dirty="0"/>
              <a:t>, a </a:t>
            </a:r>
            <a:r>
              <a:rPr lang="de-CH" dirty="0" err="1"/>
              <a:t>partir</a:t>
            </a:r>
            <a:r>
              <a:rPr lang="de-CH" dirty="0"/>
              <a:t> del </a:t>
            </a:r>
            <a:r>
              <a:rPr lang="de-CH" dirty="0" err="1"/>
              <a:t>modelo</a:t>
            </a:r>
            <a:r>
              <a:rPr lang="de-CH" dirty="0"/>
              <a:t> </a:t>
            </a:r>
            <a:r>
              <a:rPr lang="de-CH" dirty="0" err="1"/>
              <a:t>completo</a:t>
            </a:r>
            <a:r>
              <a:rPr lang="de-CH" dirty="0"/>
              <a:t> de ACV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45BE2B1C-6C15-28F3-D223-6EDB7A3980F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95325" y="1891595"/>
            <a:ext cx="10801349" cy="4644616"/>
          </a:xfrm>
        </p:spPr>
        <p:txBody>
          <a:bodyPr/>
          <a:lstStyle/>
          <a:p>
            <a:r>
              <a:rPr lang="es-ES" dirty="0"/>
              <a:t>GSA proporciona una lista de </a:t>
            </a:r>
            <a:r>
              <a:rPr lang="es-ES" b="1" dirty="0"/>
              <a:t>los parámetros más influyentes </a:t>
            </a:r>
            <a:r>
              <a:rPr lang="es-ES" dirty="0"/>
              <a:t>para cada categoría de impacto, lo que permite generar </a:t>
            </a:r>
            <a:r>
              <a:rPr lang="es-ES" b="1" dirty="0"/>
              <a:t>modelos simplificados</a:t>
            </a:r>
            <a:r>
              <a:rPr lang="es-ES" dirty="0"/>
              <a:t>, es decir, ecuaciones formales con la cantidad </a:t>
            </a:r>
            <a:r>
              <a:rPr lang="es-ES" b="1" dirty="0"/>
              <a:t>mínima de parámetros </a:t>
            </a:r>
            <a:r>
              <a:rPr lang="es-ES" dirty="0"/>
              <a:t>que pueden explicar la </a:t>
            </a:r>
            <a:r>
              <a:rPr lang="es-ES" b="1" dirty="0"/>
              <a:t>variación máxima</a:t>
            </a:r>
            <a:r>
              <a:rPr lang="es-ES" dirty="0"/>
              <a:t>. </a:t>
            </a:r>
          </a:p>
          <a:p>
            <a:endParaRPr lang="es-ES" dirty="0"/>
          </a:p>
          <a:p>
            <a:r>
              <a:rPr lang="es-ES" dirty="0"/>
              <a:t>Estos modelos pueden utilizarse para obtener estimaciones de los impactos del ciclo de vida de la energía nuclear sin tener que ejecutar un modelo de ACV completo. </a:t>
            </a:r>
          </a:p>
          <a:p>
            <a:endParaRPr lang="es-ES" dirty="0"/>
          </a:p>
          <a:p>
            <a:r>
              <a:rPr lang="es-ES" dirty="0"/>
              <a:t>* </a:t>
            </a:r>
            <a:r>
              <a:rPr lang="es-ES" i="1" dirty="0"/>
              <a:t>Son válidos siempre que los valores de los parámetros se mantengan dentro de su respectivo rango de definición. </a:t>
            </a:r>
            <a:endParaRPr lang="de-CH" i="1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619F849-934A-D0B2-5B42-7DBDD82F13B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DFE67FB-9760-AB48-99CD-EF4F31374870}" type="datetime1">
              <a:rPr lang="de-CH" noProof="0" smtClean="0"/>
              <a:t>03.02.2025</a:t>
            </a:fld>
            <a:endParaRPr lang="en-GB" noProof="0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065620B-BF68-6496-5148-F017C3E4C42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noProof="0"/>
              <a:t>PSI Centers for Nuclear Engineering and Sciences &amp; Energy and Environmental Sciences</a:t>
            </a:r>
            <a:endParaRPr lang="en-GB" noProof="0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AD46F76-0F0E-AB85-1173-C035449F0DD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2AD375-037F-43D0-B059-5172DA06796A}" type="slidenum">
              <a:rPr lang="en-GB" noProof="0" smtClean="0"/>
              <a:pPr/>
              <a:t>10</a:t>
            </a:fld>
            <a:endParaRPr lang="en-GB" noProof="0" dirty="0"/>
          </a:p>
        </p:txBody>
      </p:sp>
    </p:spTree>
    <p:extLst>
      <p:ext uri="{BB962C8B-B14F-4D97-AF65-F5344CB8AC3E}">
        <p14:creationId xmlns:p14="http://schemas.microsoft.com/office/powerpoint/2010/main" val="1974837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C97533A4-90FA-BC08-9D30-6FAB13A8336B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Gracias!</a:t>
            </a:r>
            <a:endParaRPr lang="de-CH" dirty="0"/>
          </a:p>
        </p:txBody>
      </p:sp>
      <p:sp>
        <p:nvSpPr>
          <p:cNvPr id="8" name="Subtitle 7">
            <a:extLst>
              <a:ext uri="{FF2B5EF4-FFF2-40B4-BE49-F238E27FC236}">
                <a16:creationId xmlns:a16="http://schemas.microsoft.com/office/drawing/2014/main" id="{77799877-2B3F-247E-5F8A-4A8BC8C8D8D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95325" y="3848791"/>
            <a:ext cx="8045451" cy="1080120"/>
          </a:xfrm>
        </p:spPr>
        <p:txBody>
          <a:bodyPr/>
          <a:lstStyle/>
          <a:p>
            <a:r>
              <a:rPr lang="en-US" dirty="0" err="1"/>
              <a:t>Preguntas</a:t>
            </a:r>
            <a:r>
              <a:rPr lang="en-US" dirty="0"/>
              <a:t>? </a:t>
            </a:r>
          </a:p>
          <a:p>
            <a:r>
              <a:rPr lang="en-US" dirty="0" err="1"/>
              <a:t>Comentarios</a:t>
            </a:r>
            <a:r>
              <a:rPr lang="en-US" dirty="0"/>
              <a:t>?</a:t>
            </a:r>
          </a:p>
          <a:p>
            <a:r>
              <a:rPr lang="en-US" dirty="0"/>
              <a:t>Ideas?</a:t>
            </a:r>
          </a:p>
          <a:p>
            <a:r>
              <a:rPr lang="en-US" dirty="0"/>
              <a:t>Es algo que </a:t>
            </a:r>
            <a:r>
              <a:rPr lang="en-US" dirty="0" err="1"/>
              <a:t>podriais</a:t>
            </a:r>
            <a:r>
              <a:rPr lang="en-US" dirty="0"/>
              <a:t> usar?</a:t>
            </a:r>
          </a:p>
          <a:p>
            <a:endParaRPr lang="de-CH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9A76710-6766-D041-B298-2920ED7C888A}"/>
              </a:ext>
            </a:extLst>
          </p:cNvPr>
          <p:cNvSpPr>
            <a:spLocks noGrp="1"/>
          </p:cNvSpPr>
          <p:nvPr>
            <p:ph type="dt" sz="half" idx="4294967295"/>
          </p:nvPr>
        </p:nvSpPr>
        <p:spPr>
          <a:xfrm>
            <a:off x="10571163" y="6403975"/>
            <a:ext cx="1620837" cy="144463"/>
          </a:xfrm>
        </p:spPr>
        <p:txBody>
          <a:bodyPr/>
          <a:lstStyle/>
          <a:p>
            <a:fld id="{DDFE67FB-9760-AB48-99CD-EF4F31374870}" type="datetime1">
              <a:rPr lang="de-CH" noProof="0" smtClean="0"/>
              <a:t>03.02.2025</a:t>
            </a:fld>
            <a:endParaRPr lang="en-GB" noProof="0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FA7BF49-E554-B531-47B5-7D416C52442F}"/>
              </a:ext>
            </a:extLst>
          </p:cNvPr>
          <p:cNvSpPr>
            <a:spLocks noGrp="1"/>
          </p:cNvSpPr>
          <p:nvPr>
            <p:ph type="ftr" sz="quarter" idx="4294967295"/>
          </p:nvPr>
        </p:nvSpPr>
        <p:spPr>
          <a:xfrm>
            <a:off x="0" y="6403975"/>
            <a:ext cx="8045450" cy="144463"/>
          </a:xfrm>
        </p:spPr>
        <p:txBody>
          <a:bodyPr/>
          <a:lstStyle/>
          <a:p>
            <a:r>
              <a:rPr lang="en-US" noProof="0"/>
              <a:t>PSI Centers for Nuclear Engineering and Sciences &amp; Energy and Environmental Sciences</a:t>
            </a:r>
            <a:endParaRPr lang="en-GB" noProof="0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39982BA-5556-D775-FA31-C56E83B04ED4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>
          <a:xfrm>
            <a:off x="0" y="6403975"/>
            <a:ext cx="703263" cy="144463"/>
          </a:xfrm>
        </p:spPr>
        <p:txBody>
          <a:bodyPr/>
          <a:lstStyle/>
          <a:p>
            <a:fld id="{442AD375-037F-43D0-B059-5172DA06796A}" type="slidenum">
              <a:rPr lang="en-GB" noProof="0" smtClean="0"/>
              <a:pPr/>
              <a:t>11</a:t>
            </a:fld>
            <a:endParaRPr lang="en-GB" noProof="0" dirty="0"/>
          </a:p>
        </p:txBody>
      </p:sp>
    </p:spTree>
    <p:extLst>
      <p:ext uri="{BB962C8B-B14F-4D97-AF65-F5344CB8AC3E}">
        <p14:creationId xmlns:p14="http://schemas.microsoft.com/office/powerpoint/2010/main" val="370689158"/>
      </p:ext>
    </p:extLst>
  </p:cSld>
  <p:clrMapOvr>
    <a:masterClrMapping/>
  </p:clrMapOvr>
</p:sld>
</file>

<file path=ppt/theme/theme1.xml><?xml version="1.0" encoding="utf-8"?>
<a:theme xmlns:a="http://schemas.openxmlformats.org/drawingml/2006/main" name="Benutzerdefiniertes Design">
  <a:themeElements>
    <a:clrScheme name="PSI">
      <a:dk1>
        <a:sysClr val="windowText" lastClr="000000"/>
      </a:dk1>
      <a:lt1>
        <a:sysClr val="window" lastClr="FFFFFF"/>
      </a:lt1>
      <a:dk2>
        <a:srgbClr val="4B4B4B"/>
      </a:dk2>
      <a:lt2>
        <a:srgbClr val="B9B9B9"/>
      </a:lt2>
      <a:accent1>
        <a:srgbClr val="0014E6"/>
      </a:accent1>
      <a:accent2>
        <a:srgbClr val="00F0A0"/>
      </a:accent2>
      <a:accent3>
        <a:srgbClr val="DC005A"/>
      </a:accent3>
      <a:accent4>
        <a:srgbClr val="6E14DC"/>
      </a:accent4>
      <a:accent5>
        <a:srgbClr val="F0F500"/>
      </a:accent5>
      <a:accent6>
        <a:srgbClr val="F050FA"/>
      </a:accent6>
      <a:hlink>
        <a:srgbClr val="000000"/>
      </a:hlink>
      <a:folHlink>
        <a:srgbClr val="000000"/>
      </a:folHlink>
    </a:clrScheme>
    <a:fontScheme name="PSI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accent1"/>
        </a:solidFill>
        <a:ln>
          <a:noFill/>
        </a:ln>
      </a:spPr>
      <a:bodyPr rtlCol="0" anchor="ctr"/>
      <a:lstStyle>
        <a:defPPr algn="ctr">
          <a:defRPr sz="2000" dirty="0" err="1" smtClean="0"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 w="12700"/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>
        <a:noFill/>
      </a:spPr>
      <a:bodyPr wrap="square" lIns="0" tIns="0" rIns="0" bIns="0" rtlCol="0">
        <a:spAutoFit/>
      </a:bodyPr>
      <a:lstStyle>
        <a:defPPr algn="l">
          <a:defRPr sz="2000" dirty="0" smtClean="0"/>
        </a:defPPr>
      </a:lstStyle>
    </a:txDef>
  </a:objectDefaults>
  <a:extraClrSchemeLst/>
  <a:extLst>
    <a:ext uri="{05A4C25C-085E-4340-85A3-A5531E510DB2}">
      <thm15:themeFamily xmlns:thm15="http://schemas.microsoft.com/office/thememl/2012/main" name="Presentation PSI CEE V8" id="{2BB4AEE5-8367-4671-B632-010E068763F1}" vid="{538D6FCE-8F02-425D-84A1-A00371120DDA}"/>
    </a:ext>
  </a:extLst>
</a:theme>
</file>

<file path=ppt/theme/theme2.xml><?xml version="1.0" encoding="utf-8"?>
<a:theme xmlns:a="http://schemas.openxmlformats.org/drawingml/2006/main" name="Office Theme">
  <a:themeElements>
    <a:clrScheme name="PSI">
      <a:dk1>
        <a:sysClr val="windowText" lastClr="000000"/>
      </a:dk1>
      <a:lt1>
        <a:sysClr val="window" lastClr="FFFFFF"/>
      </a:lt1>
      <a:dk2>
        <a:srgbClr val="4B4B4B"/>
      </a:dk2>
      <a:lt2>
        <a:srgbClr val="B9B9B9"/>
      </a:lt2>
      <a:accent1>
        <a:srgbClr val="0014E6"/>
      </a:accent1>
      <a:accent2>
        <a:srgbClr val="00F096"/>
      </a:accent2>
      <a:accent3>
        <a:srgbClr val="DC005A"/>
      </a:accent3>
      <a:accent4>
        <a:srgbClr val="6E14DC"/>
      </a:accent4>
      <a:accent5>
        <a:srgbClr val="F0F500"/>
      </a:accent5>
      <a:accent6>
        <a:srgbClr val="F050FA"/>
      </a:accent6>
      <a:hlink>
        <a:srgbClr val="000000"/>
      </a:hlink>
      <a:folHlink>
        <a:srgbClr val="000000"/>
      </a:folHlink>
    </a:clrScheme>
    <a:fontScheme name="PSI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PSI">
      <a:dk1>
        <a:sysClr val="windowText" lastClr="000000"/>
      </a:dk1>
      <a:lt1>
        <a:sysClr val="window" lastClr="FFFFFF"/>
      </a:lt1>
      <a:dk2>
        <a:srgbClr val="4B4B4B"/>
      </a:dk2>
      <a:lt2>
        <a:srgbClr val="B9B9B9"/>
      </a:lt2>
      <a:accent1>
        <a:srgbClr val="0014E6"/>
      </a:accent1>
      <a:accent2>
        <a:srgbClr val="00F096"/>
      </a:accent2>
      <a:accent3>
        <a:srgbClr val="DC005A"/>
      </a:accent3>
      <a:accent4>
        <a:srgbClr val="6E14DC"/>
      </a:accent4>
      <a:accent5>
        <a:srgbClr val="F0F500"/>
      </a:accent5>
      <a:accent6>
        <a:srgbClr val="F050FA"/>
      </a:accent6>
      <a:hlink>
        <a:srgbClr val="000000"/>
      </a:hlink>
      <a:folHlink>
        <a:srgbClr val="000000"/>
      </a:folHlink>
    </a:clrScheme>
    <a:fontScheme name="PSI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kument" ma:contentTypeID="0x0101000E594130A2AF244FBF3F304D904ED593" ma:contentTypeVersion="18" ma:contentTypeDescription="Ein neues Dokument erstellen." ma:contentTypeScope="" ma:versionID="9c227ad3ab8d826471e210bb857ebfda">
  <xsd:schema xmlns:xsd="http://www.w3.org/2001/XMLSchema" xmlns:xs="http://www.w3.org/2001/XMLSchema" xmlns:p="http://schemas.microsoft.com/office/2006/metadata/properties" xmlns:ns2="c9077d15-72ed-4fec-bcfe-3472729e9195" xmlns:ns3="bc24777f-78b6-4f3c-a73a-d5fa08e4d537" targetNamespace="http://schemas.microsoft.com/office/2006/metadata/properties" ma:root="true" ma:fieldsID="2a0acd45fe6cc66a06723547185abeb0" ns2:_="" ns3:_="">
    <xsd:import namespace="c9077d15-72ed-4fec-bcfe-3472729e9195"/>
    <xsd:import namespace="bc24777f-78b6-4f3c-a73a-d5fa08e4d537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AutoTags" minOccurs="0"/>
                <xsd:element ref="ns2:MediaServiceGenerationTime" minOccurs="0"/>
                <xsd:element ref="ns2:MediaServiceEventHashCode" minOccurs="0"/>
                <xsd:element ref="ns2:MediaServiceDateTaken" minOccurs="0"/>
                <xsd:element ref="ns2:MediaServiceOCR" minOccurs="0"/>
                <xsd:element ref="ns2:MediaServiceAutoKeyPoints" minOccurs="0"/>
                <xsd:element ref="ns2:MediaServiceKeyPoints" minOccurs="0"/>
                <xsd:element ref="ns2:MediaServiceLocation" minOccurs="0"/>
                <xsd:element ref="ns2:MediaLengthInSeconds" minOccurs="0"/>
                <xsd:element ref="ns2:lcf76f155ced4ddcb4097134ff3c332f" minOccurs="0"/>
                <xsd:element ref="ns3:TaxCatchAll" minOccurs="0"/>
                <xsd:element ref="ns3:SharedWithUsers" minOccurs="0"/>
                <xsd:element ref="ns3:SharedWithDetails" minOccurs="0"/>
                <xsd:element ref="ns2:MediaServiceObjectDetectorVersions" minOccurs="0"/>
                <xsd:element ref="ns2:MediaServiceSearchPropertie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c9077d15-72ed-4fec-bcfe-3472729e9195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AutoTags" ma:index="10" nillable="true" ma:displayName="Tags" ma:internalName="MediaServiceAutoTags" ma:readOnly="true">
      <xsd:simpleType>
        <xsd:restriction base="dms:Text"/>
      </xsd:simpleType>
    </xsd:element>
    <xsd:element name="MediaServiceGenerationTime" ma:index="11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2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DateTaken" ma:index="13" nillable="true" ma:displayName="MediaServiceDateTaken" ma:hidden="true" ma:internalName="MediaServiceDateTaken" ma:readOnly="true">
      <xsd:simpleType>
        <xsd:restriction base="dms:Text"/>
      </xsd:simpleType>
    </xsd:element>
    <xsd:element name="MediaServiceOCR" ma:index="14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AutoKeyPoints" ma:index="15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6" nillable="true" ma:displayName="KeyPoints" ma:internalName="MediaServiceKeyPoints" ma:readOnly="true">
      <xsd:simpleType>
        <xsd:restriction base="dms:Note">
          <xsd:maxLength value="255"/>
        </xsd:restriction>
      </xsd:simpleType>
    </xsd:element>
    <xsd:element name="MediaServiceLocation" ma:index="17" nillable="true" ma:displayName="Location" ma:internalName="MediaServiceLocation" ma:readOnly="true">
      <xsd:simpleType>
        <xsd:restriction base="dms:Text"/>
      </xsd:simpleType>
    </xsd:element>
    <xsd:element name="MediaLengthInSeconds" ma:index="18" nillable="true" ma:displayName="Length (seconds)" ma:internalName="MediaLengthInSeconds" ma:readOnly="true">
      <xsd:simpleType>
        <xsd:restriction base="dms:Unknown"/>
      </xsd:simpleType>
    </xsd:element>
    <xsd:element name="lcf76f155ced4ddcb4097134ff3c332f" ma:index="20" nillable="true" ma:taxonomy="true" ma:internalName="lcf76f155ced4ddcb4097134ff3c332f" ma:taxonomyFieldName="MediaServiceImageTags" ma:displayName="Bildmarkierungen" ma:readOnly="false" ma:fieldId="{5cf76f15-5ced-4ddc-b409-7134ff3c332f}" ma:taxonomyMulti="true" ma:sspId="7fbe3b91-0d7a-4fca-85de-75d49bc052ce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ObjectDetectorVersions" ma:index="24" nillable="true" ma:displayName="MediaServiceObjectDetectorVersions" ma:description="" ma:hidden="true" ma:indexed="true" ma:internalName="MediaServiceObjectDetectorVersions" ma:readOnly="true">
      <xsd:simpleType>
        <xsd:restriction base="dms:Text"/>
      </xsd:simpleType>
    </xsd:element>
    <xsd:element name="MediaServiceSearchProperties" ma:index="25" nillable="true" ma:displayName="MediaServiceSearchProperties" ma:hidden="true" ma:internalName="MediaServiceSearchProperties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bc24777f-78b6-4f3c-a73a-d5fa08e4d537" elementFormDefault="qualified">
    <xsd:import namespace="http://schemas.microsoft.com/office/2006/documentManagement/types"/>
    <xsd:import namespace="http://schemas.microsoft.com/office/infopath/2007/PartnerControls"/>
    <xsd:element name="TaxCatchAll" ma:index="21" nillable="true" ma:displayName="Taxonomy Catch All Column" ma:hidden="true" ma:list="{523888c3-3691-4ee2-9093-74875a1c94d8}" ma:internalName="TaxCatchAll" ma:showField="CatchAllData" ma:web="bc24777f-78b6-4f3c-a73a-d5fa08e4d537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  <xsd:element name="SharedWithUsers" ma:index="22" nillable="true" ma:displayName="Freigegeben für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23" nillable="true" ma:displayName="Freigegeben für - Details" ma:internalName="SharedWithDetails" ma:readOnly="true">
      <xsd:simpleType>
        <xsd:restriction base="dms:Note">
          <xsd:maxLength value="255"/>
        </xsd:restriction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Inhaltstyp"/>
        <xsd:element ref="dc:title" minOccurs="0" maxOccurs="1" ma:index="4" ma:displayName="Titel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TaxCatchAll xmlns="bc24777f-78b6-4f3c-a73a-d5fa08e4d537" xsi:nil="true"/>
    <lcf76f155ced4ddcb4097134ff3c332f xmlns="c9077d15-72ed-4fec-bcfe-3472729e9195">
      <Terms xmlns="http://schemas.microsoft.com/office/infopath/2007/PartnerControls"/>
    </lcf76f155ced4ddcb4097134ff3c332f>
  </documentManagement>
</p:properties>
</file>

<file path=customXml/itemProps1.xml><?xml version="1.0" encoding="utf-8"?>
<ds:datastoreItem xmlns:ds="http://schemas.openxmlformats.org/officeDocument/2006/customXml" ds:itemID="{4B6B7BE2-63AD-4C37-AC44-F0E4FC348E24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7B9C8326-17BB-45BD-9C1C-A05512924ED0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c9077d15-72ed-4fec-bcfe-3472729e9195"/>
    <ds:schemaRef ds:uri="bc24777f-78b6-4f3c-a73a-d5fa08e4d537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3.xml><?xml version="1.0" encoding="utf-8"?>
<ds:datastoreItem xmlns:ds="http://schemas.openxmlformats.org/officeDocument/2006/customXml" ds:itemID="{5626B806-0237-4942-A1FD-5C97285908C2}">
  <ds:schemaRefs>
    <ds:schemaRef ds:uri="http://schemas.microsoft.com/office/2006/documentManagement/types"/>
    <ds:schemaRef ds:uri="http://purl.org/dc/elements/1.1/"/>
    <ds:schemaRef ds:uri="http://www.w3.org/XML/1998/namespace"/>
    <ds:schemaRef ds:uri="bc24777f-78b6-4f3c-a73a-d5fa08e4d537"/>
    <ds:schemaRef ds:uri="http://purl.org/dc/terms/"/>
    <ds:schemaRef ds:uri="http://purl.org/dc/dcmitype/"/>
    <ds:schemaRef ds:uri="http://schemas.microsoft.com/office/2006/metadata/properties"/>
    <ds:schemaRef ds:uri="http://schemas.openxmlformats.org/package/2006/metadata/core-properties"/>
    <ds:schemaRef ds:uri="http://schemas.microsoft.com/office/infopath/2007/PartnerControls"/>
    <ds:schemaRef ds:uri="c9077d15-72ed-4fec-bcfe-3472729e9195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Benutzerdefiniertes Design</Template>
  <TotalTime>0</TotalTime>
  <Words>661</Words>
  <Application>Microsoft Office PowerPoint</Application>
  <PresentationFormat>Widescreen</PresentationFormat>
  <Paragraphs>85</Paragraphs>
  <Slides>11</Slides>
  <Notes>4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5" baseType="lpstr">
      <vt:lpstr>Aptos</vt:lpstr>
      <vt:lpstr>Aptos SemiBold</vt:lpstr>
      <vt:lpstr>Arial</vt:lpstr>
      <vt:lpstr>Benutzerdefiniertes Design</vt:lpstr>
      <vt:lpstr>lca algebraic</vt:lpstr>
      <vt:lpstr>¿Qué es lca_algebraic? </vt:lpstr>
      <vt:lpstr>¿ Cómo instalar lca_algebraic?</vt:lpstr>
      <vt:lpstr>Parametric Life Cycle Assessment of Nuclear Power for Simplified Models </vt:lpstr>
      <vt:lpstr>¿Cuál es el potencial de calentamiento global (GWP) de la producción de energía nuclear, expresado en kg CO₂-eq por kWh?</vt:lpstr>
      <vt:lpstr>¿Cuál es el potencial de calentamiento global (GWP) de la producción de energía nuclear, expresado en kg CO₂-eq por kWh?  </vt:lpstr>
      <vt:lpstr>¿Qué hipótesis/parámetros explican esta variedad de resultados?</vt:lpstr>
      <vt:lpstr>Resultados</vt:lpstr>
      <vt:lpstr>Análisis de sensibilidad global (GSA) </vt:lpstr>
      <vt:lpstr>Modelos simplificados por categoría de impacto, a partir del modelo completo de ACV</vt:lpstr>
      <vt:lpstr>Gracias!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lca algebraic</dc:title>
  <dc:creator>Kerchof Carolyn Brett</dc:creator>
  <dc:description>erstellt durch Vorlagenbauer.ch</dc:description>
  <cp:lastModifiedBy>Hahn Menacho Alvaro Jose</cp:lastModifiedBy>
  <cp:revision>8</cp:revision>
  <dcterms:created xsi:type="dcterms:W3CDTF">2024-08-05T16:22:00Z</dcterms:created>
  <dcterms:modified xsi:type="dcterms:W3CDTF">2025-02-03T00:29:33Z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0x0101000E594130A2AF244FBF3F304D904ED593</vt:lpwstr>
  </property>
  <property fmtid="{D5CDD505-2E9C-101B-9397-08002B2CF9AE}" pid="3" name="MediaServiceImageTags">
    <vt:lpwstr/>
  </property>
</Properties>
</file>