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4"/>
  </p:sldMasterIdLst>
  <p:notesMasterIdLst>
    <p:notesMasterId r:id="rId27"/>
  </p:notesMasterIdLst>
  <p:handoutMasterIdLst>
    <p:handoutMasterId r:id="rId28"/>
  </p:handoutMasterIdLst>
  <p:sldIdLst>
    <p:sldId id="392" r:id="rId5"/>
    <p:sldId id="712" r:id="rId6"/>
    <p:sldId id="1021" r:id="rId7"/>
    <p:sldId id="759" r:id="rId8"/>
    <p:sldId id="756" r:id="rId9"/>
    <p:sldId id="1018" r:id="rId10"/>
    <p:sldId id="760" r:id="rId11"/>
    <p:sldId id="293" r:id="rId12"/>
    <p:sldId id="1020" r:id="rId13"/>
    <p:sldId id="1019" r:id="rId14"/>
    <p:sldId id="1017" r:id="rId15"/>
    <p:sldId id="767" r:id="rId16"/>
    <p:sldId id="265" r:id="rId17"/>
    <p:sldId id="273" r:id="rId18"/>
    <p:sldId id="962" r:id="rId19"/>
    <p:sldId id="771" r:id="rId20"/>
    <p:sldId id="721" r:id="rId21"/>
    <p:sldId id="989" r:id="rId22"/>
    <p:sldId id="733" r:id="rId23"/>
    <p:sldId id="954" r:id="rId24"/>
    <p:sldId id="772" r:id="rId25"/>
    <p:sldId id="286" r:id="rId26"/>
  </p:sldIdLst>
  <p:sldSz cx="12192000" cy="6858000"/>
  <p:notesSz cx="6797675" cy="9926638"/>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DC0059"/>
    <a:srgbClr val="000073"/>
    <a:srgbClr val="F1E8EF"/>
    <a:srgbClr val="F0F0F0"/>
    <a:srgbClr val="CBCCF5"/>
    <a:srgbClr val="E7E7FA"/>
    <a:srgbClr val="EBE7F9"/>
    <a:srgbClr val="D5CCF2"/>
    <a:srgbClr val="FF66FF"/>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249" autoAdjust="0"/>
    <p:restoredTop sz="78613" autoAdjust="0"/>
  </p:normalViewPr>
  <p:slideViewPr>
    <p:cSldViewPr showGuides="1">
      <p:cViewPr varScale="1">
        <p:scale>
          <a:sx n="89" d="100"/>
          <a:sy n="89" d="100"/>
        </p:scale>
        <p:origin x="846" y="96"/>
      </p:cViewPr>
      <p:guideLst/>
    </p:cSldViewPr>
  </p:slideViewPr>
  <p:outlineViewPr>
    <p:cViewPr>
      <p:scale>
        <a:sx n="33" d="100"/>
        <a:sy n="33" d="100"/>
      </p:scale>
      <p:origin x="0" y="-2664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96" d="100"/>
          <a:sy n="96" d="100"/>
        </p:scale>
        <p:origin x="3538" y="5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472480" y="249031"/>
            <a:ext cx="4282476" cy="336705"/>
          </a:xfrm>
          <a:prstGeom prst="rect">
            <a:avLst/>
          </a:prstGeom>
        </p:spPr>
        <p:txBody>
          <a:bodyPr vert="horz" lIns="0" tIns="0" rIns="0" bIns="0" rtlCol="0"/>
          <a:lstStyle>
            <a:lvl1pPr algn="l">
              <a:defRPr sz="1200"/>
            </a:lvl1pPr>
          </a:lstStyle>
          <a:p>
            <a:r>
              <a:rPr lang="de-CH" sz="900"/>
              <a:t>Kopfzeilentext</a:t>
            </a:r>
            <a:endParaRPr lang="de-CH" sz="900" dirty="0"/>
          </a:p>
        </p:txBody>
      </p:sp>
      <p:sp>
        <p:nvSpPr>
          <p:cNvPr id="3" name="Datumsplatzhalter 2"/>
          <p:cNvSpPr>
            <a:spLocks noGrp="1"/>
          </p:cNvSpPr>
          <p:nvPr>
            <p:ph type="dt" sz="quarter" idx="1"/>
          </p:nvPr>
        </p:nvSpPr>
        <p:spPr>
          <a:xfrm>
            <a:off x="5092527" y="249031"/>
            <a:ext cx="1232669" cy="336705"/>
          </a:xfrm>
          <a:prstGeom prst="rect">
            <a:avLst/>
          </a:prstGeom>
        </p:spPr>
        <p:txBody>
          <a:bodyPr vert="horz" lIns="0" tIns="0" rIns="0" bIns="0" rtlCol="0"/>
          <a:lstStyle>
            <a:lvl1pPr algn="r">
              <a:defRPr sz="1200"/>
            </a:lvl1pPr>
          </a:lstStyle>
          <a:p>
            <a:fld id="{EEC665CA-D682-48EC-95D2-126FD6449D65}" type="datetime1">
              <a:rPr lang="de-CH" sz="900"/>
              <a:t>04.02.2025</a:t>
            </a:fld>
            <a:endParaRPr lang="de-CH" sz="900"/>
          </a:p>
        </p:txBody>
      </p:sp>
      <p:sp>
        <p:nvSpPr>
          <p:cNvPr id="4" name="Fußzeilenplatzhalter 3"/>
          <p:cNvSpPr>
            <a:spLocks noGrp="1"/>
          </p:cNvSpPr>
          <p:nvPr>
            <p:ph type="ftr" sz="quarter" idx="2"/>
          </p:nvPr>
        </p:nvSpPr>
        <p:spPr>
          <a:xfrm>
            <a:off x="472480" y="9215733"/>
            <a:ext cx="4282476" cy="359690"/>
          </a:xfrm>
          <a:prstGeom prst="rect">
            <a:avLst/>
          </a:prstGeom>
        </p:spPr>
        <p:txBody>
          <a:bodyPr vert="horz" lIns="0" tIns="0" rIns="0" bIns="0" rtlCol="0" anchor="b"/>
          <a:lstStyle>
            <a:lvl1pPr algn="l">
              <a:defRPr sz="1200"/>
            </a:lvl1pPr>
          </a:lstStyle>
          <a:p>
            <a:r>
              <a:rPr lang="de-CH" sz="900"/>
              <a:t>Fusszeilentext</a:t>
            </a:r>
            <a:endParaRPr lang="de-CH" sz="900" dirty="0"/>
          </a:p>
        </p:txBody>
      </p:sp>
      <p:sp>
        <p:nvSpPr>
          <p:cNvPr id="5" name="Foliennummernplatzhalter 4"/>
          <p:cNvSpPr>
            <a:spLocks noGrp="1"/>
          </p:cNvSpPr>
          <p:nvPr>
            <p:ph type="sldNum" sz="quarter" idx="3"/>
          </p:nvPr>
        </p:nvSpPr>
        <p:spPr>
          <a:xfrm>
            <a:off x="5092527" y="9215736"/>
            <a:ext cx="1232669" cy="359687"/>
          </a:xfrm>
          <a:prstGeom prst="rect">
            <a:avLst/>
          </a:prstGeom>
        </p:spPr>
        <p:txBody>
          <a:bodyPr vert="horz" lIns="0" tIns="0" rIns="0" bIns="0" rtlCol="0" anchor="b"/>
          <a:lstStyle>
            <a:lvl1pPr algn="r">
              <a:defRPr sz="1200"/>
            </a:lvl1pPr>
          </a:lstStyle>
          <a:p>
            <a:fld id="{2CEDAA2C-602C-494B-9BFF-F0D7FF14E319}" type="slidenum">
              <a:rPr lang="de-CH" sz="900"/>
              <a:t>‹#›</a:t>
            </a:fld>
            <a:endParaRPr lang="de-CH" sz="900" dirty="0"/>
          </a:p>
        </p:txBody>
      </p:sp>
    </p:spTree>
    <p:extLst>
      <p:ext uri="{BB962C8B-B14F-4D97-AF65-F5344CB8AC3E}">
        <p14:creationId xmlns:p14="http://schemas.microsoft.com/office/powerpoint/2010/main" val="1625002673"/>
      </p:ext>
    </p:extLst>
  </p:cSld>
  <p:clrMap bg1="lt1" tx1="dk1" bg2="lt2" tx2="dk2" accent1="accent1" accent2="accent2" accent3="accent3" accent4="accent4" accent5="accent5" accent6="accent6" hlink="hlink" folHlink="folHlink"/>
  <p:hf hdr="0" ftr="0" dt="0"/>
  <p:extLst>
    <p:ext uri="{56416CCD-93CA-4268-BC5B-53C4BB910035}">
      <p15:sldGuideLst xmlns:p15="http://schemas.microsoft.com/office/powerpoint/2012/main">
        <p15:guide id="1" orient="horz" pos="3127" userDrawn="1">
          <p15:clr>
            <a:srgbClr val="F26B43"/>
          </p15:clr>
        </p15:guide>
        <p15:guide id="2" pos="214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olienbildplatzhalter 11"/>
          <p:cNvSpPr>
            <a:spLocks noGrp="1" noRot="1" noChangeAspect="1"/>
          </p:cNvSpPr>
          <p:nvPr>
            <p:ph type="sldImg" idx="2"/>
          </p:nvPr>
        </p:nvSpPr>
        <p:spPr>
          <a:xfrm>
            <a:off x="496888" y="976313"/>
            <a:ext cx="6034087" cy="3395662"/>
          </a:xfrm>
          <a:prstGeom prst="rect">
            <a:avLst/>
          </a:prstGeom>
          <a:noFill/>
          <a:ln w="3175">
            <a:solidFill>
              <a:prstClr val="black"/>
            </a:solidFill>
          </a:ln>
        </p:spPr>
        <p:txBody>
          <a:bodyPr vert="horz" lIns="94229" tIns="47114" rIns="94229" bIns="47114" rtlCol="0" anchor="ctr"/>
          <a:lstStyle/>
          <a:p>
            <a:endParaRPr lang="de-CH"/>
          </a:p>
        </p:txBody>
      </p:sp>
      <p:sp>
        <p:nvSpPr>
          <p:cNvPr id="14" name="Fußzeilenplatzhalter 13"/>
          <p:cNvSpPr>
            <a:spLocks noGrp="1"/>
          </p:cNvSpPr>
          <p:nvPr>
            <p:ph type="ftr" sz="quarter" idx="4"/>
          </p:nvPr>
        </p:nvSpPr>
        <p:spPr>
          <a:xfrm>
            <a:off x="768425" y="9457664"/>
            <a:ext cx="2210809" cy="194876"/>
          </a:xfrm>
          <a:prstGeom prst="rect">
            <a:avLst/>
          </a:prstGeom>
        </p:spPr>
        <p:txBody>
          <a:bodyPr vert="horz" lIns="0" tIns="0" rIns="0" bIns="0" rtlCol="0" anchor="t"/>
          <a:lstStyle>
            <a:lvl1pPr algn="l">
              <a:defRPr sz="900"/>
            </a:lvl1pPr>
          </a:lstStyle>
          <a:p>
            <a:r>
              <a:rPr lang="de-CH" dirty="0"/>
              <a:t>Fusszeilentext</a:t>
            </a:r>
          </a:p>
        </p:txBody>
      </p:sp>
      <p:sp>
        <p:nvSpPr>
          <p:cNvPr id="15" name="Foliennummernplatzhalter 14"/>
          <p:cNvSpPr>
            <a:spLocks noGrp="1"/>
          </p:cNvSpPr>
          <p:nvPr>
            <p:ph type="sldNum" sz="quarter" idx="5"/>
          </p:nvPr>
        </p:nvSpPr>
        <p:spPr>
          <a:xfrm>
            <a:off x="5414613" y="9457664"/>
            <a:ext cx="863510" cy="194876"/>
          </a:xfrm>
          <a:prstGeom prst="rect">
            <a:avLst/>
          </a:prstGeom>
        </p:spPr>
        <p:txBody>
          <a:bodyPr vert="horz" lIns="0" tIns="0" rIns="0" bIns="0" rtlCol="0" anchor="t"/>
          <a:lstStyle>
            <a:lvl1pPr algn="r">
              <a:defRPr sz="900"/>
            </a:lvl1pPr>
          </a:lstStyle>
          <a:p>
            <a:fld id="{83C81C81-E364-4366-A610-2DB15FF98538}" type="slidenum">
              <a:rPr lang="de-CH" smtClean="0"/>
              <a:pPr/>
              <a:t>‹#›</a:t>
            </a:fld>
            <a:endParaRPr lang="de-CH" dirty="0"/>
          </a:p>
        </p:txBody>
      </p:sp>
      <p:sp>
        <p:nvSpPr>
          <p:cNvPr id="16" name="Notizenplatzhalter 15"/>
          <p:cNvSpPr>
            <a:spLocks noGrp="1"/>
          </p:cNvSpPr>
          <p:nvPr>
            <p:ph type="body" sz="quarter" idx="3"/>
          </p:nvPr>
        </p:nvSpPr>
        <p:spPr>
          <a:xfrm>
            <a:off x="766620" y="4650633"/>
            <a:ext cx="5511501" cy="4612101"/>
          </a:xfrm>
          <a:prstGeom prst="rect">
            <a:avLst/>
          </a:prstGeom>
        </p:spPr>
        <p:txBody>
          <a:bodyPr vert="horz" lIns="0" tIns="0" rIns="0" bIns="0" rtlCol="0"/>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de-CH" dirty="0"/>
          </a:p>
        </p:txBody>
      </p:sp>
      <p:sp>
        <p:nvSpPr>
          <p:cNvPr id="17" name="Datumsplatzhalter 16"/>
          <p:cNvSpPr>
            <a:spLocks noGrp="1"/>
          </p:cNvSpPr>
          <p:nvPr>
            <p:ph type="dt" idx="1"/>
          </p:nvPr>
        </p:nvSpPr>
        <p:spPr>
          <a:xfrm>
            <a:off x="4192603" y="462286"/>
            <a:ext cx="2076877" cy="201617"/>
          </a:xfrm>
          <a:prstGeom prst="rect">
            <a:avLst/>
          </a:prstGeom>
        </p:spPr>
        <p:txBody>
          <a:bodyPr vert="horz" lIns="0" tIns="0" rIns="0" bIns="0" rtlCol="0"/>
          <a:lstStyle>
            <a:lvl1pPr algn="r">
              <a:defRPr sz="900"/>
            </a:lvl1pPr>
          </a:lstStyle>
          <a:p>
            <a:fld id="{A17AAF7D-4283-4014-80F4-26E915FEACF8}" type="datetime1">
              <a:rPr lang="de-CH" smtClean="0"/>
              <a:t>04.02.2025</a:t>
            </a:fld>
            <a:endParaRPr lang="de-CH" dirty="0"/>
          </a:p>
        </p:txBody>
      </p:sp>
      <p:sp>
        <p:nvSpPr>
          <p:cNvPr id="18" name="Kopfzeilenplatzhalter 17"/>
          <p:cNvSpPr>
            <a:spLocks noGrp="1"/>
          </p:cNvSpPr>
          <p:nvPr>
            <p:ph type="hdr" sz="quarter"/>
          </p:nvPr>
        </p:nvSpPr>
        <p:spPr>
          <a:xfrm>
            <a:off x="757977" y="468975"/>
            <a:ext cx="3220500" cy="194929"/>
          </a:xfrm>
          <a:prstGeom prst="rect">
            <a:avLst/>
          </a:prstGeom>
        </p:spPr>
        <p:txBody>
          <a:bodyPr vert="horz" lIns="0" tIns="0" rIns="0" bIns="0" rtlCol="0"/>
          <a:lstStyle>
            <a:lvl1pPr algn="l">
              <a:defRPr sz="900"/>
            </a:lvl1pPr>
          </a:lstStyle>
          <a:p>
            <a:r>
              <a:rPr lang="de-CH"/>
              <a:t>Kopfzeilentext</a:t>
            </a:r>
            <a:endParaRPr lang="de-CH" dirty="0"/>
          </a:p>
        </p:txBody>
      </p:sp>
    </p:spTree>
    <p:extLst>
      <p:ext uri="{BB962C8B-B14F-4D97-AF65-F5344CB8AC3E}">
        <p14:creationId xmlns:p14="http://schemas.microsoft.com/office/powerpoint/2010/main" val="311709705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spcAft>
        <a:spcPts val="600"/>
      </a:spcAft>
      <a:defRPr sz="1100" kern="1200">
        <a:solidFill>
          <a:schemeClr val="tx1"/>
        </a:solidFill>
        <a:latin typeface="+mn-lt"/>
        <a:ea typeface="+mn-ea"/>
        <a:cs typeface="+mn-cs"/>
      </a:defRPr>
    </a:lvl1pPr>
    <a:lvl2pPr marL="177800" indent="-177800"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2pPr>
    <a:lvl3pPr marL="357188" indent="-179388"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3pPr>
    <a:lvl4pPr marL="534988" indent="-177800"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4pPr>
    <a:lvl5pPr marL="720725" indent="-185738"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127" userDrawn="1">
          <p15:clr>
            <a:srgbClr val="F26B43"/>
          </p15:clr>
        </p15:guide>
        <p15:guide id="2" pos="2141"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dirty="0"/>
          </a:p>
          <a:p>
            <a:endParaRPr lang="en-CH" dirty="0"/>
          </a:p>
        </p:txBody>
      </p:sp>
      <p:sp>
        <p:nvSpPr>
          <p:cNvPr id="4" name="Slide Number Placeholder 3"/>
          <p:cNvSpPr>
            <a:spLocks noGrp="1"/>
          </p:cNvSpPr>
          <p:nvPr>
            <p:ph type="sldNum" sz="quarter" idx="5"/>
          </p:nvPr>
        </p:nvSpPr>
        <p:spPr/>
        <p:txBody>
          <a:bodyPr/>
          <a:lstStyle/>
          <a:p>
            <a:fld id="{812ECD43-08E5-4945-BC4F-4857758E978F}" type="slidenum">
              <a:rPr lang="nl-NL" smtClean="0"/>
              <a:t>2</a:t>
            </a:fld>
            <a:endParaRPr lang="nl-NL"/>
          </a:p>
        </p:txBody>
      </p:sp>
    </p:spTree>
    <p:extLst>
      <p:ext uri="{BB962C8B-B14F-4D97-AF65-F5344CB8AC3E}">
        <p14:creationId xmlns:p14="http://schemas.microsoft.com/office/powerpoint/2010/main" val="14076016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CH" dirty="0"/>
          </a:p>
        </p:txBody>
      </p:sp>
      <p:sp>
        <p:nvSpPr>
          <p:cNvPr id="4" name="Slide Number Placeholder 3"/>
          <p:cNvSpPr>
            <a:spLocks noGrp="1"/>
          </p:cNvSpPr>
          <p:nvPr>
            <p:ph type="sldNum" sz="quarter" idx="5"/>
          </p:nvPr>
        </p:nvSpPr>
        <p:spPr/>
        <p:txBody>
          <a:bodyPr/>
          <a:lstStyle/>
          <a:p>
            <a:fld id="{83C81C81-E364-4366-A610-2DB15FF98538}" type="slidenum">
              <a:rPr lang="de-CH" smtClean="0"/>
              <a:pPr/>
              <a:t>4</a:t>
            </a:fld>
            <a:endParaRPr lang="de-CH" dirty="0"/>
          </a:p>
        </p:txBody>
      </p:sp>
    </p:spTree>
    <p:extLst>
      <p:ext uri="{BB962C8B-B14F-4D97-AF65-F5344CB8AC3E}">
        <p14:creationId xmlns:p14="http://schemas.microsoft.com/office/powerpoint/2010/main" val="19845440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CH" dirty="0"/>
          </a:p>
        </p:txBody>
      </p:sp>
      <p:sp>
        <p:nvSpPr>
          <p:cNvPr id="4" name="Slide Number Placeholder 3"/>
          <p:cNvSpPr>
            <a:spLocks noGrp="1"/>
          </p:cNvSpPr>
          <p:nvPr>
            <p:ph type="sldNum" sz="quarter" idx="5"/>
          </p:nvPr>
        </p:nvSpPr>
        <p:spPr/>
        <p:txBody>
          <a:bodyPr/>
          <a:lstStyle/>
          <a:p>
            <a:fld id="{812ECD43-08E5-4945-BC4F-4857758E978F}" type="slidenum">
              <a:rPr lang="nl-NL" smtClean="0"/>
              <a:t>6</a:t>
            </a:fld>
            <a:endParaRPr lang="nl-NL"/>
          </a:p>
        </p:txBody>
      </p:sp>
    </p:spTree>
    <p:extLst>
      <p:ext uri="{BB962C8B-B14F-4D97-AF65-F5344CB8AC3E}">
        <p14:creationId xmlns:p14="http://schemas.microsoft.com/office/powerpoint/2010/main" val="39831894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dirty="0"/>
          </a:p>
        </p:txBody>
      </p:sp>
      <p:sp>
        <p:nvSpPr>
          <p:cNvPr id="4" name="Slide Number Placeholder 3"/>
          <p:cNvSpPr>
            <a:spLocks noGrp="1"/>
          </p:cNvSpPr>
          <p:nvPr>
            <p:ph type="sldNum" sz="quarter" idx="5"/>
          </p:nvPr>
        </p:nvSpPr>
        <p:spPr/>
        <p:txBody>
          <a:bodyPr/>
          <a:lstStyle/>
          <a:p>
            <a:fld id="{812ECD43-08E5-4945-BC4F-4857758E978F}" type="slidenum">
              <a:rPr lang="nl-NL" smtClean="0"/>
              <a:t>7</a:t>
            </a:fld>
            <a:endParaRPr lang="nl-NL"/>
          </a:p>
        </p:txBody>
      </p:sp>
    </p:spTree>
    <p:extLst>
      <p:ext uri="{BB962C8B-B14F-4D97-AF65-F5344CB8AC3E}">
        <p14:creationId xmlns:p14="http://schemas.microsoft.com/office/powerpoint/2010/main" val="4212211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dirty="0"/>
          </a:p>
        </p:txBody>
      </p:sp>
      <p:sp>
        <p:nvSpPr>
          <p:cNvPr id="4" name="Slide Number Placeholder 3"/>
          <p:cNvSpPr>
            <a:spLocks noGrp="1"/>
          </p:cNvSpPr>
          <p:nvPr>
            <p:ph type="sldNum" sz="quarter" idx="5"/>
          </p:nvPr>
        </p:nvSpPr>
        <p:spPr/>
        <p:txBody>
          <a:bodyPr/>
          <a:lstStyle/>
          <a:p>
            <a:fld id="{812ECD43-08E5-4945-BC4F-4857758E978F}" type="slidenum">
              <a:rPr lang="nl-NL" smtClean="0"/>
              <a:t>8</a:t>
            </a:fld>
            <a:endParaRPr lang="nl-NL"/>
          </a:p>
        </p:txBody>
      </p:sp>
    </p:spTree>
    <p:extLst>
      <p:ext uri="{BB962C8B-B14F-4D97-AF65-F5344CB8AC3E}">
        <p14:creationId xmlns:p14="http://schemas.microsoft.com/office/powerpoint/2010/main" val="10904283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CH" dirty="0"/>
          </a:p>
        </p:txBody>
      </p:sp>
      <p:sp>
        <p:nvSpPr>
          <p:cNvPr id="4" name="Slide Number Placeholder 3"/>
          <p:cNvSpPr>
            <a:spLocks noGrp="1"/>
          </p:cNvSpPr>
          <p:nvPr>
            <p:ph type="sldNum" sz="quarter" idx="5"/>
          </p:nvPr>
        </p:nvSpPr>
        <p:spPr/>
        <p:txBody>
          <a:bodyPr/>
          <a:lstStyle/>
          <a:p>
            <a:fld id="{83C81C81-E364-4366-A610-2DB15FF98538}" type="slidenum">
              <a:rPr lang="de-CH" smtClean="0"/>
              <a:pPr/>
              <a:t>9</a:t>
            </a:fld>
            <a:endParaRPr lang="de-CH" dirty="0"/>
          </a:p>
        </p:txBody>
      </p:sp>
    </p:spTree>
    <p:extLst>
      <p:ext uri="{BB962C8B-B14F-4D97-AF65-F5344CB8AC3E}">
        <p14:creationId xmlns:p14="http://schemas.microsoft.com/office/powerpoint/2010/main" val="35113877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CH" dirty="0"/>
          </a:p>
        </p:txBody>
      </p:sp>
      <p:sp>
        <p:nvSpPr>
          <p:cNvPr id="4" name="Slide Number Placeholder 3"/>
          <p:cNvSpPr>
            <a:spLocks noGrp="1"/>
          </p:cNvSpPr>
          <p:nvPr>
            <p:ph type="sldNum" sz="quarter" idx="5"/>
          </p:nvPr>
        </p:nvSpPr>
        <p:spPr/>
        <p:txBody>
          <a:bodyPr/>
          <a:lstStyle/>
          <a:p>
            <a:fld id="{83C81C81-E364-4366-A610-2DB15FF98538}" type="slidenum">
              <a:rPr lang="de-CH" smtClean="0"/>
              <a:pPr/>
              <a:t>14</a:t>
            </a:fld>
            <a:endParaRPr lang="de-CH" dirty="0"/>
          </a:p>
        </p:txBody>
      </p:sp>
    </p:spTree>
    <p:extLst>
      <p:ext uri="{BB962C8B-B14F-4D97-AF65-F5344CB8AC3E}">
        <p14:creationId xmlns:p14="http://schemas.microsoft.com/office/powerpoint/2010/main" val="27793225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CH" dirty="0"/>
          </a:p>
        </p:txBody>
      </p:sp>
      <p:sp>
        <p:nvSpPr>
          <p:cNvPr id="4" name="Slide Number Placeholder 3"/>
          <p:cNvSpPr>
            <a:spLocks noGrp="1"/>
          </p:cNvSpPr>
          <p:nvPr>
            <p:ph type="sldNum" sz="quarter" idx="5"/>
          </p:nvPr>
        </p:nvSpPr>
        <p:spPr/>
        <p:txBody>
          <a:bodyPr/>
          <a:lstStyle/>
          <a:p>
            <a:fld id="{83C81C81-E364-4366-A610-2DB15FF98538}" type="slidenum">
              <a:rPr lang="de-CH" smtClean="0"/>
              <a:pPr/>
              <a:t>15</a:t>
            </a:fld>
            <a:endParaRPr lang="de-CH" dirty="0"/>
          </a:p>
        </p:txBody>
      </p:sp>
    </p:spTree>
    <p:extLst>
      <p:ext uri="{BB962C8B-B14F-4D97-AF65-F5344CB8AC3E}">
        <p14:creationId xmlns:p14="http://schemas.microsoft.com/office/powerpoint/2010/main" val="39695431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a:p>
        </p:txBody>
      </p:sp>
      <p:sp>
        <p:nvSpPr>
          <p:cNvPr id="4" name="Slide Number Placeholder 3"/>
          <p:cNvSpPr>
            <a:spLocks noGrp="1"/>
          </p:cNvSpPr>
          <p:nvPr>
            <p:ph type="sldNum" sz="quarter" idx="5"/>
          </p:nvPr>
        </p:nvSpPr>
        <p:spPr/>
        <p:txBody>
          <a:bodyPr/>
          <a:lstStyle/>
          <a:p>
            <a:fld id="{812ECD43-08E5-4945-BC4F-4857758E978F}" type="slidenum">
              <a:rPr lang="nl-NL" smtClean="0"/>
              <a:t>17</a:t>
            </a:fld>
            <a:endParaRPr lang="nl-NL"/>
          </a:p>
        </p:txBody>
      </p:sp>
    </p:spTree>
    <p:extLst>
      <p:ext uri="{BB962C8B-B14F-4D97-AF65-F5344CB8AC3E}">
        <p14:creationId xmlns:p14="http://schemas.microsoft.com/office/powerpoint/2010/main" val="125230434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Blue">
    <p:bg>
      <p:bgPr>
        <a:solidFill>
          <a:schemeClr val="accent1"/>
        </a:solidFill>
        <a:effectLst/>
      </p:bgPr>
    </p:bg>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FE7B40F6-0846-6406-28FC-523CF76DAF1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386" y="1558"/>
            <a:ext cx="12189228" cy="6854883"/>
          </a:xfrm>
          <a:prstGeom prst="rect">
            <a:avLst/>
          </a:prstGeom>
        </p:spPr>
      </p:pic>
      <p:pic>
        <p:nvPicPr>
          <p:cNvPr id="9" name="Grafik 8">
            <a:extLst>
              <a:ext uri="{FF2B5EF4-FFF2-40B4-BE49-F238E27FC236}">
                <a16:creationId xmlns:a16="http://schemas.microsoft.com/office/drawing/2014/main" id="{A03EDDF5-0688-3946-B33B-41892CA0C8F0}"/>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631137" y="358671"/>
            <a:ext cx="1773820" cy="730070"/>
          </a:xfrm>
          <a:prstGeom prst="rect">
            <a:avLst/>
          </a:prstGeom>
        </p:spPr>
      </p:pic>
      <p:pic>
        <p:nvPicPr>
          <p:cNvPr id="6" name="Grafik 5">
            <a:extLst>
              <a:ext uri="{FF2B5EF4-FFF2-40B4-BE49-F238E27FC236}">
                <a16:creationId xmlns:a16="http://schemas.microsoft.com/office/drawing/2014/main" id="{3A74AB44-A37E-131D-7BC4-3033AC45E5F1}"/>
              </a:ext>
            </a:extLst>
          </p:cNvPr>
          <p:cNvPicPr>
            <a:picLocks/>
          </p:cNvPicPr>
          <p:nvPr userDrawn="1"/>
        </p:nvPicPr>
        <p:blipFill rotWithShape="1">
          <a:blip r:embed="rId4" cstate="print">
            <a:extLst>
              <a:ext uri="{28A0092B-C50C-407E-A947-70E740481C1C}">
                <a14:useLocalDpi xmlns:a14="http://schemas.microsoft.com/office/drawing/2010/main" val="0"/>
              </a:ext>
            </a:extLst>
          </a:blip>
          <a:srcRect l="33768"/>
          <a:stretch/>
        </p:blipFill>
        <p:spPr>
          <a:xfrm>
            <a:off x="2532062" y="536044"/>
            <a:ext cx="1690509" cy="379384"/>
          </a:xfrm>
          <a:prstGeom prst="rect">
            <a:avLst/>
          </a:prstGeom>
        </p:spPr>
      </p:pic>
      <p:sp>
        <p:nvSpPr>
          <p:cNvPr id="2" name="Titel 1"/>
          <p:cNvSpPr>
            <a:spLocks noGrp="1"/>
          </p:cNvSpPr>
          <p:nvPr>
            <p:ph type="ctrTitle" hasCustomPrompt="1"/>
          </p:nvPr>
        </p:nvSpPr>
        <p:spPr>
          <a:xfrm>
            <a:off x="695325" y="1445854"/>
            <a:ext cx="8045451" cy="2007994"/>
          </a:xfrm>
        </p:spPr>
        <p:txBody>
          <a:bodyPr anchor="b"/>
          <a:lstStyle>
            <a:lvl1pPr algn="l">
              <a:lnSpc>
                <a:spcPct val="92000"/>
              </a:lnSpc>
              <a:defRPr sz="4200">
                <a:solidFill>
                  <a:schemeClr val="bg1"/>
                </a:solidFill>
              </a:defRPr>
            </a:lvl1pPr>
          </a:lstStyle>
          <a:p>
            <a:r>
              <a:rPr lang="en-GB" noProof="0" dirty="0"/>
              <a:t>Add Title</a:t>
            </a:r>
          </a:p>
        </p:txBody>
      </p:sp>
      <p:sp>
        <p:nvSpPr>
          <p:cNvPr id="3" name="Untertitel 2"/>
          <p:cNvSpPr>
            <a:spLocks noGrp="1"/>
          </p:cNvSpPr>
          <p:nvPr>
            <p:ph type="subTitle" idx="1" hasCustomPrompt="1"/>
          </p:nvPr>
        </p:nvSpPr>
        <p:spPr>
          <a:xfrm>
            <a:off x="695325" y="3789040"/>
            <a:ext cx="8045451" cy="1080120"/>
          </a:xfrm>
        </p:spPr>
        <p:txBody>
          <a:bodyPr/>
          <a:lstStyle>
            <a:lvl1pPr marL="0" indent="0" algn="l">
              <a:lnSpc>
                <a:spcPct val="92000"/>
              </a:lnSpc>
              <a:buNone/>
              <a:defRPr sz="2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dirty="0"/>
              <a:t>Add Subtitle</a:t>
            </a:r>
          </a:p>
        </p:txBody>
      </p:sp>
      <p:sp>
        <p:nvSpPr>
          <p:cNvPr id="11" name="Textplatzhalter 10">
            <a:extLst>
              <a:ext uri="{FF2B5EF4-FFF2-40B4-BE49-F238E27FC236}">
                <a16:creationId xmlns:a16="http://schemas.microsoft.com/office/drawing/2014/main" id="{68F03BE3-7C85-C716-E994-40806F5A8462}"/>
              </a:ext>
            </a:extLst>
          </p:cNvPr>
          <p:cNvSpPr>
            <a:spLocks noGrp="1"/>
          </p:cNvSpPr>
          <p:nvPr>
            <p:ph type="body" sz="quarter" idx="13" hasCustomPrompt="1"/>
          </p:nvPr>
        </p:nvSpPr>
        <p:spPr>
          <a:xfrm>
            <a:off x="695325" y="5841268"/>
            <a:ext cx="5292725" cy="288032"/>
          </a:xfrm>
        </p:spPr>
        <p:txBody>
          <a:bodyPr anchor="b"/>
          <a:lstStyle>
            <a:lvl1pPr>
              <a:defRPr sz="1600">
                <a:solidFill>
                  <a:schemeClr val="bg1"/>
                </a:solidFill>
              </a:defRPr>
            </a:lvl1pPr>
            <a:lvl2pPr marL="0" indent="0">
              <a:buNone/>
              <a:defRPr/>
            </a:lvl2pPr>
          </a:lstStyle>
          <a:p>
            <a:pPr lvl="0"/>
            <a:r>
              <a:rPr lang="en-GB" noProof="0" dirty="0"/>
              <a:t>Author</a:t>
            </a:r>
          </a:p>
        </p:txBody>
      </p:sp>
      <p:sp>
        <p:nvSpPr>
          <p:cNvPr id="12" name="Textplatzhalter 10">
            <a:extLst>
              <a:ext uri="{FF2B5EF4-FFF2-40B4-BE49-F238E27FC236}">
                <a16:creationId xmlns:a16="http://schemas.microsoft.com/office/drawing/2014/main" id="{BB6EAADF-428F-C6D8-43A9-FBCA196FE958}"/>
              </a:ext>
            </a:extLst>
          </p:cNvPr>
          <p:cNvSpPr>
            <a:spLocks noGrp="1"/>
          </p:cNvSpPr>
          <p:nvPr>
            <p:ph type="body" sz="quarter" idx="14" hasCustomPrompt="1"/>
          </p:nvPr>
        </p:nvSpPr>
        <p:spPr>
          <a:xfrm>
            <a:off x="695325" y="6129300"/>
            <a:ext cx="5292725" cy="252028"/>
          </a:xfrm>
        </p:spPr>
        <p:txBody>
          <a:bodyPr anchor="t"/>
          <a:lstStyle>
            <a:lvl1pPr>
              <a:defRPr sz="1600">
                <a:solidFill>
                  <a:schemeClr val="bg1"/>
                </a:solidFill>
              </a:defRPr>
            </a:lvl1pPr>
            <a:lvl2pPr marL="0" indent="0">
              <a:buNone/>
              <a:defRPr/>
            </a:lvl2pPr>
          </a:lstStyle>
          <a:p>
            <a:pPr lvl="0"/>
            <a:r>
              <a:rPr lang="en-GB" noProof="0" dirty="0"/>
              <a:t>Location, DD Month YYYY</a:t>
            </a:r>
          </a:p>
        </p:txBody>
      </p:sp>
    </p:spTree>
    <p:extLst>
      <p:ext uri="{BB962C8B-B14F-4D97-AF65-F5344CB8AC3E}">
        <p14:creationId xmlns:p14="http://schemas.microsoft.com/office/powerpoint/2010/main" val="421082338"/>
      </p:ext>
    </p:extLst>
  </p:cSld>
  <p:clrMapOvr>
    <a:masterClrMapping/>
  </p:clrMapOvr>
  <p:extLst>
    <p:ext uri="{DCECCB84-F9BA-43D5-87BE-67443E8EF086}">
      <p15:sldGuideLst xmlns:p15="http://schemas.microsoft.com/office/powerpoint/2012/main">
        <p15:guide id="2" pos="7106">
          <p15:clr>
            <a:srgbClr val="A4A3A4"/>
          </p15:clr>
        </p15:guide>
        <p15:guide id="3" orient="horz" pos="3181">
          <p15:clr>
            <a:srgbClr val="A4A3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Dark Blue">
    <p:bg>
      <p:bgPr>
        <a:solidFill>
          <a:schemeClr val="accent1">
            <a:lumMod val="50000"/>
          </a:schemeClr>
        </a:solidFill>
        <a:effectLst/>
      </p:bgPr>
    </p:bg>
    <p:spTree>
      <p:nvGrpSpPr>
        <p:cNvPr id="1" name=""/>
        <p:cNvGrpSpPr/>
        <p:nvPr/>
      </p:nvGrpSpPr>
      <p:grpSpPr>
        <a:xfrm>
          <a:off x="0" y="0"/>
          <a:ext cx="0" cy="0"/>
          <a:chOff x="0" y="0"/>
          <a:chExt cx="0" cy="0"/>
        </a:xfrm>
      </p:grpSpPr>
      <p:pic>
        <p:nvPicPr>
          <p:cNvPr id="10" name="Grafik 9">
            <a:extLst>
              <a:ext uri="{FF2B5EF4-FFF2-40B4-BE49-F238E27FC236}">
                <a16:creationId xmlns:a16="http://schemas.microsoft.com/office/drawing/2014/main" id="{238B4CC7-4229-EEF9-D03A-D0C0BD398BC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384" y="1948"/>
            <a:ext cx="12190615" cy="6855662"/>
          </a:xfrm>
          <a:prstGeom prst="rect">
            <a:avLst/>
          </a:prstGeom>
        </p:spPr>
      </p:pic>
      <p:sp>
        <p:nvSpPr>
          <p:cNvPr id="2" name="Titel 1"/>
          <p:cNvSpPr>
            <a:spLocks noGrp="1"/>
          </p:cNvSpPr>
          <p:nvPr>
            <p:ph type="ctrTitle" hasCustomPrompt="1"/>
          </p:nvPr>
        </p:nvSpPr>
        <p:spPr>
          <a:xfrm>
            <a:off x="695325" y="1445464"/>
            <a:ext cx="8045451" cy="2008384"/>
          </a:xfrm>
        </p:spPr>
        <p:txBody>
          <a:bodyPr anchor="b"/>
          <a:lstStyle>
            <a:lvl1pPr algn="l">
              <a:lnSpc>
                <a:spcPct val="92000"/>
              </a:lnSpc>
              <a:defRPr sz="4200">
                <a:solidFill>
                  <a:schemeClr val="bg1"/>
                </a:solidFill>
              </a:defRPr>
            </a:lvl1pPr>
          </a:lstStyle>
          <a:p>
            <a:r>
              <a:rPr lang="en-GB" noProof="0" dirty="0"/>
              <a:t>Add Title</a:t>
            </a:r>
          </a:p>
        </p:txBody>
      </p:sp>
      <p:sp>
        <p:nvSpPr>
          <p:cNvPr id="3" name="Untertitel 2"/>
          <p:cNvSpPr>
            <a:spLocks noGrp="1"/>
          </p:cNvSpPr>
          <p:nvPr>
            <p:ph type="subTitle" idx="1" hasCustomPrompt="1"/>
          </p:nvPr>
        </p:nvSpPr>
        <p:spPr>
          <a:xfrm>
            <a:off x="695325" y="3789040"/>
            <a:ext cx="8045451" cy="1080120"/>
          </a:xfrm>
        </p:spPr>
        <p:txBody>
          <a:bodyPr/>
          <a:lstStyle>
            <a:lvl1pPr marL="0" indent="0" algn="l">
              <a:lnSpc>
                <a:spcPct val="92000"/>
              </a:lnSpc>
              <a:buNone/>
              <a:defRPr sz="2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dirty="0"/>
              <a:t>Add Subtitle</a:t>
            </a:r>
          </a:p>
        </p:txBody>
      </p:sp>
      <p:sp>
        <p:nvSpPr>
          <p:cNvPr id="11" name="Textplatzhalter 10">
            <a:extLst>
              <a:ext uri="{FF2B5EF4-FFF2-40B4-BE49-F238E27FC236}">
                <a16:creationId xmlns:a16="http://schemas.microsoft.com/office/drawing/2014/main" id="{68F03BE3-7C85-C716-E994-40806F5A8462}"/>
              </a:ext>
            </a:extLst>
          </p:cNvPr>
          <p:cNvSpPr>
            <a:spLocks noGrp="1"/>
          </p:cNvSpPr>
          <p:nvPr>
            <p:ph type="body" sz="quarter" idx="13" hasCustomPrompt="1"/>
          </p:nvPr>
        </p:nvSpPr>
        <p:spPr>
          <a:xfrm>
            <a:off x="695325" y="5841268"/>
            <a:ext cx="5292725" cy="288032"/>
          </a:xfrm>
        </p:spPr>
        <p:txBody>
          <a:bodyPr anchor="b"/>
          <a:lstStyle>
            <a:lvl1pPr>
              <a:defRPr sz="1600">
                <a:solidFill>
                  <a:schemeClr val="bg1"/>
                </a:solidFill>
              </a:defRPr>
            </a:lvl1pPr>
            <a:lvl2pPr marL="0" indent="0">
              <a:buNone/>
              <a:defRPr/>
            </a:lvl2pPr>
          </a:lstStyle>
          <a:p>
            <a:pPr lvl="0"/>
            <a:r>
              <a:rPr lang="en-GB" noProof="0" dirty="0"/>
              <a:t>Author</a:t>
            </a:r>
          </a:p>
        </p:txBody>
      </p:sp>
      <p:sp>
        <p:nvSpPr>
          <p:cNvPr id="12" name="Textplatzhalter 10">
            <a:extLst>
              <a:ext uri="{FF2B5EF4-FFF2-40B4-BE49-F238E27FC236}">
                <a16:creationId xmlns:a16="http://schemas.microsoft.com/office/drawing/2014/main" id="{BB6EAADF-428F-C6D8-43A9-FBCA196FE958}"/>
              </a:ext>
            </a:extLst>
          </p:cNvPr>
          <p:cNvSpPr>
            <a:spLocks noGrp="1"/>
          </p:cNvSpPr>
          <p:nvPr>
            <p:ph type="body" sz="quarter" idx="14" hasCustomPrompt="1"/>
          </p:nvPr>
        </p:nvSpPr>
        <p:spPr>
          <a:xfrm>
            <a:off x="695325" y="6129300"/>
            <a:ext cx="5292725" cy="252028"/>
          </a:xfrm>
        </p:spPr>
        <p:txBody>
          <a:bodyPr anchor="t"/>
          <a:lstStyle>
            <a:lvl1pPr>
              <a:defRPr sz="1600">
                <a:solidFill>
                  <a:schemeClr val="bg1"/>
                </a:solidFill>
              </a:defRPr>
            </a:lvl1pPr>
            <a:lvl2pPr marL="0" indent="0">
              <a:buNone/>
              <a:defRPr/>
            </a:lvl2pPr>
          </a:lstStyle>
          <a:p>
            <a:pPr lvl="0"/>
            <a:r>
              <a:rPr lang="en-GB" noProof="0" dirty="0"/>
              <a:t>Location, DD Month YYYY</a:t>
            </a:r>
          </a:p>
        </p:txBody>
      </p:sp>
      <p:pic>
        <p:nvPicPr>
          <p:cNvPr id="13" name="Grafik 12">
            <a:extLst>
              <a:ext uri="{FF2B5EF4-FFF2-40B4-BE49-F238E27FC236}">
                <a16:creationId xmlns:a16="http://schemas.microsoft.com/office/drawing/2014/main" id="{601D5720-24EF-D102-D260-2D0ECB313EF5}"/>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631137" y="358671"/>
            <a:ext cx="1773820" cy="730070"/>
          </a:xfrm>
          <a:prstGeom prst="rect">
            <a:avLst/>
          </a:prstGeom>
        </p:spPr>
      </p:pic>
      <p:pic>
        <p:nvPicPr>
          <p:cNvPr id="5" name="Grafik 4">
            <a:extLst>
              <a:ext uri="{FF2B5EF4-FFF2-40B4-BE49-F238E27FC236}">
                <a16:creationId xmlns:a16="http://schemas.microsoft.com/office/drawing/2014/main" id="{CA1A0EB6-6787-66B7-839C-B8C9CE487C0B}"/>
              </a:ext>
            </a:extLst>
          </p:cNvPr>
          <p:cNvPicPr>
            <a:picLocks/>
          </p:cNvPicPr>
          <p:nvPr userDrawn="1"/>
        </p:nvPicPr>
        <p:blipFill rotWithShape="1">
          <a:blip r:embed="rId4" cstate="print">
            <a:extLst>
              <a:ext uri="{28A0092B-C50C-407E-A947-70E740481C1C}">
                <a14:useLocalDpi xmlns:a14="http://schemas.microsoft.com/office/drawing/2010/main" val="0"/>
              </a:ext>
            </a:extLst>
          </a:blip>
          <a:srcRect l="33768"/>
          <a:stretch/>
        </p:blipFill>
        <p:spPr>
          <a:xfrm>
            <a:off x="2532062" y="536044"/>
            <a:ext cx="1690509" cy="379384"/>
          </a:xfrm>
          <a:prstGeom prst="rect">
            <a:avLst/>
          </a:prstGeom>
        </p:spPr>
      </p:pic>
    </p:spTree>
    <p:extLst>
      <p:ext uri="{BB962C8B-B14F-4D97-AF65-F5344CB8AC3E}">
        <p14:creationId xmlns:p14="http://schemas.microsoft.com/office/powerpoint/2010/main" val="4267561822"/>
      </p:ext>
    </p:extLst>
  </p:cSld>
  <p:clrMapOvr>
    <a:masterClrMapping/>
  </p:clrMapOvr>
  <p:extLst>
    <p:ext uri="{DCECCB84-F9BA-43D5-87BE-67443E8EF086}">
      <p15:sldGuideLst xmlns:p15="http://schemas.microsoft.com/office/powerpoint/2012/main">
        <p15:guide id="2" pos="7106">
          <p15:clr>
            <a:srgbClr val="A4A3A4"/>
          </p15:clr>
        </p15:guide>
        <p15:guide id="3" orient="horz" pos="3181">
          <p15:clr>
            <a:srgbClr val="A4A3A4"/>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Red">
    <p:bg>
      <p:bgPr>
        <a:solidFill>
          <a:schemeClr val="accent3"/>
        </a:solidFill>
        <a:effectLst/>
      </p:bgPr>
    </p:bg>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E6538B63-A40B-2238-426D-2D6DC8B5A92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384" y="1948"/>
            <a:ext cx="12190615" cy="6855662"/>
          </a:xfrm>
          <a:prstGeom prst="rect">
            <a:avLst/>
          </a:prstGeom>
        </p:spPr>
      </p:pic>
      <p:sp>
        <p:nvSpPr>
          <p:cNvPr id="2" name="Titel 1"/>
          <p:cNvSpPr>
            <a:spLocks noGrp="1"/>
          </p:cNvSpPr>
          <p:nvPr>
            <p:ph type="ctrTitle" hasCustomPrompt="1"/>
          </p:nvPr>
        </p:nvSpPr>
        <p:spPr>
          <a:xfrm>
            <a:off x="695325" y="1445464"/>
            <a:ext cx="8045451" cy="2008384"/>
          </a:xfrm>
        </p:spPr>
        <p:txBody>
          <a:bodyPr anchor="b"/>
          <a:lstStyle>
            <a:lvl1pPr algn="l">
              <a:lnSpc>
                <a:spcPct val="92000"/>
              </a:lnSpc>
              <a:defRPr sz="4200">
                <a:solidFill>
                  <a:schemeClr val="bg1"/>
                </a:solidFill>
              </a:defRPr>
            </a:lvl1pPr>
          </a:lstStyle>
          <a:p>
            <a:r>
              <a:rPr lang="en-GB" noProof="0" dirty="0"/>
              <a:t>Add Title</a:t>
            </a:r>
          </a:p>
        </p:txBody>
      </p:sp>
      <p:sp>
        <p:nvSpPr>
          <p:cNvPr id="3" name="Untertitel 2"/>
          <p:cNvSpPr>
            <a:spLocks noGrp="1"/>
          </p:cNvSpPr>
          <p:nvPr>
            <p:ph type="subTitle" idx="1" hasCustomPrompt="1"/>
          </p:nvPr>
        </p:nvSpPr>
        <p:spPr>
          <a:xfrm>
            <a:off x="695325" y="3789040"/>
            <a:ext cx="8045451" cy="1080120"/>
          </a:xfrm>
        </p:spPr>
        <p:txBody>
          <a:bodyPr/>
          <a:lstStyle>
            <a:lvl1pPr marL="0" indent="0" algn="l">
              <a:lnSpc>
                <a:spcPct val="92000"/>
              </a:lnSpc>
              <a:buNone/>
              <a:defRPr sz="2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dirty="0"/>
              <a:t>Add Subtitle</a:t>
            </a:r>
          </a:p>
        </p:txBody>
      </p:sp>
      <p:sp>
        <p:nvSpPr>
          <p:cNvPr id="11" name="Textplatzhalter 10">
            <a:extLst>
              <a:ext uri="{FF2B5EF4-FFF2-40B4-BE49-F238E27FC236}">
                <a16:creationId xmlns:a16="http://schemas.microsoft.com/office/drawing/2014/main" id="{68F03BE3-7C85-C716-E994-40806F5A8462}"/>
              </a:ext>
            </a:extLst>
          </p:cNvPr>
          <p:cNvSpPr>
            <a:spLocks noGrp="1"/>
          </p:cNvSpPr>
          <p:nvPr>
            <p:ph type="body" sz="quarter" idx="13" hasCustomPrompt="1"/>
          </p:nvPr>
        </p:nvSpPr>
        <p:spPr>
          <a:xfrm>
            <a:off x="695325" y="5841268"/>
            <a:ext cx="5292725" cy="288032"/>
          </a:xfrm>
        </p:spPr>
        <p:txBody>
          <a:bodyPr anchor="b"/>
          <a:lstStyle>
            <a:lvl1pPr>
              <a:defRPr sz="1600">
                <a:solidFill>
                  <a:schemeClr val="bg1"/>
                </a:solidFill>
              </a:defRPr>
            </a:lvl1pPr>
            <a:lvl2pPr marL="0" indent="0">
              <a:buNone/>
              <a:defRPr/>
            </a:lvl2pPr>
          </a:lstStyle>
          <a:p>
            <a:pPr lvl="0"/>
            <a:r>
              <a:rPr lang="en-GB" noProof="0" dirty="0"/>
              <a:t>Author</a:t>
            </a:r>
          </a:p>
        </p:txBody>
      </p:sp>
      <p:sp>
        <p:nvSpPr>
          <p:cNvPr id="12" name="Textplatzhalter 10">
            <a:extLst>
              <a:ext uri="{FF2B5EF4-FFF2-40B4-BE49-F238E27FC236}">
                <a16:creationId xmlns:a16="http://schemas.microsoft.com/office/drawing/2014/main" id="{BB6EAADF-428F-C6D8-43A9-FBCA196FE958}"/>
              </a:ext>
            </a:extLst>
          </p:cNvPr>
          <p:cNvSpPr>
            <a:spLocks noGrp="1"/>
          </p:cNvSpPr>
          <p:nvPr>
            <p:ph type="body" sz="quarter" idx="14" hasCustomPrompt="1"/>
          </p:nvPr>
        </p:nvSpPr>
        <p:spPr>
          <a:xfrm>
            <a:off x="695325" y="6129300"/>
            <a:ext cx="5292725" cy="252028"/>
          </a:xfrm>
        </p:spPr>
        <p:txBody>
          <a:bodyPr anchor="t"/>
          <a:lstStyle>
            <a:lvl1pPr>
              <a:defRPr sz="1600">
                <a:solidFill>
                  <a:schemeClr val="bg1"/>
                </a:solidFill>
              </a:defRPr>
            </a:lvl1pPr>
            <a:lvl2pPr marL="0" indent="0">
              <a:buNone/>
              <a:defRPr/>
            </a:lvl2pPr>
          </a:lstStyle>
          <a:p>
            <a:pPr lvl="0"/>
            <a:r>
              <a:rPr lang="en-GB" noProof="0" dirty="0"/>
              <a:t>Location, DD Month YYYY</a:t>
            </a:r>
          </a:p>
        </p:txBody>
      </p:sp>
      <p:pic>
        <p:nvPicPr>
          <p:cNvPr id="13" name="Grafik 12">
            <a:extLst>
              <a:ext uri="{FF2B5EF4-FFF2-40B4-BE49-F238E27FC236}">
                <a16:creationId xmlns:a16="http://schemas.microsoft.com/office/drawing/2014/main" id="{601D5720-24EF-D102-D260-2D0ECB313EF5}"/>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631137" y="358671"/>
            <a:ext cx="1773820" cy="730070"/>
          </a:xfrm>
          <a:prstGeom prst="rect">
            <a:avLst/>
          </a:prstGeom>
        </p:spPr>
      </p:pic>
      <p:pic>
        <p:nvPicPr>
          <p:cNvPr id="5" name="Grafik 4">
            <a:extLst>
              <a:ext uri="{FF2B5EF4-FFF2-40B4-BE49-F238E27FC236}">
                <a16:creationId xmlns:a16="http://schemas.microsoft.com/office/drawing/2014/main" id="{C8D0CA88-6CB9-96EF-A545-083000EA4E6B}"/>
              </a:ext>
            </a:extLst>
          </p:cNvPr>
          <p:cNvPicPr>
            <a:picLocks/>
          </p:cNvPicPr>
          <p:nvPr userDrawn="1"/>
        </p:nvPicPr>
        <p:blipFill rotWithShape="1">
          <a:blip r:embed="rId4" cstate="print">
            <a:extLst>
              <a:ext uri="{28A0092B-C50C-407E-A947-70E740481C1C}">
                <a14:useLocalDpi xmlns:a14="http://schemas.microsoft.com/office/drawing/2010/main" val="0"/>
              </a:ext>
            </a:extLst>
          </a:blip>
          <a:srcRect l="33768"/>
          <a:stretch/>
        </p:blipFill>
        <p:spPr>
          <a:xfrm>
            <a:off x="2532062" y="536044"/>
            <a:ext cx="1690509" cy="379384"/>
          </a:xfrm>
          <a:prstGeom prst="rect">
            <a:avLst/>
          </a:prstGeom>
        </p:spPr>
      </p:pic>
    </p:spTree>
    <p:extLst>
      <p:ext uri="{BB962C8B-B14F-4D97-AF65-F5344CB8AC3E}">
        <p14:creationId xmlns:p14="http://schemas.microsoft.com/office/powerpoint/2010/main" val="2825589320"/>
      </p:ext>
    </p:extLst>
  </p:cSld>
  <p:clrMapOvr>
    <a:masterClrMapping/>
  </p:clrMapOvr>
  <p:extLst>
    <p:ext uri="{DCECCB84-F9BA-43D5-87BE-67443E8EF086}">
      <p15:sldGuideLst xmlns:p15="http://schemas.microsoft.com/office/powerpoint/2012/main">
        <p15:guide id="2" pos="7106">
          <p15:clr>
            <a:srgbClr val="A4A3A4"/>
          </p15:clr>
        </p15:guide>
        <p15:guide id="3" orient="horz" pos="3181">
          <p15:clr>
            <a:srgbClr val="A4A3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Image Red">
    <p:bg>
      <p:bgPr>
        <a:solidFill>
          <a:schemeClr val="accent3"/>
        </a:solidFill>
        <a:effectLst/>
      </p:bgPr>
    </p:bg>
    <p:spTree>
      <p:nvGrpSpPr>
        <p:cNvPr id="1" name=""/>
        <p:cNvGrpSpPr/>
        <p:nvPr/>
      </p:nvGrpSpPr>
      <p:grpSpPr>
        <a:xfrm>
          <a:off x="0" y="0"/>
          <a:ext cx="0" cy="0"/>
          <a:chOff x="0" y="0"/>
          <a:chExt cx="0" cy="0"/>
        </a:xfrm>
      </p:grpSpPr>
      <p:sp>
        <p:nvSpPr>
          <p:cNvPr id="14" name="Rechteck 13">
            <a:extLst>
              <a:ext uri="{FF2B5EF4-FFF2-40B4-BE49-F238E27FC236}">
                <a16:creationId xmlns:a16="http://schemas.microsoft.com/office/drawing/2014/main" id="{8BDEC662-E6F5-15D3-BB36-ED6F08201703}"/>
              </a:ext>
            </a:extLst>
          </p:cNvPr>
          <p:cNvSpPr/>
          <p:nvPr userDrawn="1"/>
        </p:nvSpPr>
        <p:spPr>
          <a:xfrm>
            <a:off x="0" y="0"/>
            <a:ext cx="12192000" cy="50498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pic>
        <p:nvPicPr>
          <p:cNvPr id="16" name="Grafik 15">
            <a:extLst>
              <a:ext uri="{FF2B5EF4-FFF2-40B4-BE49-F238E27FC236}">
                <a16:creationId xmlns:a16="http://schemas.microsoft.com/office/drawing/2014/main" id="{6BA2BBC0-91C4-A383-E617-A518199B85E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33825"/>
          <a:stretch/>
        </p:blipFill>
        <p:spPr>
          <a:xfrm>
            <a:off x="2532062" y="534553"/>
            <a:ext cx="1691446" cy="384804"/>
          </a:xfrm>
          <a:prstGeom prst="rect">
            <a:avLst/>
          </a:prstGeom>
        </p:spPr>
      </p:pic>
      <p:sp>
        <p:nvSpPr>
          <p:cNvPr id="2" name="Titel 1"/>
          <p:cNvSpPr>
            <a:spLocks noGrp="1"/>
          </p:cNvSpPr>
          <p:nvPr>
            <p:ph type="ctrTitle" hasCustomPrompt="1"/>
          </p:nvPr>
        </p:nvSpPr>
        <p:spPr>
          <a:xfrm>
            <a:off x="695325" y="1447412"/>
            <a:ext cx="5292725" cy="2006436"/>
          </a:xfrm>
        </p:spPr>
        <p:txBody>
          <a:bodyPr anchor="b"/>
          <a:lstStyle>
            <a:lvl1pPr algn="l">
              <a:lnSpc>
                <a:spcPct val="92000"/>
              </a:lnSpc>
              <a:defRPr sz="4200"/>
            </a:lvl1pPr>
          </a:lstStyle>
          <a:p>
            <a:r>
              <a:rPr lang="en-GB" noProof="0" dirty="0"/>
              <a:t>Add Title</a:t>
            </a:r>
          </a:p>
        </p:txBody>
      </p:sp>
      <p:sp>
        <p:nvSpPr>
          <p:cNvPr id="3" name="Untertitel 2"/>
          <p:cNvSpPr>
            <a:spLocks noGrp="1"/>
          </p:cNvSpPr>
          <p:nvPr>
            <p:ph type="subTitle" idx="1" hasCustomPrompt="1"/>
          </p:nvPr>
        </p:nvSpPr>
        <p:spPr>
          <a:xfrm>
            <a:off x="695325" y="3789040"/>
            <a:ext cx="5292725" cy="1080120"/>
          </a:xfrm>
        </p:spPr>
        <p:txBody>
          <a:bodyPr/>
          <a:lstStyle>
            <a:lvl1pPr marL="0" indent="0" algn="l">
              <a:lnSpc>
                <a:spcPct val="92000"/>
              </a:lnSpc>
              <a:buNone/>
              <a:defRPr sz="26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dirty="0"/>
              <a:t>Add Subtitle</a:t>
            </a:r>
          </a:p>
        </p:txBody>
      </p:sp>
      <p:sp>
        <p:nvSpPr>
          <p:cNvPr id="11" name="Textplatzhalter 10">
            <a:extLst>
              <a:ext uri="{FF2B5EF4-FFF2-40B4-BE49-F238E27FC236}">
                <a16:creationId xmlns:a16="http://schemas.microsoft.com/office/drawing/2014/main" id="{68F03BE3-7C85-C716-E994-40806F5A8462}"/>
              </a:ext>
            </a:extLst>
          </p:cNvPr>
          <p:cNvSpPr>
            <a:spLocks noGrp="1"/>
          </p:cNvSpPr>
          <p:nvPr>
            <p:ph type="body" sz="quarter" idx="13" hasCustomPrompt="1"/>
          </p:nvPr>
        </p:nvSpPr>
        <p:spPr>
          <a:xfrm>
            <a:off x="695325" y="5841268"/>
            <a:ext cx="5292725" cy="288032"/>
          </a:xfrm>
        </p:spPr>
        <p:txBody>
          <a:bodyPr anchor="b"/>
          <a:lstStyle>
            <a:lvl1pPr>
              <a:defRPr sz="1600">
                <a:solidFill>
                  <a:schemeClr val="bg1"/>
                </a:solidFill>
              </a:defRPr>
            </a:lvl1pPr>
            <a:lvl2pPr marL="0" indent="0">
              <a:buNone/>
              <a:defRPr/>
            </a:lvl2pPr>
          </a:lstStyle>
          <a:p>
            <a:pPr lvl="0"/>
            <a:r>
              <a:rPr lang="en-GB" noProof="0" dirty="0"/>
              <a:t>Author</a:t>
            </a:r>
          </a:p>
        </p:txBody>
      </p:sp>
      <p:sp>
        <p:nvSpPr>
          <p:cNvPr id="12" name="Textplatzhalter 10">
            <a:extLst>
              <a:ext uri="{FF2B5EF4-FFF2-40B4-BE49-F238E27FC236}">
                <a16:creationId xmlns:a16="http://schemas.microsoft.com/office/drawing/2014/main" id="{BB6EAADF-428F-C6D8-43A9-FBCA196FE958}"/>
              </a:ext>
            </a:extLst>
          </p:cNvPr>
          <p:cNvSpPr>
            <a:spLocks noGrp="1"/>
          </p:cNvSpPr>
          <p:nvPr>
            <p:ph type="body" sz="quarter" idx="14" hasCustomPrompt="1"/>
          </p:nvPr>
        </p:nvSpPr>
        <p:spPr>
          <a:xfrm>
            <a:off x="695325" y="6129300"/>
            <a:ext cx="5292725" cy="252028"/>
          </a:xfrm>
        </p:spPr>
        <p:txBody>
          <a:bodyPr anchor="t"/>
          <a:lstStyle>
            <a:lvl1pPr>
              <a:defRPr sz="1600">
                <a:solidFill>
                  <a:schemeClr val="bg1"/>
                </a:solidFill>
              </a:defRPr>
            </a:lvl1pPr>
            <a:lvl2pPr marL="0" indent="0">
              <a:buNone/>
              <a:defRPr/>
            </a:lvl2pPr>
          </a:lstStyle>
          <a:p>
            <a:pPr lvl="0"/>
            <a:r>
              <a:rPr lang="en-GB" noProof="0" dirty="0"/>
              <a:t>Location, DD Month YYYY</a:t>
            </a:r>
          </a:p>
        </p:txBody>
      </p:sp>
      <p:pic>
        <p:nvPicPr>
          <p:cNvPr id="13" name="Grafik 12">
            <a:extLst>
              <a:ext uri="{FF2B5EF4-FFF2-40B4-BE49-F238E27FC236}">
                <a16:creationId xmlns:a16="http://schemas.microsoft.com/office/drawing/2014/main" id="{601D5720-24EF-D102-D260-2D0ECB313EF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31135" y="358671"/>
            <a:ext cx="1773825" cy="730070"/>
          </a:xfrm>
          <a:prstGeom prst="rect">
            <a:avLst/>
          </a:prstGeom>
        </p:spPr>
      </p:pic>
      <p:sp>
        <p:nvSpPr>
          <p:cNvPr id="15" name="Bildplatzhalter 4">
            <a:extLst>
              <a:ext uri="{FF2B5EF4-FFF2-40B4-BE49-F238E27FC236}">
                <a16:creationId xmlns:a16="http://schemas.microsoft.com/office/drawing/2014/main" id="{918345C2-B555-CE5A-CF14-EC753A31EDBB}"/>
              </a:ext>
            </a:extLst>
          </p:cNvPr>
          <p:cNvSpPr>
            <a:spLocks noGrp="1"/>
          </p:cNvSpPr>
          <p:nvPr>
            <p:ph type="pic" sz="quarter" idx="15" hasCustomPrompt="1"/>
          </p:nvPr>
        </p:nvSpPr>
        <p:spPr>
          <a:xfrm>
            <a:off x="6203948" y="549275"/>
            <a:ext cx="5076827" cy="5436009"/>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Tree>
    <p:extLst>
      <p:ext uri="{BB962C8B-B14F-4D97-AF65-F5344CB8AC3E}">
        <p14:creationId xmlns:p14="http://schemas.microsoft.com/office/powerpoint/2010/main" val="2781309914"/>
      </p:ext>
    </p:extLst>
  </p:cSld>
  <p:clrMapOvr>
    <a:masterClrMapping/>
  </p:clrMapOvr>
  <p:extLst>
    <p:ext uri="{DCECCB84-F9BA-43D5-87BE-67443E8EF086}">
      <p15:sldGuideLst xmlns:p15="http://schemas.microsoft.com/office/powerpoint/2012/main">
        <p15:guide id="1" orient="horz" pos="346">
          <p15:clr>
            <a:srgbClr val="A4A3A4"/>
          </p15:clr>
        </p15:guide>
        <p15:guide id="2" pos="7106">
          <p15:clr>
            <a:srgbClr val="A4A3A4"/>
          </p15:clr>
        </p15:guide>
        <p15:guide id="3" orient="horz" pos="3181">
          <p15:clr>
            <a:srgbClr val="A4A3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Image Blue">
    <p:bg>
      <p:bgPr>
        <a:solidFill>
          <a:schemeClr val="accent1"/>
        </a:solidFill>
        <a:effectLst/>
      </p:bgPr>
    </p:bg>
    <p:spTree>
      <p:nvGrpSpPr>
        <p:cNvPr id="1" name=""/>
        <p:cNvGrpSpPr/>
        <p:nvPr/>
      </p:nvGrpSpPr>
      <p:grpSpPr>
        <a:xfrm>
          <a:off x="0" y="0"/>
          <a:ext cx="0" cy="0"/>
          <a:chOff x="0" y="0"/>
          <a:chExt cx="0" cy="0"/>
        </a:xfrm>
      </p:grpSpPr>
      <p:sp>
        <p:nvSpPr>
          <p:cNvPr id="14" name="Rechteck 13">
            <a:extLst>
              <a:ext uri="{FF2B5EF4-FFF2-40B4-BE49-F238E27FC236}">
                <a16:creationId xmlns:a16="http://schemas.microsoft.com/office/drawing/2014/main" id="{8BDEC662-E6F5-15D3-BB36-ED6F08201703}"/>
              </a:ext>
            </a:extLst>
          </p:cNvPr>
          <p:cNvSpPr/>
          <p:nvPr userDrawn="1"/>
        </p:nvSpPr>
        <p:spPr>
          <a:xfrm>
            <a:off x="0" y="0"/>
            <a:ext cx="12192000" cy="50498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2" name="Titel 1"/>
          <p:cNvSpPr>
            <a:spLocks noGrp="1"/>
          </p:cNvSpPr>
          <p:nvPr>
            <p:ph type="ctrTitle" hasCustomPrompt="1"/>
          </p:nvPr>
        </p:nvSpPr>
        <p:spPr>
          <a:xfrm>
            <a:off x="695325" y="1449388"/>
            <a:ext cx="5292725" cy="2004460"/>
          </a:xfrm>
        </p:spPr>
        <p:txBody>
          <a:bodyPr anchor="b"/>
          <a:lstStyle>
            <a:lvl1pPr algn="l">
              <a:lnSpc>
                <a:spcPct val="92000"/>
              </a:lnSpc>
              <a:defRPr sz="4200"/>
            </a:lvl1pPr>
          </a:lstStyle>
          <a:p>
            <a:r>
              <a:rPr lang="en-GB" noProof="0" dirty="0"/>
              <a:t>Add Title</a:t>
            </a:r>
          </a:p>
        </p:txBody>
      </p:sp>
      <p:sp>
        <p:nvSpPr>
          <p:cNvPr id="3" name="Untertitel 2"/>
          <p:cNvSpPr>
            <a:spLocks noGrp="1"/>
          </p:cNvSpPr>
          <p:nvPr>
            <p:ph type="subTitle" idx="1" hasCustomPrompt="1"/>
          </p:nvPr>
        </p:nvSpPr>
        <p:spPr>
          <a:xfrm>
            <a:off x="695325" y="3789040"/>
            <a:ext cx="5292725" cy="1080120"/>
          </a:xfrm>
        </p:spPr>
        <p:txBody>
          <a:bodyPr/>
          <a:lstStyle>
            <a:lvl1pPr marL="0" indent="0" algn="l">
              <a:lnSpc>
                <a:spcPct val="92000"/>
              </a:lnSpc>
              <a:buNone/>
              <a:defRPr sz="26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dirty="0"/>
              <a:t>Add Subtitle</a:t>
            </a:r>
          </a:p>
        </p:txBody>
      </p:sp>
      <p:sp>
        <p:nvSpPr>
          <p:cNvPr id="11" name="Textplatzhalter 10">
            <a:extLst>
              <a:ext uri="{FF2B5EF4-FFF2-40B4-BE49-F238E27FC236}">
                <a16:creationId xmlns:a16="http://schemas.microsoft.com/office/drawing/2014/main" id="{68F03BE3-7C85-C716-E994-40806F5A8462}"/>
              </a:ext>
            </a:extLst>
          </p:cNvPr>
          <p:cNvSpPr>
            <a:spLocks noGrp="1"/>
          </p:cNvSpPr>
          <p:nvPr>
            <p:ph type="body" sz="quarter" idx="13" hasCustomPrompt="1"/>
          </p:nvPr>
        </p:nvSpPr>
        <p:spPr>
          <a:xfrm>
            <a:off x="695325" y="5841268"/>
            <a:ext cx="5292725" cy="288032"/>
          </a:xfrm>
        </p:spPr>
        <p:txBody>
          <a:bodyPr anchor="b"/>
          <a:lstStyle>
            <a:lvl1pPr>
              <a:defRPr sz="1600">
                <a:solidFill>
                  <a:schemeClr val="bg1"/>
                </a:solidFill>
              </a:defRPr>
            </a:lvl1pPr>
            <a:lvl2pPr marL="0" indent="0">
              <a:buNone/>
              <a:defRPr/>
            </a:lvl2pPr>
          </a:lstStyle>
          <a:p>
            <a:pPr lvl="0"/>
            <a:r>
              <a:rPr lang="en-GB" noProof="0" dirty="0"/>
              <a:t>Author</a:t>
            </a:r>
          </a:p>
        </p:txBody>
      </p:sp>
      <p:sp>
        <p:nvSpPr>
          <p:cNvPr id="12" name="Textplatzhalter 10">
            <a:extLst>
              <a:ext uri="{FF2B5EF4-FFF2-40B4-BE49-F238E27FC236}">
                <a16:creationId xmlns:a16="http://schemas.microsoft.com/office/drawing/2014/main" id="{BB6EAADF-428F-C6D8-43A9-FBCA196FE958}"/>
              </a:ext>
            </a:extLst>
          </p:cNvPr>
          <p:cNvSpPr>
            <a:spLocks noGrp="1"/>
          </p:cNvSpPr>
          <p:nvPr>
            <p:ph type="body" sz="quarter" idx="14" hasCustomPrompt="1"/>
          </p:nvPr>
        </p:nvSpPr>
        <p:spPr>
          <a:xfrm>
            <a:off x="695325" y="6129300"/>
            <a:ext cx="5292725" cy="252028"/>
          </a:xfrm>
        </p:spPr>
        <p:txBody>
          <a:bodyPr anchor="t"/>
          <a:lstStyle>
            <a:lvl1pPr>
              <a:defRPr sz="1600">
                <a:solidFill>
                  <a:schemeClr val="bg1"/>
                </a:solidFill>
              </a:defRPr>
            </a:lvl1pPr>
            <a:lvl2pPr marL="0" indent="0">
              <a:buNone/>
              <a:defRPr/>
            </a:lvl2pPr>
          </a:lstStyle>
          <a:p>
            <a:pPr lvl="0"/>
            <a:r>
              <a:rPr lang="en-GB" noProof="0" dirty="0"/>
              <a:t>Location, DD Month YYYY</a:t>
            </a:r>
          </a:p>
        </p:txBody>
      </p:sp>
      <p:pic>
        <p:nvPicPr>
          <p:cNvPr id="13" name="Grafik 12">
            <a:extLst>
              <a:ext uri="{FF2B5EF4-FFF2-40B4-BE49-F238E27FC236}">
                <a16:creationId xmlns:a16="http://schemas.microsoft.com/office/drawing/2014/main" id="{601D5720-24EF-D102-D260-2D0ECB313EF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31135" y="358671"/>
            <a:ext cx="1773825" cy="730070"/>
          </a:xfrm>
          <a:prstGeom prst="rect">
            <a:avLst/>
          </a:prstGeom>
        </p:spPr>
      </p:pic>
      <p:sp>
        <p:nvSpPr>
          <p:cNvPr id="15" name="Bildplatzhalter 4">
            <a:extLst>
              <a:ext uri="{FF2B5EF4-FFF2-40B4-BE49-F238E27FC236}">
                <a16:creationId xmlns:a16="http://schemas.microsoft.com/office/drawing/2014/main" id="{918345C2-B555-CE5A-CF14-EC753A31EDBB}"/>
              </a:ext>
            </a:extLst>
          </p:cNvPr>
          <p:cNvSpPr>
            <a:spLocks noGrp="1"/>
          </p:cNvSpPr>
          <p:nvPr>
            <p:ph type="pic" sz="quarter" idx="15" hasCustomPrompt="1"/>
          </p:nvPr>
        </p:nvSpPr>
        <p:spPr>
          <a:xfrm>
            <a:off x="6203948" y="549275"/>
            <a:ext cx="5076827" cy="5436009"/>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pic>
        <p:nvPicPr>
          <p:cNvPr id="4" name="Grafik 3">
            <a:extLst>
              <a:ext uri="{FF2B5EF4-FFF2-40B4-BE49-F238E27FC236}">
                <a16:creationId xmlns:a16="http://schemas.microsoft.com/office/drawing/2014/main" id="{B8FD507A-2C45-F79E-8E9E-9BA37C972346}"/>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33825"/>
          <a:stretch/>
        </p:blipFill>
        <p:spPr>
          <a:xfrm>
            <a:off x="2532062" y="534553"/>
            <a:ext cx="1691446" cy="384804"/>
          </a:xfrm>
          <a:prstGeom prst="rect">
            <a:avLst/>
          </a:prstGeom>
        </p:spPr>
      </p:pic>
    </p:spTree>
    <p:extLst>
      <p:ext uri="{BB962C8B-B14F-4D97-AF65-F5344CB8AC3E}">
        <p14:creationId xmlns:p14="http://schemas.microsoft.com/office/powerpoint/2010/main" val="3079849328"/>
      </p:ext>
    </p:extLst>
  </p:cSld>
  <p:clrMapOvr>
    <a:masterClrMapping/>
  </p:clrMapOvr>
  <p:extLst>
    <p:ext uri="{DCECCB84-F9BA-43D5-87BE-67443E8EF086}">
      <p15:sldGuideLst xmlns:p15="http://schemas.microsoft.com/office/powerpoint/2012/main">
        <p15:guide id="1" orient="horz" pos="346">
          <p15:clr>
            <a:srgbClr val="A4A3A4"/>
          </p15:clr>
        </p15:guide>
        <p15:guide id="2" pos="7106">
          <p15:clr>
            <a:srgbClr val="A4A3A4"/>
          </p15:clr>
        </p15:guide>
        <p15:guide id="3" orient="horz" pos="3181">
          <p15:clr>
            <a:srgbClr val="A4A3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Image Green">
    <p:bg>
      <p:bgPr>
        <a:solidFill>
          <a:schemeClr val="accent2"/>
        </a:solidFill>
        <a:effectLst/>
      </p:bgPr>
    </p:bg>
    <p:spTree>
      <p:nvGrpSpPr>
        <p:cNvPr id="1" name=""/>
        <p:cNvGrpSpPr/>
        <p:nvPr/>
      </p:nvGrpSpPr>
      <p:grpSpPr>
        <a:xfrm>
          <a:off x="0" y="0"/>
          <a:ext cx="0" cy="0"/>
          <a:chOff x="0" y="0"/>
          <a:chExt cx="0" cy="0"/>
        </a:xfrm>
      </p:grpSpPr>
      <p:sp>
        <p:nvSpPr>
          <p:cNvPr id="14" name="Rechteck 13">
            <a:extLst>
              <a:ext uri="{FF2B5EF4-FFF2-40B4-BE49-F238E27FC236}">
                <a16:creationId xmlns:a16="http://schemas.microsoft.com/office/drawing/2014/main" id="{8BDEC662-E6F5-15D3-BB36-ED6F08201703}"/>
              </a:ext>
            </a:extLst>
          </p:cNvPr>
          <p:cNvSpPr/>
          <p:nvPr userDrawn="1"/>
        </p:nvSpPr>
        <p:spPr>
          <a:xfrm>
            <a:off x="0" y="0"/>
            <a:ext cx="12192000" cy="50498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2" name="Titel 1"/>
          <p:cNvSpPr>
            <a:spLocks noGrp="1"/>
          </p:cNvSpPr>
          <p:nvPr>
            <p:ph type="ctrTitle" hasCustomPrompt="1"/>
          </p:nvPr>
        </p:nvSpPr>
        <p:spPr>
          <a:xfrm>
            <a:off x="695325" y="1449388"/>
            <a:ext cx="5292725" cy="2004460"/>
          </a:xfrm>
        </p:spPr>
        <p:txBody>
          <a:bodyPr anchor="b"/>
          <a:lstStyle>
            <a:lvl1pPr algn="l">
              <a:lnSpc>
                <a:spcPct val="92000"/>
              </a:lnSpc>
              <a:defRPr sz="4200"/>
            </a:lvl1pPr>
          </a:lstStyle>
          <a:p>
            <a:r>
              <a:rPr lang="en-GB" noProof="0" dirty="0"/>
              <a:t>Add Title</a:t>
            </a:r>
          </a:p>
        </p:txBody>
      </p:sp>
      <p:sp>
        <p:nvSpPr>
          <p:cNvPr id="3" name="Untertitel 2"/>
          <p:cNvSpPr>
            <a:spLocks noGrp="1"/>
          </p:cNvSpPr>
          <p:nvPr>
            <p:ph type="subTitle" idx="1" hasCustomPrompt="1"/>
          </p:nvPr>
        </p:nvSpPr>
        <p:spPr>
          <a:xfrm>
            <a:off x="695325" y="3789040"/>
            <a:ext cx="5292725" cy="1080120"/>
          </a:xfrm>
        </p:spPr>
        <p:txBody>
          <a:bodyPr/>
          <a:lstStyle>
            <a:lvl1pPr marL="0" indent="0" algn="l">
              <a:lnSpc>
                <a:spcPct val="92000"/>
              </a:lnSpc>
              <a:buNone/>
              <a:defRPr sz="26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dirty="0"/>
              <a:t>Add Subtitle</a:t>
            </a:r>
          </a:p>
        </p:txBody>
      </p:sp>
      <p:sp>
        <p:nvSpPr>
          <p:cNvPr id="11" name="Textplatzhalter 10">
            <a:extLst>
              <a:ext uri="{FF2B5EF4-FFF2-40B4-BE49-F238E27FC236}">
                <a16:creationId xmlns:a16="http://schemas.microsoft.com/office/drawing/2014/main" id="{68F03BE3-7C85-C716-E994-40806F5A8462}"/>
              </a:ext>
            </a:extLst>
          </p:cNvPr>
          <p:cNvSpPr>
            <a:spLocks noGrp="1"/>
          </p:cNvSpPr>
          <p:nvPr>
            <p:ph type="body" sz="quarter" idx="13" hasCustomPrompt="1"/>
          </p:nvPr>
        </p:nvSpPr>
        <p:spPr>
          <a:xfrm>
            <a:off x="695325" y="5841268"/>
            <a:ext cx="5292725" cy="288032"/>
          </a:xfrm>
        </p:spPr>
        <p:txBody>
          <a:bodyPr anchor="b"/>
          <a:lstStyle>
            <a:lvl1pPr>
              <a:defRPr sz="1600">
                <a:solidFill>
                  <a:schemeClr val="tx1"/>
                </a:solidFill>
              </a:defRPr>
            </a:lvl1pPr>
            <a:lvl2pPr marL="0" indent="0">
              <a:buNone/>
              <a:defRPr/>
            </a:lvl2pPr>
          </a:lstStyle>
          <a:p>
            <a:pPr lvl="0"/>
            <a:r>
              <a:rPr lang="en-GB" noProof="0" dirty="0"/>
              <a:t>Author</a:t>
            </a:r>
          </a:p>
        </p:txBody>
      </p:sp>
      <p:sp>
        <p:nvSpPr>
          <p:cNvPr id="12" name="Textplatzhalter 10">
            <a:extLst>
              <a:ext uri="{FF2B5EF4-FFF2-40B4-BE49-F238E27FC236}">
                <a16:creationId xmlns:a16="http://schemas.microsoft.com/office/drawing/2014/main" id="{BB6EAADF-428F-C6D8-43A9-FBCA196FE958}"/>
              </a:ext>
            </a:extLst>
          </p:cNvPr>
          <p:cNvSpPr>
            <a:spLocks noGrp="1"/>
          </p:cNvSpPr>
          <p:nvPr>
            <p:ph type="body" sz="quarter" idx="14" hasCustomPrompt="1"/>
          </p:nvPr>
        </p:nvSpPr>
        <p:spPr>
          <a:xfrm>
            <a:off x="695325" y="6129300"/>
            <a:ext cx="5292725" cy="252028"/>
          </a:xfrm>
        </p:spPr>
        <p:txBody>
          <a:bodyPr anchor="t"/>
          <a:lstStyle>
            <a:lvl1pPr>
              <a:defRPr sz="1600">
                <a:solidFill>
                  <a:schemeClr val="tx1"/>
                </a:solidFill>
              </a:defRPr>
            </a:lvl1pPr>
            <a:lvl2pPr marL="0" indent="0">
              <a:buNone/>
              <a:defRPr/>
            </a:lvl2pPr>
          </a:lstStyle>
          <a:p>
            <a:pPr lvl="0"/>
            <a:r>
              <a:rPr lang="en-GB" noProof="0" dirty="0"/>
              <a:t>Location, DD Month YYYY</a:t>
            </a:r>
          </a:p>
        </p:txBody>
      </p:sp>
      <p:pic>
        <p:nvPicPr>
          <p:cNvPr id="13" name="Grafik 12">
            <a:extLst>
              <a:ext uri="{FF2B5EF4-FFF2-40B4-BE49-F238E27FC236}">
                <a16:creationId xmlns:a16="http://schemas.microsoft.com/office/drawing/2014/main" id="{601D5720-24EF-D102-D260-2D0ECB313EF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31135" y="358671"/>
            <a:ext cx="1773825" cy="730070"/>
          </a:xfrm>
          <a:prstGeom prst="rect">
            <a:avLst/>
          </a:prstGeom>
        </p:spPr>
      </p:pic>
      <p:sp>
        <p:nvSpPr>
          <p:cNvPr id="15" name="Bildplatzhalter 4">
            <a:extLst>
              <a:ext uri="{FF2B5EF4-FFF2-40B4-BE49-F238E27FC236}">
                <a16:creationId xmlns:a16="http://schemas.microsoft.com/office/drawing/2014/main" id="{918345C2-B555-CE5A-CF14-EC753A31EDBB}"/>
              </a:ext>
            </a:extLst>
          </p:cNvPr>
          <p:cNvSpPr>
            <a:spLocks noGrp="1"/>
          </p:cNvSpPr>
          <p:nvPr>
            <p:ph type="pic" sz="quarter" idx="15" hasCustomPrompt="1"/>
          </p:nvPr>
        </p:nvSpPr>
        <p:spPr>
          <a:xfrm>
            <a:off x="6203948" y="549275"/>
            <a:ext cx="5076827" cy="5436009"/>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pic>
        <p:nvPicPr>
          <p:cNvPr id="4" name="Grafik 3">
            <a:extLst>
              <a:ext uri="{FF2B5EF4-FFF2-40B4-BE49-F238E27FC236}">
                <a16:creationId xmlns:a16="http://schemas.microsoft.com/office/drawing/2014/main" id="{140AB248-B157-35A3-8FF9-E4767AB90128}"/>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33825"/>
          <a:stretch/>
        </p:blipFill>
        <p:spPr>
          <a:xfrm>
            <a:off x="2532062" y="534553"/>
            <a:ext cx="1691446" cy="384804"/>
          </a:xfrm>
          <a:prstGeom prst="rect">
            <a:avLst/>
          </a:prstGeom>
        </p:spPr>
      </p:pic>
    </p:spTree>
    <p:extLst>
      <p:ext uri="{BB962C8B-B14F-4D97-AF65-F5344CB8AC3E}">
        <p14:creationId xmlns:p14="http://schemas.microsoft.com/office/powerpoint/2010/main" val="2906675576"/>
      </p:ext>
    </p:extLst>
  </p:cSld>
  <p:clrMapOvr>
    <a:masterClrMapping/>
  </p:clrMapOvr>
  <p:extLst>
    <p:ext uri="{DCECCB84-F9BA-43D5-87BE-67443E8EF086}">
      <p15:sldGuideLst xmlns:p15="http://schemas.microsoft.com/office/powerpoint/2012/main">
        <p15:guide id="1" orient="horz" pos="346">
          <p15:clr>
            <a:srgbClr val="A4A3A4"/>
          </p15:clr>
        </p15:guide>
        <p15:guide id="2" pos="7106">
          <p15:clr>
            <a:srgbClr val="A4A3A4"/>
          </p15:clr>
        </p15:guide>
        <p15:guide id="3" orient="horz" pos="3181">
          <p15:clr>
            <a:srgbClr val="A4A3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Image Pink">
    <p:bg>
      <p:bgPr>
        <a:solidFill>
          <a:schemeClr val="accent6"/>
        </a:solidFill>
        <a:effectLst/>
      </p:bgPr>
    </p:bg>
    <p:spTree>
      <p:nvGrpSpPr>
        <p:cNvPr id="1" name=""/>
        <p:cNvGrpSpPr/>
        <p:nvPr/>
      </p:nvGrpSpPr>
      <p:grpSpPr>
        <a:xfrm>
          <a:off x="0" y="0"/>
          <a:ext cx="0" cy="0"/>
          <a:chOff x="0" y="0"/>
          <a:chExt cx="0" cy="0"/>
        </a:xfrm>
      </p:grpSpPr>
      <p:sp>
        <p:nvSpPr>
          <p:cNvPr id="14" name="Rechteck 13">
            <a:extLst>
              <a:ext uri="{FF2B5EF4-FFF2-40B4-BE49-F238E27FC236}">
                <a16:creationId xmlns:a16="http://schemas.microsoft.com/office/drawing/2014/main" id="{8BDEC662-E6F5-15D3-BB36-ED6F08201703}"/>
              </a:ext>
            </a:extLst>
          </p:cNvPr>
          <p:cNvSpPr/>
          <p:nvPr userDrawn="1"/>
        </p:nvSpPr>
        <p:spPr>
          <a:xfrm>
            <a:off x="0" y="0"/>
            <a:ext cx="12192000" cy="50498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2" name="Titel 1"/>
          <p:cNvSpPr>
            <a:spLocks noGrp="1"/>
          </p:cNvSpPr>
          <p:nvPr>
            <p:ph type="ctrTitle" hasCustomPrompt="1"/>
          </p:nvPr>
        </p:nvSpPr>
        <p:spPr>
          <a:xfrm>
            <a:off x="695325" y="1449388"/>
            <a:ext cx="5292725" cy="2004460"/>
          </a:xfrm>
        </p:spPr>
        <p:txBody>
          <a:bodyPr anchor="b"/>
          <a:lstStyle>
            <a:lvl1pPr algn="l">
              <a:lnSpc>
                <a:spcPct val="92000"/>
              </a:lnSpc>
              <a:defRPr sz="4200"/>
            </a:lvl1pPr>
          </a:lstStyle>
          <a:p>
            <a:r>
              <a:rPr lang="en-GB" noProof="0" dirty="0"/>
              <a:t>Add Title</a:t>
            </a:r>
          </a:p>
        </p:txBody>
      </p:sp>
      <p:sp>
        <p:nvSpPr>
          <p:cNvPr id="3" name="Untertitel 2"/>
          <p:cNvSpPr>
            <a:spLocks noGrp="1"/>
          </p:cNvSpPr>
          <p:nvPr>
            <p:ph type="subTitle" idx="1" hasCustomPrompt="1"/>
          </p:nvPr>
        </p:nvSpPr>
        <p:spPr>
          <a:xfrm>
            <a:off x="695325" y="3789040"/>
            <a:ext cx="5292725" cy="1080120"/>
          </a:xfrm>
        </p:spPr>
        <p:txBody>
          <a:bodyPr/>
          <a:lstStyle>
            <a:lvl1pPr marL="0" indent="0" algn="l">
              <a:lnSpc>
                <a:spcPct val="92000"/>
              </a:lnSpc>
              <a:buNone/>
              <a:defRPr sz="26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dirty="0"/>
              <a:t>Add Subtitle</a:t>
            </a:r>
          </a:p>
        </p:txBody>
      </p:sp>
      <p:sp>
        <p:nvSpPr>
          <p:cNvPr id="11" name="Textplatzhalter 10">
            <a:extLst>
              <a:ext uri="{FF2B5EF4-FFF2-40B4-BE49-F238E27FC236}">
                <a16:creationId xmlns:a16="http://schemas.microsoft.com/office/drawing/2014/main" id="{68F03BE3-7C85-C716-E994-40806F5A8462}"/>
              </a:ext>
            </a:extLst>
          </p:cNvPr>
          <p:cNvSpPr>
            <a:spLocks noGrp="1"/>
          </p:cNvSpPr>
          <p:nvPr>
            <p:ph type="body" sz="quarter" idx="13" hasCustomPrompt="1"/>
          </p:nvPr>
        </p:nvSpPr>
        <p:spPr>
          <a:xfrm>
            <a:off x="695325" y="5841268"/>
            <a:ext cx="5292725" cy="288032"/>
          </a:xfrm>
        </p:spPr>
        <p:txBody>
          <a:bodyPr anchor="b"/>
          <a:lstStyle>
            <a:lvl1pPr>
              <a:defRPr sz="1600">
                <a:solidFill>
                  <a:schemeClr val="tx1"/>
                </a:solidFill>
              </a:defRPr>
            </a:lvl1pPr>
            <a:lvl2pPr marL="0" indent="0">
              <a:buNone/>
              <a:defRPr/>
            </a:lvl2pPr>
          </a:lstStyle>
          <a:p>
            <a:pPr lvl="0"/>
            <a:r>
              <a:rPr lang="en-GB" noProof="0" dirty="0"/>
              <a:t>Author</a:t>
            </a:r>
          </a:p>
        </p:txBody>
      </p:sp>
      <p:sp>
        <p:nvSpPr>
          <p:cNvPr id="12" name="Textplatzhalter 10">
            <a:extLst>
              <a:ext uri="{FF2B5EF4-FFF2-40B4-BE49-F238E27FC236}">
                <a16:creationId xmlns:a16="http://schemas.microsoft.com/office/drawing/2014/main" id="{BB6EAADF-428F-C6D8-43A9-FBCA196FE958}"/>
              </a:ext>
            </a:extLst>
          </p:cNvPr>
          <p:cNvSpPr>
            <a:spLocks noGrp="1"/>
          </p:cNvSpPr>
          <p:nvPr>
            <p:ph type="body" sz="quarter" idx="14" hasCustomPrompt="1"/>
          </p:nvPr>
        </p:nvSpPr>
        <p:spPr>
          <a:xfrm>
            <a:off x="695325" y="6129300"/>
            <a:ext cx="5292725" cy="252028"/>
          </a:xfrm>
        </p:spPr>
        <p:txBody>
          <a:bodyPr anchor="t"/>
          <a:lstStyle>
            <a:lvl1pPr>
              <a:defRPr sz="1600">
                <a:solidFill>
                  <a:schemeClr val="tx1"/>
                </a:solidFill>
              </a:defRPr>
            </a:lvl1pPr>
            <a:lvl2pPr marL="0" indent="0">
              <a:buNone/>
              <a:defRPr/>
            </a:lvl2pPr>
          </a:lstStyle>
          <a:p>
            <a:pPr lvl="0"/>
            <a:r>
              <a:rPr lang="en-GB" noProof="0" dirty="0"/>
              <a:t>Location, DD Month YYYY</a:t>
            </a:r>
          </a:p>
        </p:txBody>
      </p:sp>
      <p:pic>
        <p:nvPicPr>
          <p:cNvPr id="13" name="Grafik 12">
            <a:extLst>
              <a:ext uri="{FF2B5EF4-FFF2-40B4-BE49-F238E27FC236}">
                <a16:creationId xmlns:a16="http://schemas.microsoft.com/office/drawing/2014/main" id="{601D5720-24EF-D102-D260-2D0ECB313EF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31135" y="358671"/>
            <a:ext cx="1773825" cy="730070"/>
          </a:xfrm>
          <a:prstGeom prst="rect">
            <a:avLst/>
          </a:prstGeom>
        </p:spPr>
      </p:pic>
      <p:sp>
        <p:nvSpPr>
          <p:cNvPr id="15" name="Bildplatzhalter 4">
            <a:extLst>
              <a:ext uri="{FF2B5EF4-FFF2-40B4-BE49-F238E27FC236}">
                <a16:creationId xmlns:a16="http://schemas.microsoft.com/office/drawing/2014/main" id="{918345C2-B555-CE5A-CF14-EC753A31EDBB}"/>
              </a:ext>
            </a:extLst>
          </p:cNvPr>
          <p:cNvSpPr>
            <a:spLocks noGrp="1"/>
          </p:cNvSpPr>
          <p:nvPr>
            <p:ph type="pic" sz="quarter" idx="15" hasCustomPrompt="1"/>
          </p:nvPr>
        </p:nvSpPr>
        <p:spPr>
          <a:xfrm>
            <a:off x="6203948" y="549275"/>
            <a:ext cx="5076827" cy="5436009"/>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pic>
        <p:nvPicPr>
          <p:cNvPr id="4" name="Grafik 3">
            <a:extLst>
              <a:ext uri="{FF2B5EF4-FFF2-40B4-BE49-F238E27FC236}">
                <a16:creationId xmlns:a16="http://schemas.microsoft.com/office/drawing/2014/main" id="{E77F36C0-0DD8-2E8F-7E45-9499E236E2AB}"/>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33825"/>
          <a:stretch/>
        </p:blipFill>
        <p:spPr>
          <a:xfrm>
            <a:off x="2532062" y="534553"/>
            <a:ext cx="1691446" cy="384804"/>
          </a:xfrm>
          <a:prstGeom prst="rect">
            <a:avLst/>
          </a:prstGeom>
        </p:spPr>
      </p:pic>
    </p:spTree>
    <p:extLst>
      <p:ext uri="{BB962C8B-B14F-4D97-AF65-F5344CB8AC3E}">
        <p14:creationId xmlns:p14="http://schemas.microsoft.com/office/powerpoint/2010/main" val="2569151155"/>
      </p:ext>
    </p:extLst>
  </p:cSld>
  <p:clrMapOvr>
    <a:masterClrMapping/>
  </p:clrMapOvr>
  <p:extLst>
    <p:ext uri="{DCECCB84-F9BA-43D5-87BE-67443E8EF086}">
      <p15:sldGuideLst xmlns:p15="http://schemas.microsoft.com/office/powerpoint/2012/main">
        <p15:guide id="1" orient="horz" pos="346">
          <p15:clr>
            <a:srgbClr val="A4A3A4"/>
          </p15:clr>
        </p15:guide>
        <p15:guide id="2" pos="7106">
          <p15:clr>
            <a:srgbClr val="A4A3A4"/>
          </p15:clr>
        </p15:guide>
        <p15:guide id="3" orient="horz" pos="3181">
          <p15:clr>
            <a:srgbClr val="A4A3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Heading Blue">
    <p:bg>
      <p:bgPr>
        <a:solidFill>
          <a:schemeClr val="accent1"/>
        </a:solidFill>
        <a:effectLst/>
      </p:bgPr>
    </p:bg>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lvl1pPr>
              <a:defRPr>
                <a:solidFill>
                  <a:schemeClr val="bg1"/>
                </a:solidFill>
              </a:defRPr>
            </a:lvl1pPr>
          </a:lstStyle>
          <a:p>
            <a:fld id="{51C94346-BA24-6E4A-9B6F-2CB8298CA283}" type="datetime1">
              <a:rPr lang="de-CH" noProof="0" smtClean="0"/>
              <a:t>04.02.2025</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lvl1pPr>
              <a:defRPr>
                <a:solidFill>
                  <a:schemeClr val="bg1"/>
                </a:solidFill>
              </a:defRPr>
            </a:lvl1pPr>
          </a:lstStyle>
          <a:p>
            <a:r>
              <a:rPr lang="en-US" noProof="0"/>
              <a:t>PSI Centers for Nuclear Engineering and Sciences &amp; Energy and Environmental Sciences</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lvl1pPr>
              <a:defRPr>
                <a:solidFill>
                  <a:schemeClr val="bg1"/>
                </a:solidFill>
              </a:defRPr>
            </a:lvl1pPr>
          </a:lstStyle>
          <a:p>
            <a:fld id="{442AD375-037F-43D0-B059-5172DA06796A}" type="slidenum">
              <a:rPr lang="en-GB" noProof="0" smtClean="0"/>
              <a:pPr/>
              <a:t>‹#›</a:t>
            </a:fld>
            <a:endParaRPr lang="en-GB" noProof="0" dirty="0"/>
          </a:p>
        </p:txBody>
      </p:sp>
      <p:sp>
        <p:nvSpPr>
          <p:cNvPr id="10" name="Textplatzhalter 9">
            <a:extLst>
              <a:ext uri="{FF2B5EF4-FFF2-40B4-BE49-F238E27FC236}">
                <a16:creationId xmlns:a16="http://schemas.microsoft.com/office/drawing/2014/main" id="{38A5E6FE-0D37-3DFF-F3B7-73A91BE84605}"/>
              </a:ext>
            </a:extLst>
          </p:cNvPr>
          <p:cNvSpPr>
            <a:spLocks noGrp="1"/>
          </p:cNvSpPr>
          <p:nvPr>
            <p:ph type="body" sz="quarter" idx="13" hasCustomPrompt="1"/>
          </p:nvPr>
        </p:nvSpPr>
        <p:spPr>
          <a:xfrm>
            <a:off x="695325" y="1292087"/>
            <a:ext cx="8964613" cy="4729302"/>
          </a:xfrm>
        </p:spPr>
        <p:txBody>
          <a:bodyPr/>
          <a:lstStyle>
            <a:lvl1pPr>
              <a:defRPr sz="4200">
                <a:solidFill>
                  <a:schemeClr val="bg1"/>
                </a:solidFill>
              </a:defRPr>
            </a:lvl1pPr>
            <a:lvl2pPr marL="0" indent="0">
              <a:buFontTx/>
              <a:buNone/>
              <a:defRPr>
                <a:solidFill>
                  <a:schemeClr val="bg1"/>
                </a:solidFill>
              </a:defRPr>
            </a:lvl2pPr>
            <a:lvl3pPr marL="250825" indent="-250825">
              <a:defRPr>
                <a:solidFill>
                  <a:schemeClr val="bg1"/>
                </a:solidFill>
              </a:defRPr>
            </a:lvl3pPr>
          </a:lstStyle>
          <a:p>
            <a:pPr lvl="0"/>
            <a:r>
              <a:rPr lang="en-GB" noProof="0" dirty="0"/>
              <a:t>Section Heading</a:t>
            </a:r>
          </a:p>
          <a:p>
            <a:pPr lvl="1"/>
            <a:r>
              <a:rPr lang="en-GB" noProof="0" dirty="0"/>
              <a:t>Second Level</a:t>
            </a:r>
          </a:p>
          <a:p>
            <a:pPr lvl="2"/>
            <a:r>
              <a:rPr lang="en-GB" noProof="0" dirty="0"/>
              <a:t>Third Level</a:t>
            </a:r>
          </a:p>
        </p:txBody>
      </p:sp>
      <p:pic>
        <p:nvPicPr>
          <p:cNvPr id="2" name="Grafik 1">
            <a:extLst>
              <a:ext uri="{FF2B5EF4-FFF2-40B4-BE49-F238E27FC236}">
                <a16:creationId xmlns:a16="http://schemas.microsoft.com/office/drawing/2014/main" id="{126DA47E-D7F3-07E8-00B3-57D325A007F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615134" y="305378"/>
            <a:ext cx="881465" cy="362794"/>
          </a:xfrm>
          <a:prstGeom prst="rect">
            <a:avLst/>
          </a:prstGeom>
        </p:spPr>
      </p:pic>
    </p:spTree>
    <p:extLst>
      <p:ext uri="{BB962C8B-B14F-4D97-AF65-F5344CB8AC3E}">
        <p14:creationId xmlns:p14="http://schemas.microsoft.com/office/powerpoint/2010/main" val="727755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 Heading Red">
    <p:bg>
      <p:bgPr>
        <a:solidFill>
          <a:schemeClr val="accent3"/>
        </a:solidFill>
        <a:effectLst/>
      </p:bgPr>
    </p:bg>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lvl1pPr>
              <a:defRPr>
                <a:solidFill>
                  <a:schemeClr val="bg1"/>
                </a:solidFill>
              </a:defRPr>
            </a:lvl1pPr>
          </a:lstStyle>
          <a:p>
            <a:fld id="{60956E3D-57D1-7441-886E-91F07386DBC2}" type="datetime1">
              <a:rPr lang="de-CH" noProof="0" smtClean="0"/>
              <a:t>04.02.2025</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lvl1pPr>
              <a:defRPr>
                <a:solidFill>
                  <a:schemeClr val="bg1"/>
                </a:solidFill>
              </a:defRPr>
            </a:lvl1pPr>
          </a:lstStyle>
          <a:p>
            <a:r>
              <a:rPr lang="en-US" noProof="0"/>
              <a:t>PSI Centers for Nuclear Engineering and Sciences &amp; Energy and Environmental Sciences</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lvl1pPr>
              <a:defRPr>
                <a:solidFill>
                  <a:schemeClr val="bg1"/>
                </a:solidFill>
              </a:defRPr>
            </a:lvl1pPr>
          </a:lstStyle>
          <a:p>
            <a:fld id="{442AD375-037F-43D0-B059-5172DA06796A}" type="slidenum">
              <a:rPr lang="en-GB" noProof="0" smtClean="0"/>
              <a:pPr/>
              <a:t>‹#›</a:t>
            </a:fld>
            <a:endParaRPr lang="en-GB" noProof="0" dirty="0"/>
          </a:p>
        </p:txBody>
      </p:sp>
      <p:sp>
        <p:nvSpPr>
          <p:cNvPr id="10" name="Textplatzhalter 9">
            <a:extLst>
              <a:ext uri="{FF2B5EF4-FFF2-40B4-BE49-F238E27FC236}">
                <a16:creationId xmlns:a16="http://schemas.microsoft.com/office/drawing/2014/main" id="{38A5E6FE-0D37-3DFF-F3B7-73A91BE84605}"/>
              </a:ext>
            </a:extLst>
          </p:cNvPr>
          <p:cNvSpPr>
            <a:spLocks noGrp="1"/>
          </p:cNvSpPr>
          <p:nvPr>
            <p:ph type="body" sz="quarter" idx="13" hasCustomPrompt="1"/>
          </p:nvPr>
        </p:nvSpPr>
        <p:spPr>
          <a:xfrm>
            <a:off x="695325" y="1292087"/>
            <a:ext cx="8964613" cy="4729302"/>
          </a:xfrm>
        </p:spPr>
        <p:txBody>
          <a:bodyPr/>
          <a:lstStyle>
            <a:lvl1pPr>
              <a:defRPr sz="4200">
                <a:solidFill>
                  <a:schemeClr val="bg1"/>
                </a:solidFill>
              </a:defRPr>
            </a:lvl1pPr>
            <a:lvl2pPr marL="0" indent="0">
              <a:buFontTx/>
              <a:buNone/>
              <a:defRPr>
                <a:solidFill>
                  <a:schemeClr val="bg1"/>
                </a:solidFill>
              </a:defRPr>
            </a:lvl2pPr>
            <a:lvl3pPr marL="250825" indent="-250825">
              <a:defRPr>
                <a:solidFill>
                  <a:schemeClr val="bg1"/>
                </a:solidFill>
              </a:defRPr>
            </a:lvl3pPr>
          </a:lstStyle>
          <a:p>
            <a:pPr lvl="0"/>
            <a:r>
              <a:rPr lang="en-GB" noProof="0" dirty="0"/>
              <a:t>Section Heading</a:t>
            </a:r>
          </a:p>
          <a:p>
            <a:pPr lvl="1"/>
            <a:r>
              <a:rPr lang="en-GB" noProof="0" dirty="0"/>
              <a:t>Second Level</a:t>
            </a:r>
          </a:p>
          <a:p>
            <a:pPr lvl="2"/>
            <a:r>
              <a:rPr lang="en-GB" noProof="0" dirty="0"/>
              <a:t>Third Level</a:t>
            </a:r>
          </a:p>
        </p:txBody>
      </p:sp>
      <p:pic>
        <p:nvPicPr>
          <p:cNvPr id="2" name="Grafik 1">
            <a:extLst>
              <a:ext uri="{FF2B5EF4-FFF2-40B4-BE49-F238E27FC236}">
                <a16:creationId xmlns:a16="http://schemas.microsoft.com/office/drawing/2014/main" id="{126DA47E-D7F3-07E8-00B3-57D325A007F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615134" y="305378"/>
            <a:ext cx="881465" cy="362794"/>
          </a:xfrm>
          <a:prstGeom prst="rect">
            <a:avLst/>
          </a:prstGeom>
        </p:spPr>
      </p:pic>
    </p:spTree>
    <p:extLst>
      <p:ext uri="{BB962C8B-B14F-4D97-AF65-F5344CB8AC3E}">
        <p14:creationId xmlns:p14="http://schemas.microsoft.com/office/powerpoint/2010/main" val="19796425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ing Green">
    <p:bg>
      <p:bgPr>
        <a:solidFill>
          <a:schemeClr val="accent2"/>
        </a:solidFill>
        <a:effectLst/>
      </p:bgPr>
    </p:bg>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38B88175-E72B-494D-8E63-D8433073A15B}" type="datetime1">
              <a:rPr lang="de-CH" noProof="0" smtClean="0"/>
              <a:t>04.02.2025</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US" noProof="0"/>
              <a:t>PSI Centers for Nuclear Engineering and Sciences &amp; Energy and Environmental Sciences</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10" name="Textplatzhalter 9">
            <a:extLst>
              <a:ext uri="{FF2B5EF4-FFF2-40B4-BE49-F238E27FC236}">
                <a16:creationId xmlns:a16="http://schemas.microsoft.com/office/drawing/2014/main" id="{38A5E6FE-0D37-3DFF-F3B7-73A91BE84605}"/>
              </a:ext>
            </a:extLst>
          </p:cNvPr>
          <p:cNvSpPr>
            <a:spLocks noGrp="1"/>
          </p:cNvSpPr>
          <p:nvPr>
            <p:ph type="body" sz="quarter" idx="13" hasCustomPrompt="1"/>
          </p:nvPr>
        </p:nvSpPr>
        <p:spPr>
          <a:xfrm>
            <a:off x="695325" y="1292087"/>
            <a:ext cx="8964613" cy="4729302"/>
          </a:xfrm>
        </p:spPr>
        <p:txBody>
          <a:bodyPr/>
          <a:lstStyle>
            <a:lvl1pPr>
              <a:defRPr sz="4200"/>
            </a:lvl1pPr>
            <a:lvl2pPr marL="0" indent="0">
              <a:buFontTx/>
              <a:buNone/>
              <a:defRPr/>
            </a:lvl2pPr>
            <a:lvl3pPr marL="250825" indent="-250825">
              <a:defRPr/>
            </a:lvl3pPr>
          </a:lstStyle>
          <a:p>
            <a:pPr lvl="0"/>
            <a:r>
              <a:rPr lang="en-GB" noProof="0" dirty="0"/>
              <a:t>Section Heading</a:t>
            </a:r>
          </a:p>
          <a:p>
            <a:pPr lvl="1"/>
            <a:r>
              <a:rPr lang="en-GB" noProof="0" dirty="0"/>
              <a:t>Second Level</a:t>
            </a:r>
          </a:p>
          <a:p>
            <a:pPr lvl="2"/>
            <a:r>
              <a:rPr lang="en-GB" noProof="0" dirty="0"/>
              <a:t>Third Level</a:t>
            </a:r>
          </a:p>
        </p:txBody>
      </p:sp>
    </p:spTree>
    <p:extLst>
      <p:ext uri="{BB962C8B-B14F-4D97-AF65-F5344CB8AC3E}">
        <p14:creationId xmlns:p14="http://schemas.microsoft.com/office/powerpoint/2010/main" val="26397580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Heading Yellow">
    <p:bg>
      <p:bgPr>
        <a:solidFill>
          <a:schemeClr val="accent5"/>
        </a:solidFill>
        <a:effectLst/>
      </p:bgPr>
    </p:bg>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8C75C767-47DD-E843-892D-1BB23B15A0D8}" type="datetime1">
              <a:rPr lang="de-CH" noProof="0" smtClean="0"/>
              <a:t>04.02.2025</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US" noProof="0"/>
              <a:t>PSI Centers for Nuclear Engineering and Sciences &amp; Energy and Environmental Sciences</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10" name="Textplatzhalter 9">
            <a:extLst>
              <a:ext uri="{FF2B5EF4-FFF2-40B4-BE49-F238E27FC236}">
                <a16:creationId xmlns:a16="http://schemas.microsoft.com/office/drawing/2014/main" id="{38A5E6FE-0D37-3DFF-F3B7-73A91BE84605}"/>
              </a:ext>
            </a:extLst>
          </p:cNvPr>
          <p:cNvSpPr>
            <a:spLocks noGrp="1"/>
          </p:cNvSpPr>
          <p:nvPr>
            <p:ph type="body" sz="quarter" idx="13" hasCustomPrompt="1"/>
          </p:nvPr>
        </p:nvSpPr>
        <p:spPr>
          <a:xfrm>
            <a:off x="695325" y="1292087"/>
            <a:ext cx="8964613" cy="4729302"/>
          </a:xfrm>
        </p:spPr>
        <p:txBody>
          <a:bodyPr/>
          <a:lstStyle>
            <a:lvl1pPr>
              <a:defRPr sz="4200"/>
            </a:lvl1pPr>
            <a:lvl2pPr marL="0" indent="0">
              <a:buFontTx/>
              <a:buNone/>
              <a:defRPr/>
            </a:lvl2pPr>
            <a:lvl3pPr marL="250825" indent="-250825">
              <a:defRPr/>
            </a:lvl3pPr>
          </a:lstStyle>
          <a:p>
            <a:pPr lvl="0"/>
            <a:r>
              <a:rPr lang="en-GB" noProof="0" dirty="0"/>
              <a:t>Section Heading</a:t>
            </a:r>
          </a:p>
          <a:p>
            <a:pPr lvl="1"/>
            <a:r>
              <a:rPr lang="en-GB" noProof="0" dirty="0"/>
              <a:t>Second Level</a:t>
            </a:r>
          </a:p>
          <a:p>
            <a:pPr lvl="2"/>
            <a:r>
              <a:rPr lang="en-GB" noProof="0" dirty="0"/>
              <a:t>Third Level</a:t>
            </a:r>
          </a:p>
        </p:txBody>
      </p:sp>
    </p:spTree>
    <p:extLst>
      <p:ext uri="{BB962C8B-B14F-4D97-AF65-F5344CB8AC3E}">
        <p14:creationId xmlns:p14="http://schemas.microsoft.com/office/powerpoint/2010/main" val="18225316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Wide Conten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695325" y="1376773"/>
            <a:ext cx="8964613" cy="4644616"/>
          </a:xfrm>
        </p:spPr>
        <p:txBody>
          <a:bodyPr/>
          <a:lstStyle>
            <a:lvl1pPr defTabSz="984250">
              <a:tabLst>
                <a:tab pos="536575" algn="l"/>
              </a:tabLst>
              <a:defRPr/>
            </a:lvl1pPr>
            <a:lvl2pPr>
              <a:tabLst>
                <a:tab pos="536575" algn="l"/>
              </a:tabLst>
              <a:defRPr/>
            </a:lvl2pPr>
          </a:lstStyle>
          <a:p>
            <a:pPr lvl="0"/>
            <a:r>
              <a:rPr lang="en-GB" noProof="0" dirty="0"/>
              <a:t>Add Content</a:t>
            </a:r>
          </a:p>
          <a:p>
            <a:pPr lvl="1"/>
            <a:r>
              <a:rPr lang="en-GB" noProof="0" dirty="0"/>
              <a:t>Second Level</a:t>
            </a:r>
          </a:p>
          <a:p>
            <a:pPr lvl="2"/>
            <a:r>
              <a:rPr lang="en-GB" noProof="0" dirty="0"/>
              <a:t>Third Level</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11DAC6F3-F6FC-9A4C-A64F-016A1810D60B}" type="datetime1">
              <a:rPr lang="de-CH" noProof="0" smtClean="0"/>
              <a:t>04.02.2025</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US" noProof="0"/>
              <a:t>PSI Centers for Nuclear Engineering and Sciences &amp; Energy and Environmental Sciences</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7" name="Titel 6">
            <a:extLst>
              <a:ext uri="{FF2B5EF4-FFF2-40B4-BE49-F238E27FC236}">
                <a16:creationId xmlns:a16="http://schemas.microsoft.com/office/drawing/2014/main" id="{A939BEE7-204C-1008-67F3-C8FC6E64EBA4}"/>
              </a:ext>
            </a:extLst>
          </p:cNvPr>
          <p:cNvSpPr>
            <a:spLocks noGrp="1"/>
          </p:cNvSpPr>
          <p:nvPr>
            <p:ph type="title" hasCustomPrompt="1"/>
          </p:nvPr>
        </p:nvSpPr>
        <p:spPr/>
        <p:txBody>
          <a:bodyPr/>
          <a:lstStyle>
            <a:lvl1pPr>
              <a:defRPr/>
            </a:lvl1pPr>
          </a:lstStyle>
          <a:p>
            <a:r>
              <a:rPr lang="en-GB" noProof="0" dirty="0"/>
              <a:t>Add Title</a:t>
            </a:r>
          </a:p>
        </p:txBody>
      </p:sp>
    </p:spTree>
    <p:extLst>
      <p:ext uri="{BB962C8B-B14F-4D97-AF65-F5344CB8AC3E}">
        <p14:creationId xmlns:p14="http://schemas.microsoft.com/office/powerpoint/2010/main" val="4795704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Extra wide Conten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Add Title</a:t>
            </a:r>
          </a:p>
        </p:txBody>
      </p:sp>
      <p:sp>
        <p:nvSpPr>
          <p:cNvPr id="3" name="Inhaltsplatzhalter 2"/>
          <p:cNvSpPr>
            <a:spLocks noGrp="1"/>
          </p:cNvSpPr>
          <p:nvPr>
            <p:ph idx="1" hasCustomPrompt="1"/>
          </p:nvPr>
        </p:nvSpPr>
        <p:spPr>
          <a:xfrm>
            <a:off x="695325" y="1376773"/>
            <a:ext cx="10801349" cy="4644616"/>
          </a:xfrm>
        </p:spPr>
        <p:txBody>
          <a:bodyPr/>
          <a:lstStyle>
            <a:lvl1pPr>
              <a:defRPr/>
            </a:lvl1pPr>
          </a:lstStyle>
          <a:p>
            <a:pPr lvl="0"/>
            <a:r>
              <a:rPr lang="en-GB" noProof="0" dirty="0"/>
              <a:t>Add Content</a:t>
            </a:r>
          </a:p>
          <a:p>
            <a:pPr lvl="1"/>
            <a:r>
              <a:rPr lang="en-GB" noProof="0" dirty="0"/>
              <a:t>Second Level</a:t>
            </a:r>
          </a:p>
          <a:p>
            <a:pPr lvl="2"/>
            <a:r>
              <a:rPr lang="en-GB" noProof="0" dirty="0"/>
              <a:t>Third Level</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27F82F7F-81CB-984F-BDBF-3A5183505363}" type="datetime1">
              <a:rPr lang="de-CH" noProof="0" smtClean="0"/>
              <a:t>04.02.2025</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US" noProof="0"/>
              <a:t>PSI Centers for Nuclear Engineering and Sciences &amp; Energy and Environmental Sciences</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Tree>
    <p:extLst>
      <p:ext uri="{BB962C8B-B14F-4D97-AF65-F5344CB8AC3E}">
        <p14:creationId xmlns:p14="http://schemas.microsoft.com/office/powerpoint/2010/main" val="40651099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Add Title</a:t>
            </a:r>
          </a:p>
        </p:txBody>
      </p:sp>
      <p:sp>
        <p:nvSpPr>
          <p:cNvPr id="3" name="Inhaltsplatzhalter 2"/>
          <p:cNvSpPr>
            <a:spLocks noGrp="1"/>
          </p:cNvSpPr>
          <p:nvPr>
            <p:ph idx="1" hasCustomPrompt="1"/>
          </p:nvPr>
        </p:nvSpPr>
        <p:spPr>
          <a:xfrm>
            <a:off x="695326" y="1376773"/>
            <a:ext cx="5291476" cy="4644616"/>
          </a:xfrm>
        </p:spPr>
        <p:txBody>
          <a:bodyPr tIns="18000"/>
          <a:lstStyle>
            <a:lvl1pPr>
              <a:spcBef>
                <a:spcPts val="400"/>
              </a:spcBef>
              <a:defRPr sz="1600"/>
            </a:lvl1pPr>
            <a:lvl2pPr marL="179388" indent="-179388">
              <a:spcBef>
                <a:spcPts val="400"/>
              </a:spcBef>
              <a:defRPr sz="1600"/>
            </a:lvl2pPr>
            <a:lvl3pPr marL="360363" indent="-180975">
              <a:spcBef>
                <a:spcPts val="400"/>
              </a:spcBef>
              <a:defRPr sz="1600"/>
            </a:lvl3pPr>
            <a:lvl4pPr>
              <a:defRPr sz="1600"/>
            </a:lvl4pPr>
            <a:lvl5pPr>
              <a:defRPr sz="1600"/>
            </a:lvl5pPr>
            <a:lvl6pPr marL="2286000" indent="0">
              <a:buNone/>
              <a:defRPr/>
            </a:lvl6pPr>
          </a:lstStyle>
          <a:p>
            <a:pPr lvl="0"/>
            <a:r>
              <a:rPr lang="en-GB" noProof="0" dirty="0"/>
              <a:t>Add Content</a:t>
            </a:r>
          </a:p>
          <a:p>
            <a:pPr lvl="1"/>
            <a:r>
              <a:rPr lang="en-GB" noProof="0" dirty="0"/>
              <a:t>Second Level</a:t>
            </a:r>
          </a:p>
          <a:p>
            <a:pPr lvl="2"/>
            <a:r>
              <a:rPr lang="en-GB" noProof="0" dirty="0"/>
              <a:t>Third Level</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BB594D66-B693-0848-B67F-3FA18DEEEAAE}" type="datetime1">
              <a:rPr lang="de-CH" noProof="0" smtClean="0"/>
              <a:t>04.02.2025</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US" noProof="0"/>
              <a:t>PSI Centers for Nuclear Engineering and Sciences &amp; Energy and Environmental Sciences</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8" name="Inhaltsplatzhalter 2">
            <a:extLst>
              <a:ext uri="{FF2B5EF4-FFF2-40B4-BE49-F238E27FC236}">
                <a16:creationId xmlns:a16="http://schemas.microsoft.com/office/drawing/2014/main" id="{03327075-DC64-5DAB-E02B-8A18CBF5A994}"/>
              </a:ext>
            </a:extLst>
          </p:cNvPr>
          <p:cNvSpPr>
            <a:spLocks noGrp="1"/>
          </p:cNvSpPr>
          <p:nvPr>
            <p:ph idx="13" hasCustomPrompt="1"/>
          </p:nvPr>
        </p:nvSpPr>
        <p:spPr>
          <a:xfrm>
            <a:off x="6205201" y="1376773"/>
            <a:ext cx="5291474" cy="4644616"/>
          </a:xfrm>
        </p:spPr>
        <p:txBody>
          <a:bodyPr tIns="18000"/>
          <a:lstStyle>
            <a:lvl1pPr>
              <a:spcBef>
                <a:spcPts val="400"/>
              </a:spcBef>
              <a:defRPr sz="1600"/>
            </a:lvl1pPr>
            <a:lvl2pPr marL="179388" indent="-179388">
              <a:spcBef>
                <a:spcPts val="400"/>
              </a:spcBef>
              <a:defRPr sz="1600"/>
            </a:lvl2pPr>
            <a:lvl3pPr marL="360363" indent="-180975">
              <a:spcBef>
                <a:spcPts val="400"/>
              </a:spcBef>
              <a:defRPr sz="1600"/>
            </a:lvl3pPr>
            <a:lvl4pPr>
              <a:defRPr sz="1600"/>
            </a:lvl4pPr>
            <a:lvl5pPr>
              <a:defRPr sz="1600"/>
            </a:lvl5pPr>
            <a:lvl6pPr marL="2286000" indent="0">
              <a:buNone/>
              <a:defRPr/>
            </a:lvl6pPr>
          </a:lstStyle>
          <a:p>
            <a:pPr lvl="0"/>
            <a:r>
              <a:rPr lang="en-GB" noProof="0" dirty="0"/>
              <a:t>Add Content</a:t>
            </a:r>
          </a:p>
          <a:p>
            <a:pPr lvl="1"/>
            <a:r>
              <a:rPr lang="en-GB" noProof="0" dirty="0"/>
              <a:t>Second Level</a:t>
            </a:r>
          </a:p>
          <a:p>
            <a:pPr lvl="2"/>
            <a:r>
              <a:rPr lang="en-GB" noProof="0" dirty="0"/>
              <a:t>Third Level</a:t>
            </a:r>
          </a:p>
        </p:txBody>
      </p:sp>
    </p:spTree>
    <p:extLst>
      <p:ext uri="{BB962C8B-B14F-4D97-AF65-F5344CB8AC3E}">
        <p14:creationId xmlns:p14="http://schemas.microsoft.com/office/powerpoint/2010/main" val="3387882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Add Title</a:t>
            </a:r>
          </a:p>
        </p:txBody>
      </p:sp>
      <p:sp>
        <p:nvSpPr>
          <p:cNvPr id="3" name="Inhaltsplatzhalter 2"/>
          <p:cNvSpPr>
            <a:spLocks noGrp="1"/>
          </p:cNvSpPr>
          <p:nvPr>
            <p:ph idx="1" hasCustomPrompt="1"/>
          </p:nvPr>
        </p:nvSpPr>
        <p:spPr>
          <a:xfrm>
            <a:off x="695325" y="1376773"/>
            <a:ext cx="5292725" cy="4644616"/>
          </a:xfrm>
        </p:spPr>
        <p:txBody>
          <a:bodyPr/>
          <a:lstStyle>
            <a:lvl1pPr>
              <a:defRPr/>
            </a:lvl1pPr>
          </a:lstStyle>
          <a:p>
            <a:pPr lvl="0"/>
            <a:r>
              <a:rPr lang="en-GB" noProof="0" dirty="0"/>
              <a:t>Add Content</a:t>
            </a:r>
          </a:p>
          <a:p>
            <a:pPr lvl="1"/>
            <a:r>
              <a:rPr lang="en-GB" noProof="0" dirty="0"/>
              <a:t>Second Level</a:t>
            </a:r>
          </a:p>
          <a:p>
            <a:pPr lvl="2"/>
            <a:r>
              <a:rPr lang="en-GB" noProof="0" dirty="0"/>
              <a:t>Third Level</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ED8066E8-129A-B041-90A4-194E988683DB}" type="datetime1">
              <a:rPr lang="de-CH" noProof="0" smtClean="0"/>
              <a:t>04.02.2025</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US" noProof="0"/>
              <a:t>PSI Centers for Nuclear Engineering and Sciences &amp; Energy and Environmental Sciences</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7" name="Bildplatzhalter 4">
            <a:extLst>
              <a:ext uri="{FF2B5EF4-FFF2-40B4-BE49-F238E27FC236}">
                <a16:creationId xmlns:a16="http://schemas.microsoft.com/office/drawing/2014/main" id="{C1B2C62D-FBA5-44A1-36F5-135381BC9A6B}"/>
              </a:ext>
            </a:extLst>
          </p:cNvPr>
          <p:cNvSpPr>
            <a:spLocks noGrp="1"/>
          </p:cNvSpPr>
          <p:nvPr>
            <p:ph type="pic" sz="quarter" idx="13" hasCustomPrompt="1"/>
          </p:nvPr>
        </p:nvSpPr>
        <p:spPr>
          <a:xfrm>
            <a:off x="6203948" y="1449389"/>
            <a:ext cx="5292725" cy="4572000"/>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Tree>
    <p:extLst>
      <p:ext uri="{BB962C8B-B14F-4D97-AF65-F5344CB8AC3E}">
        <p14:creationId xmlns:p14="http://schemas.microsoft.com/office/powerpoint/2010/main" val="35993912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mage and Conten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Add Title</a:t>
            </a:r>
          </a:p>
        </p:txBody>
      </p:sp>
      <p:sp>
        <p:nvSpPr>
          <p:cNvPr id="3" name="Inhaltsplatzhalter 2"/>
          <p:cNvSpPr>
            <a:spLocks noGrp="1"/>
          </p:cNvSpPr>
          <p:nvPr>
            <p:ph idx="1" hasCustomPrompt="1"/>
          </p:nvPr>
        </p:nvSpPr>
        <p:spPr>
          <a:xfrm>
            <a:off x="6203950" y="1376773"/>
            <a:ext cx="5292724" cy="4644616"/>
          </a:xfrm>
        </p:spPr>
        <p:txBody>
          <a:bodyPr/>
          <a:lstStyle>
            <a:lvl1pPr>
              <a:defRPr/>
            </a:lvl1pPr>
          </a:lstStyle>
          <a:p>
            <a:pPr lvl="0"/>
            <a:r>
              <a:rPr lang="en-GB" noProof="0" dirty="0"/>
              <a:t>Add Content</a:t>
            </a:r>
          </a:p>
          <a:p>
            <a:pPr lvl="1"/>
            <a:r>
              <a:rPr lang="en-GB" noProof="0" dirty="0"/>
              <a:t>Second Level</a:t>
            </a:r>
          </a:p>
          <a:p>
            <a:pPr lvl="2"/>
            <a:r>
              <a:rPr lang="en-GB" noProof="0" dirty="0"/>
              <a:t>Third Level</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02045E07-376F-084A-8BDE-B6726DB4ACBE}" type="datetime1">
              <a:rPr lang="de-CH" noProof="0" smtClean="0"/>
              <a:t>04.02.2025</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US" noProof="0"/>
              <a:t>PSI Centers for Nuclear Engineering and Sciences &amp; Energy and Environmental Sciences</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7" name="Bildplatzhalter 4">
            <a:extLst>
              <a:ext uri="{FF2B5EF4-FFF2-40B4-BE49-F238E27FC236}">
                <a16:creationId xmlns:a16="http://schemas.microsoft.com/office/drawing/2014/main" id="{C1B2C62D-FBA5-44A1-36F5-135381BC9A6B}"/>
              </a:ext>
            </a:extLst>
          </p:cNvPr>
          <p:cNvSpPr>
            <a:spLocks noGrp="1"/>
          </p:cNvSpPr>
          <p:nvPr>
            <p:ph type="pic" sz="quarter" idx="13" hasCustomPrompt="1"/>
          </p:nvPr>
        </p:nvSpPr>
        <p:spPr>
          <a:xfrm>
            <a:off x="695326" y="1449389"/>
            <a:ext cx="5292724" cy="4572000"/>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Tree>
    <p:extLst>
      <p:ext uri="{BB962C8B-B14F-4D97-AF65-F5344CB8AC3E}">
        <p14:creationId xmlns:p14="http://schemas.microsoft.com/office/powerpoint/2010/main" val="28135738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Wide Imag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Add Title</a:t>
            </a:r>
          </a:p>
        </p:txBody>
      </p:sp>
      <p:sp>
        <p:nvSpPr>
          <p:cNvPr id="5" name="Bildplatzhalter 4">
            <a:extLst>
              <a:ext uri="{FF2B5EF4-FFF2-40B4-BE49-F238E27FC236}">
                <a16:creationId xmlns:a16="http://schemas.microsoft.com/office/drawing/2014/main" id="{1024D5AC-18B7-42A0-8763-5161D9B6B298}"/>
              </a:ext>
            </a:extLst>
          </p:cNvPr>
          <p:cNvSpPr>
            <a:spLocks noGrp="1"/>
          </p:cNvSpPr>
          <p:nvPr>
            <p:ph type="pic" sz="quarter" idx="13" hasCustomPrompt="1"/>
          </p:nvPr>
        </p:nvSpPr>
        <p:spPr>
          <a:xfrm>
            <a:off x="695325" y="1449389"/>
            <a:ext cx="8964613" cy="4572000"/>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
        <p:nvSpPr>
          <p:cNvPr id="3" name="Datumsplatzhalter 2">
            <a:extLst>
              <a:ext uri="{FF2B5EF4-FFF2-40B4-BE49-F238E27FC236}">
                <a16:creationId xmlns:a16="http://schemas.microsoft.com/office/drawing/2014/main" id="{BEB216CB-AE9D-4C01-AD48-4B7915875192}"/>
              </a:ext>
            </a:extLst>
          </p:cNvPr>
          <p:cNvSpPr>
            <a:spLocks noGrp="1"/>
          </p:cNvSpPr>
          <p:nvPr>
            <p:ph type="dt" sz="half" idx="14"/>
          </p:nvPr>
        </p:nvSpPr>
        <p:spPr/>
        <p:txBody>
          <a:bodyPr/>
          <a:lstStyle/>
          <a:p>
            <a:fld id="{0AF9E17D-1F6C-A241-B0BE-4CDF2EE62804}" type="datetime1">
              <a:rPr lang="de-CH" noProof="0" smtClean="0"/>
              <a:t>04.02.2025</a:t>
            </a:fld>
            <a:endParaRPr lang="en-GB" noProof="0" dirty="0"/>
          </a:p>
        </p:txBody>
      </p:sp>
      <p:sp>
        <p:nvSpPr>
          <p:cNvPr id="4" name="Fußzeilenplatzhalter 3">
            <a:extLst>
              <a:ext uri="{FF2B5EF4-FFF2-40B4-BE49-F238E27FC236}">
                <a16:creationId xmlns:a16="http://schemas.microsoft.com/office/drawing/2014/main" id="{43E67269-0443-40A6-8D53-CF9C30AE7206}"/>
              </a:ext>
            </a:extLst>
          </p:cNvPr>
          <p:cNvSpPr>
            <a:spLocks noGrp="1"/>
          </p:cNvSpPr>
          <p:nvPr>
            <p:ph type="ftr" sz="quarter" idx="15"/>
          </p:nvPr>
        </p:nvSpPr>
        <p:spPr/>
        <p:txBody>
          <a:bodyPr/>
          <a:lstStyle/>
          <a:p>
            <a:r>
              <a:rPr lang="en-US" noProof="0"/>
              <a:t>PSI Centers for Nuclear Engineering and Sciences &amp; Energy and Environmental Sciences</a:t>
            </a:r>
            <a:endParaRPr lang="en-GB" noProof="0" dirty="0"/>
          </a:p>
        </p:txBody>
      </p:sp>
      <p:sp>
        <p:nvSpPr>
          <p:cNvPr id="6" name="Foliennummernplatzhalter 5">
            <a:extLst>
              <a:ext uri="{FF2B5EF4-FFF2-40B4-BE49-F238E27FC236}">
                <a16:creationId xmlns:a16="http://schemas.microsoft.com/office/drawing/2014/main" id="{1FD2179C-3288-47A5-A587-1B7255A2C3E5}"/>
              </a:ext>
            </a:extLst>
          </p:cNvPr>
          <p:cNvSpPr>
            <a:spLocks noGrp="1"/>
          </p:cNvSpPr>
          <p:nvPr>
            <p:ph type="sldNum" sz="quarter" idx="16"/>
          </p:nvPr>
        </p:nvSpPr>
        <p:spPr/>
        <p:txBody>
          <a:bodyPr/>
          <a:lstStyle/>
          <a:p>
            <a:fld id="{442AD375-037F-43D0-B059-5172DA06796A}" type="slidenum">
              <a:rPr lang="en-GB" noProof="0" smtClean="0"/>
              <a:pPr/>
              <a:t>‹#›</a:t>
            </a:fld>
            <a:endParaRPr lang="en-GB" noProof="0" dirty="0"/>
          </a:p>
        </p:txBody>
      </p:sp>
    </p:spTree>
    <p:extLst>
      <p:ext uri="{BB962C8B-B14F-4D97-AF65-F5344CB8AC3E}">
        <p14:creationId xmlns:p14="http://schemas.microsoft.com/office/powerpoint/2010/main" val="24517538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Image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Add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5B8EA1D3-F853-8040-81D3-1E0FC7F48D60}" type="datetime1">
              <a:rPr lang="de-CH" noProof="0" smtClean="0"/>
              <a:t>04.02.2025</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US" noProof="0"/>
              <a:t>PSI Centers for Nuclear Engineering and Sciences &amp; Energy and Environmental Sciences</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7" name="Bildplatzhalter 4">
            <a:extLst>
              <a:ext uri="{FF2B5EF4-FFF2-40B4-BE49-F238E27FC236}">
                <a16:creationId xmlns:a16="http://schemas.microsoft.com/office/drawing/2014/main" id="{C1B2C62D-FBA5-44A1-36F5-135381BC9A6B}"/>
              </a:ext>
            </a:extLst>
          </p:cNvPr>
          <p:cNvSpPr>
            <a:spLocks noGrp="1"/>
          </p:cNvSpPr>
          <p:nvPr>
            <p:ph type="pic" sz="quarter" idx="13" hasCustomPrompt="1"/>
          </p:nvPr>
        </p:nvSpPr>
        <p:spPr>
          <a:xfrm>
            <a:off x="695326" y="1449389"/>
            <a:ext cx="5292724" cy="4571999"/>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
        <p:nvSpPr>
          <p:cNvPr id="8" name="Bildplatzhalter 4">
            <a:extLst>
              <a:ext uri="{FF2B5EF4-FFF2-40B4-BE49-F238E27FC236}">
                <a16:creationId xmlns:a16="http://schemas.microsoft.com/office/drawing/2014/main" id="{17580FB4-DD13-1B0D-5A9E-15F0A7CB65B4}"/>
              </a:ext>
            </a:extLst>
          </p:cNvPr>
          <p:cNvSpPr>
            <a:spLocks noGrp="1"/>
          </p:cNvSpPr>
          <p:nvPr>
            <p:ph type="pic" sz="quarter" idx="14" hasCustomPrompt="1"/>
          </p:nvPr>
        </p:nvSpPr>
        <p:spPr>
          <a:xfrm>
            <a:off x="6203948" y="1449389"/>
            <a:ext cx="5292725" cy="4571999"/>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Tree>
    <p:extLst>
      <p:ext uri="{BB962C8B-B14F-4D97-AF65-F5344CB8AC3E}">
        <p14:creationId xmlns:p14="http://schemas.microsoft.com/office/powerpoint/2010/main" val="31529325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and wide Imag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Add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9DCFA40E-31F7-C74E-A0BA-2004E9465D1F}" type="datetime1">
              <a:rPr lang="de-CH" noProof="0" smtClean="0"/>
              <a:t>04.02.2025</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US" noProof="0"/>
              <a:t>PSI Centers for Nuclear Engineering and Sciences &amp; Energy and Environmental Sciences</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7" name="Bildplatzhalter 4">
            <a:extLst>
              <a:ext uri="{FF2B5EF4-FFF2-40B4-BE49-F238E27FC236}">
                <a16:creationId xmlns:a16="http://schemas.microsoft.com/office/drawing/2014/main" id="{C1B2C62D-FBA5-44A1-36F5-135381BC9A6B}"/>
              </a:ext>
            </a:extLst>
          </p:cNvPr>
          <p:cNvSpPr>
            <a:spLocks noGrp="1"/>
          </p:cNvSpPr>
          <p:nvPr>
            <p:ph type="pic" sz="quarter" idx="13" hasCustomPrompt="1"/>
          </p:nvPr>
        </p:nvSpPr>
        <p:spPr>
          <a:xfrm>
            <a:off x="4367213" y="1449389"/>
            <a:ext cx="7129461" cy="4572000"/>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
        <p:nvSpPr>
          <p:cNvPr id="9" name="Inhaltsplatzhalter 2">
            <a:extLst>
              <a:ext uri="{FF2B5EF4-FFF2-40B4-BE49-F238E27FC236}">
                <a16:creationId xmlns:a16="http://schemas.microsoft.com/office/drawing/2014/main" id="{F99B93C7-FD88-F860-2772-AA3BFEC82DB3}"/>
              </a:ext>
            </a:extLst>
          </p:cNvPr>
          <p:cNvSpPr>
            <a:spLocks noGrp="1"/>
          </p:cNvSpPr>
          <p:nvPr>
            <p:ph idx="1" hasCustomPrompt="1"/>
          </p:nvPr>
        </p:nvSpPr>
        <p:spPr>
          <a:xfrm>
            <a:off x="695326" y="1376773"/>
            <a:ext cx="3455988" cy="4644616"/>
          </a:xfrm>
        </p:spPr>
        <p:txBody>
          <a:bodyPr/>
          <a:lstStyle>
            <a:lvl1pPr>
              <a:defRPr/>
            </a:lvl1pPr>
          </a:lstStyle>
          <a:p>
            <a:pPr lvl="0"/>
            <a:r>
              <a:rPr lang="en-GB" noProof="0" dirty="0"/>
              <a:t>Add Content</a:t>
            </a:r>
          </a:p>
          <a:p>
            <a:pPr lvl="1"/>
            <a:r>
              <a:rPr lang="en-GB" noProof="0" dirty="0"/>
              <a:t>Second Level</a:t>
            </a:r>
          </a:p>
          <a:p>
            <a:pPr lvl="2"/>
            <a:r>
              <a:rPr lang="en-GB" noProof="0" dirty="0"/>
              <a:t>Third Level</a:t>
            </a:r>
          </a:p>
        </p:txBody>
      </p:sp>
    </p:spTree>
    <p:extLst>
      <p:ext uri="{BB962C8B-B14F-4D97-AF65-F5344CB8AC3E}">
        <p14:creationId xmlns:p14="http://schemas.microsoft.com/office/powerpoint/2010/main" val="31737062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and two Image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Add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DAAE3E7E-C916-4C4A-BDB6-9FEFBDDC652A}" type="datetime1">
              <a:rPr lang="de-CH" noProof="0" smtClean="0"/>
              <a:t>04.02.2025</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US" noProof="0"/>
              <a:t>PSI Centers for Nuclear Engineering and Sciences &amp; Energy and Environmental Sciences</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7" name="Bildplatzhalter 4">
            <a:extLst>
              <a:ext uri="{FF2B5EF4-FFF2-40B4-BE49-F238E27FC236}">
                <a16:creationId xmlns:a16="http://schemas.microsoft.com/office/drawing/2014/main" id="{C1B2C62D-FBA5-44A1-36F5-135381BC9A6B}"/>
              </a:ext>
            </a:extLst>
          </p:cNvPr>
          <p:cNvSpPr>
            <a:spLocks noGrp="1"/>
          </p:cNvSpPr>
          <p:nvPr>
            <p:ph type="pic" sz="quarter" idx="13" hasCustomPrompt="1"/>
          </p:nvPr>
        </p:nvSpPr>
        <p:spPr>
          <a:xfrm>
            <a:off x="4367213" y="1449389"/>
            <a:ext cx="3457575" cy="4572000"/>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
        <p:nvSpPr>
          <p:cNvPr id="3" name="Bildplatzhalter 4">
            <a:extLst>
              <a:ext uri="{FF2B5EF4-FFF2-40B4-BE49-F238E27FC236}">
                <a16:creationId xmlns:a16="http://schemas.microsoft.com/office/drawing/2014/main" id="{FB98D413-4196-B49D-71B4-7CED7EED69F2}"/>
              </a:ext>
            </a:extLst>
          </p:cNvPr>
          <p:cNvSpPr>
            <a:spLocks noGrp="1"/>
          </p:cNvSpPr>
          <p:nvPr>
            <p:ph type="pic" sz="quarter" idx="14" hasCustomPrompt="1"/>
          </p:nvPr>
        </p:nvSpPr>
        <p:spPr>
          <a:xfrm>
            <a:off x="8040688" y="1449389"/>
            <a:ext cx="3455986" cy="4572000"/>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
        <p:nvSpPr>
          <p:cNvPr id="9" name="Inhaltsplatzhalter 2">
            <a:extLst>
              <a:ext uri="{FF2B5EF4-FFF2-40B4-BE49-F238E27FC236}">
                <a16:creationId xmlns:a16="http://schemas.microsoft.com/office/drawing/2014/main" id="{C5A45EC1-6C70-C75B-70A0-557B1FE6DA34}"/>
              </a:ext>
            </a:extLst>
          </p:cNvPr>
          <p:cNvSpPr>
            <a:spLocks noGrp="1"/>
          </p:cNvSpPr>
          <p:nvPr>
            <p:ph idx="1" hasCustomPrompt="1"/>
          </p:nvPr>
        </p:nvSpPr>
        <p:spPr>
          <a:xfrm>
            <a:off x="695326" y="1376773"/>
            <a:ext cx="3455988" cy="4644616"/>
          </a:xfrm>
        </p:spPr>
        <p:txBody>
          <a:bodyPr/>
          <a:lstStyle>
            <a:lvl1pPr>
              <a:defRPr/>
            </a:lvl1pPr>
          </a:lstStyle>
          <a:p>
            <a:pPr lvl="0"/>
            <a:r>
              <a:rPr lang="en-GB" noProof="0" dirty="0"/>
              <a:t>Add Content</a:t>
            </a:r>
          </a:p>
          <a:p>
            <a:pPr lvl="1"/>
            <a:r>
              <a:rPr lang="en-GB" noProof="0" dirty="0"/>
              <a:t>Second Level</a:t>
            </a:r>
          </a:p>
          <a:p>
            <a:pPr lvl="2"/>
            <a:r>
              <a:rPr lang="en-GB" noProof="0" dirty="0"/>
              <a:t>Third Level</a:t>
            </a:r>
          </a:p>
        </p:txBody>
      </p:sp>
    </p:spTree>
    <p:extLst>
      <p:ext uri="{BB962C8B-B14F-4D97-AF65-F5344CB8AC3E}">
        <p14:creationId xmlns:p14="http://schemas.microsoft.com/office/powerpoint/2010/main" val="33724320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and three Image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Add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ED776DF5-436D-EC44-B303-23EA95880CFC}" type="datetime1">
              <a:rPr lang="de-CH" noProof="0" smtClean="0"/>
              <a:t>04.02.2025</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US" noProof="0"/>
              <a:t>PSI Centers for Nuclear Engineering and Sciences &amp; Energy and Environmental Sciences</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7" name="Bildplatzhalter 4">
            <a:extLst>
              <a:ext uri="{FF2B5EF4-FFF2-40B4-BE49-F238E27FC236}">
                <a16:creationId xmlns:a16="http://schemas.microsoft.com/office/drawing/2014/main" id="{C1B2C62D-FBA5-44A1-36F5-135381BC9A6B}"/>
              </a:ext>
            </a:extLst>
          </p:cNvPr>
          <p:cNvSpPr>
            <a:spLocks noGrp="1"/>
          </p:cNvSpPr>
          <p:nvPr>
            <p:ph type="pic" sz="quarter" idx="13" hasCustomPrompt="1"/>
          </p:nvPr>
        </p:nvSpPr>
        <p:spPr>
          <a:xfrm>
            <a:off x="4367213" y="1449388"/>
            <a:ext cx="3457575" cy="2178000"/>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
        <p:nvSpPr>
          <p:cNvPr id="3" name="Bildplatzhalter 4">
            <a:extLst>
              <a:ext uri="{FF2B5EF4-FFF2-40B4-BE49-F238E27FC236}">
                <a16:creationId xmlns:a16="http://schemas.microsoft.com/office/drawing/2014/main" id="{FB98D413-4196-B49D-71B4-7CED7EED69F2}"/>
              </a:ext>
            </a:extLst>
          </p:cNvPr>
          <p:cNvSpPr>
            <a:spLocks noGrp="1"/>
          </p:cNvSpPr>
          <p:nvPr>
            <p:ph type="pic" sz="quarter" idx="14" hasCustomPrompt="1"/>
          </p:nvPr>
        </p:nvSpPr>
        <p:spPr>
          <a:xfrm>
            <a:off x="8040688" y="1449389"/>
            <a:ext cx="3455986" cy="4572000"/>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
        <p:nvSpPr>
          <p:cNvPr id="11" name="Bildplatzhalter 4">
            <a:extLst>
              <a:ext uri="{FF2B5EF4-FFF2-40B4-BE49-F238E27FC236}">
                <a16:creationId xmlns:a16="http://schemas.microsoft.com/office/drawing/2014/main" id="{FDF6C985-A691-B0CD-8A11-7C955F324589}"/>
              </a:ext>
            </a:extLst>
          </p:cNvPr>
          <p:cNvSpPr>
            <a:spLocks noGrp="1"/>
          </p:cNvSpPr>
          <p:nvPr>
            <p:ph type="pic" sz="quarter" idx="15" hasCustomPrompt="1"/>
          </p:nvPr>
        </p:nvSpPr>
        <p:spPr>
          <a:xfrm>
            <a:off x="4367213" y="3843389"/>
            <a:ext cx="3457575" cy="2178000"/>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
        <p:nvSpPr>
          <p:cNvPr id="12" name="Inhaltsplatzhalter 2">
            <a:extLst>
              <a:ext uri="{FF2B5EF4-FFF2-40B4-BE49-F238E27FC236}">
                <a16:creationId xmlns:a16="http://schemas.microsoft.com/office/drawing/2014/main" id="{C772A35F-591D-5A80-72BC-28B068C3A562}"/>
              </a:ext>
            </a:extLst>
          </p:cNvPr>
          <p:cNvSpPr>
            <a:spLocks noGrp="1"/>
          </p:cNvSpPr>
          <p:nvPr>
            <p:ph idx="1" hasCustomPrompt="1"/>
          </p:nvPr>
        </p:nvSpPr>
        <p:spPr>
          <a:xfrm>
            <a:off x="695326" y="1376773"/>
            <a:ext cx="3455988" cy="4644616"/>
          </a:xfrm>
        </p:spPr>
        <p:txBody>
          <a:bodyPr/>
          <a:lstStyle>
            <a:lvl1pPr>
              <a:defRPr/>
            </a:lvl1pPr>
          </a:lstStyle>
          <a:p>
            <a:pPr lvl="0"/>
            <a:r>
              <a:rPr lang="en-GB" noProof="0" dirty="0"/>
              <a:t>Add Content</a:t>
            </a:r>
          </a:p>
          <a:p>
            <a:pPr lvl="1"/>
            <a:r>
              <a:rPr lang="en-GB" noProof="0" dirty="0"/>
              <a:t>Second Level</a:t>
            </a:r>
          </a:p>
          <a:p>
            <a:pPr lvl="2"/>
            <a:r>
              <a:rPr lang="en-GB" noProof="0" dirty="0"/>
              <a:t>Third Level</a:t>
            </a:r>
          </a:p>
        </p:txBody>
      </p:sp>
    </p:spTree>
    <p:extLst>
      <p:ext uri="{BB962C8B-B14F-4D97-AF65-F5344CB8AC3E}">
        <p14:creationId xmlns:p14="http://schemas.microsoft.com/office/powerpoint/2010/main" val="17920425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and four Image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Add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7B4EEA68-D35F-D242-B094-A447627D2746}" type="datetime1">
              <a:rPr lang="de-CH" noProof="0" smtClean="0"/>
              <a:t>04.02.2025</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US" noProof="0"/>
              <a:t>PSI Centers for Nuclear Engineering and Sciences &amp; Energy and Environmental Sciences</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7" name="Bildplatzhalter 4">
            <a:extLst>
              <a:ext uri="{FF2B5EF4-FFF2-40B4-BE49-F238E27FC236}">
                <a16:creationId xmlns:a16="http://schemas.microsoft.com/office/drawing/2014/main" id="{C1B2C62D-FBA5-44A1-36F5-135381BC9A6B}"/>
              </a:ext>
            </a:extLst>
          </p:cNvPr>
          <p:cNvSpPr>
            <a:spLocks noGrp="1"/>
          </p:cNvSpPr>
          <p:nvPr>
            <p:ph type="pic" sz="quarter" idx="13" hasCustomPrompt="1"/>
          </p:nvPr>
        </p:nvSpPr>
        <p:spPr>
          <a:xfrm>
            <a:off x="4367213" y="1449388"/>
            <a:ext cx="3457575" cy="2178000"/>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
        <p:nvSpPr>
          <p:cNvPr id="3" name="Bildplatzhalter 4">
            <a:extLst>
              <a:ext uri="{FF2B5EF4-FFF2-40B4-BE49-F238E27FC236}">
                <a16:creationId xmlns:a16="http://schemas.microsoft.com/office/drawing/2014/main" id="{FB98D413-4196-B49D-71B4-7CED7EED69F2}"/>
              </a:ext>
            </a:extLst>
          </p:cNvPr>
          <p:cNvSpPr>
            <a:spLocks noGrp="1"/>
          </p:cNvSpPr>
          <p:nvPr>
            <p:ph type="pic" sz="quarter" idx="14" hasCustomPrompt="1"/>
          </p:nvPr>
        </p:nvSpPr>
        <p:spPr>
          <a:xfrm>
            <a:off x="8040688" y="1449389"/>
            <a:ext cx="3455986" cy="2177999"/>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
        <p:nvSpPr>
          <p:cNvPr id="11" name="Bildplatzhalter 4">
            <a:extLst>
              <a:ext uri="{FF2B5EF4-FFF2-40B4-BE49-F238E27FC236}">
                <a16:creationId xmlns:a16="http://schemas.microsoft.com/office/drawing/2014/main" id="{FDF6C985-A691-B0CD-8A11-7C955F324589}"/>
              </a:ext>
            </a:extLst>
          </p:cNvPr>
          <p:cNvSpPr>
            <a:spLocks noGrp="1"/>
          </p:cNvSpPr>
          <p:nvPr>
            <p:ph type="pic" sz="quarter" idx="15" hasCustomPrompt="1"/>
          </p:nvPr>
        </p:nvSpPr>
        <p:spPr>
          <a:xfrm>
            <a:off x="4367213" y="3843389"/>
            <a:ext cx="3457575" cy="2178000"/>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
        <p:nvSpPr>
          <p:cNvPr id="9" name="Bildplatzhalter 4">
            <a:extLst>
              <a:ext uri="{FF2B5EF4-FFF2-40B4-BE49-F238E27FC236}">
                <a16:creationId xmlns:a16="http://schemas.microsoft.com/office/drawing/2014/main" id="{CE065AA4-86F5-4BAD-ED9D-98129FDEFEF4}"/>
              </a:ext>
            </a:extLst>
          </p:cNvPr>
          <p:cNvSpPr>
            <a:spLocks noGrp="1"/>
          </p:cNvSpPr>
          <p:nvPr>
            <p:ph type="pic" sz="quarter" idx="16" hasCustomPrompt="1"/>
          </p:nvPr>
        </p:nvSpPr>
        <p:spPr>
          <a:xfrm>
            <a:off x="8040688" y="3843387"/>
            <a:ext cx="3455986" cy="2178001"/>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
        <p:nvSpPr>
          <p:cNvPr id="12" name="Inhaltsplatzhalter 2">
            <a:extLst>
              <a:ext uri="{FF2B5EF4-FFF2-40B4-BE49-F238E27FC236}">
                <a16:creationId xmlns:a16="http://schemas.microsoft.com/office/drawing/2014/main" id="{089D7F61-76FC-5B15-D914-2BB427BF7163}"/>
              </a:ext>
            </a:extLst>
          </p:cNvPr>
          <p:cNvSpPr>
            <a:spLocks noGrp="1"/>
          </p:cNvSpPr>
          <p:nvPr>
            <p:ph idx="1" hasCustomPrompt="1"/>
          </p:nvPr>
        </p:nvSpPr>
        <p:spPr>
          <a:xfrm>
            <a:off x="695326" y="1376773"/>
            <a:ext cx="3455988" cy="4644616"/>
          </a:xfrm>
        </p:spPr>
        <p:txBody>
          <a:bodyPr/>
          <a:lstStyle>
            <a:lvl1pPr>
              <a:defRPr/>
            </a:lvl1pPr>
          </a:lstStyle>
          <a:p>
            <a:pPr lvl="0"/>
            <a:r>
              <a:rPr lang="en-GB" noProof="0" dirty="0"/>
              <a:t>Add Content</a:t>
            </a:r>
          </a:p>
          <a:p>
            <a:pPr lvl="1"/>
            <a:r>
              <a:rPr lang="en-GB" noProof="0" dirty="0"/>
              <a:t>Second Level</a:t>
            </a:r>
          </a:p>
          <a:p>
            <a:pPr lvl="2"/>
            <a:r>
              <a:rPr lang="en-GB" noProof="0" dirty="0"/>
              <a:t>Third Level</a:t>
            </a:r>
          </a:p>
        </p:txBody>
      </p:sp>
    </p:spTree>
    <p:extLst>
      <p:ext uri="{BB962C8B-B14F-4D97-AF65-F5344CB8AC3E}">
        <p14:creationId xmlns:p14="http://schemas.microsoft.com/office/powerpoint/2010/main" val="27138349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and tall Imag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Add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388F0AEC-3EF8-0E41-A2F1-F7F1783B251B}" type="datetime1">
              <a:rPr lang="de-CH" noProof="0" smtClean="0"/>
              <a:t>04.02.2025</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US" noProof="0"/>
              <a:t>PSI Centers for Nuclear Engineering and Sciences &amp; Energy and Environmental Sciences</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12" name="Inhaltsplatzhalter 2">
            <a:extLst>
              <a:ext uri="{FF2B5EF4-FFF2-40B4-BE49-F238E27FC236}">
                <a16:creationId xmlns:a16="http://schemas.microsoft.com/office/drawing/2014/main" id="{EED849DD-27BF-60D5-0E2A-BC6C9A827ACC}"/>
              </a:ext>
            </a:extLst>
          </p:cNvPr>
          <p:cNvSpPr>
            <a:spLocks noGrp="1"/>
          </p:cNvSpPr>
          <p:nvPr>
            <p:ph idx="1" hasCustomPrompt="1"/>
          </p:nvPr>
        </p:nvSpPr>
        <p:spPr>
          <a:xfrm>
            <a:off x="695325" y="1376773"/>
            <a:ext cx="7129463" cy="4644616"/>
          </a:xfrm>
        </p:spPr>
        <p:txBody>
          <a:bodyPr/>
          <a:lstStyle>
            <a:lvl1pPr>
              <a:defRPr/>
            </a:lvl1pPr>
          </a:lstStyle>
          <a:p>
            <a:pPr lvl="0"/>
            <a:r>
              <a:rPr lang="en-GB" noProof="0" dirty="0"/>
              <a:t>Add Content</a:t>
            </a:r>
          </a:p>
          <a:p>
            <a:pPr lvl="1"/>
            <a:r>
              <a:rPr lang="en-GB" noProof="0" dirty="0"/>
              <a:t>Second Level</a:t>
            </a:r>
          </a:p>
          <a:p>
            <a:pPr lvl="2"/>
            <a:r>
              <a:rPr lang="en-GB" noProof="0" dirty="0"/>
              <a:t>Third Level</a:t>
            </a:r>
          </a:p>
        </p:txBody>
      </p:sp>
      <p:sp>
        <p:nvSpPr>
          <p:cNvPr id="13" name="Bildplatzhalter 4">
            <a:extLst>
              <a:ext uri="{FF2B5EF4-FFF2-40B4-BE49-F238E27FC236}">
                <a16:creationId xmlns:a16="http://schemas.microsoft.com/office/drawing/2014/main" id="{8CA68BBC-536B-0C49-B239-F2A8A8ACBAAC}"/>
              </a:ext>
            </a:extLst>
          </p:cNvPr>
          <p:cNvSpPr>
            <a:spLocks noGrp="1"/>
          </p:cNvSpPr>
          <p:nvPr>
            <p:ph type="pic" sz="quarter" idx="14" hasCustomPrompt="1"/>
          </p:nvPr>
        </p:nvSpPr>
        <p:spPr>
          <a:xfrm>
            <a:off x="8040688" y="1449389"/>
            <a:ext cx="3455986" cy="4572000"/>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Tree>
    <p:extLst>
      <p:ext uri="{BB962C8B-B14F-4D97-AF65-F5344CB8AC3E}">
        <p14:creationId xmlns:p14="http://schemas.microsoft.com/office/powerpoint/2010/main" val="10008472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and two wide Image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Add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6A959479-C9AB-CC49-89A5-A78738799AC4}" type="datetime1">
              <a:rPr lang="de-CH" noProof="0" smtClean="0"/>
              <a:t>04.02.2025</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US" noProof="0"/>
              <a:t>PSI Centers for Nuclear Engineering and Sciences &amp; Energy and Environmental Sciences</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3" name="Bildplatzhalter 4">
            <a:extLst>
              <a:ext uri="{FF2B5EF4-FFF2-40B4-BE49-F238E27FC236}">
                <a16:creationId xmlns:a16="http://schemas.microsoft.com/office/drawing/2014/main" id="{FB98D413-4196-B49D-71B4-7CED7EED69F2}"/>
              </a:ext>
            </a:extLst>
          </p:cNvPr>
          <p:cNvSpPr>
            <a:spLocks noGrp="1"/>
          </p:cNvSpPr>
          <p:nvPr>
            <p:ph type="pic" sz="quarter" idx="14" hasCustomPrompt="1"/>
          </p:nvPr>
        </p:nvSpPr>
        <p:spPr>
          <a:xfrm>
            <a:off x="8040688" y="1449389"/>
            <a:ext cx="3455986" cy="2177999"/>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
        <p:nvSpPr>
          <p:cNvPr id="9" name="Bildplatzhalter 4">
            <a:extLst>
              <a:ext uri="{FF2B5EF4-FFF2-40B4-BE49-F238E27FC236}">
                <a16:creationId xmlns:a16="http://schemas.microsoft.com/office/drawing/2014/main" id="{CE065AA4-86F5-4BAD-ED9D-98129FDEFEF4}"/>
              </a:ext>
            </a:extLst>
          </p:cNvPr>
          <p:cNvSpPr>
            <a:spLocks noGrp="1"/>
          </p:cNvSpPr>
          <p:nvPr>
            <p:ph type="pic" sz="quarter" idx="16" hasCustomPrompt="1"/>
          </p:nvPr>
        </p:nvSpPr>
        <p:spPr>
          <a:xfrm>
            <a:off x="8040688" y="3843387"/>
            <a:ext cx="3455986" cy="2178001"/>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
        <p:nvSpPr>
          <p:cNvPr id="12" name="Inhaltsplatzhalter 2">
            <a:extLst>
              <a:ext uri="{FF2B5EF4-FFF2-40B4-BE49-F238E27FC236}">
                <a16:creationId xmlns:a16="http://schemas.microsoft.com/office/drawing/2014/main" id="{EED849DD-27BF-60D5-0E2A-BC6C9A827ACC}"/>
              </a:ext>
            </a:extLst>
          </p:cNvPr>
          <p:cNvSpPr>
            <a:spLocks noGrp="1"/>
          </p:cNvSpPr>
          <p:nvPr>
            <p:ph idx="1" hasCustomPrompt="1"/>
          </p:nvPr>
        </p:nvSpPr>
        <p:spPr>
          <a:xfrm>
            <a:off x="695325" y="1376773"/>
            <a:ext cx="7129463" cy="4644616"/>
          </a:xfrm>
        </p:spPr>
        <p:txBody>
          <a:bodyPr/>
          <a:lstStyle>
            <a:lvl1pPr>
              <a:defRPr/>
            </a:lvl1pPr>
          </a:lstStyle>
          <a:p>
            <a:pPr lvl="0"/>
            <a:r>
              <a:rPr lang="en-GB" noProof="0" dirty="0"/>
              <a:t>Add Content</a:t>
            </a:r>
          </a:p>
          <a:p>
            <a:pPr lvl="1"/>
            <a:r>
              <a:rPr lang="en-GB" noProof="0" dirty="0"/>
              <a:t>Second Level</a:t>
            </a:r>
          </a:p>
          <a:p>
            <a:pPr lvl="2"/>
            <a:r>
              <a:rPr lang="en-GB" noProof="0" dirty="0"/>
              <a:t>Third Level</a:t>
            </a:r>
          </a:p>
        </p:txBody>
      </p:sp>
    </p:spTree>
    <p:extLst>
      <p:ext uri="{BB962C8B-B14F-4D97-AF65-F5344CB8AC3E}">
        <p14:creationId xmlns:p14="http://schemas.microsoft.com/office/powerpoint/2010/main" val="13915984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aptioned Image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Add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A8620780-7119-AA43-A65F-D6CB8A010FB3}" type="datetime1">
              <a:rPr lang="de-CH" noProof="0" smtClean="0"/>
              <a:t>04.02.2025</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US" noProof="0"/>
              <a:t>PSI Centers for Nuclear Engineering and Sciences &amp; Energy and Environmental Sciences</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7" name="Bildplatzhalter 4">
            <a:extLst>
              <a:ext uri="{FF2B5EF4-FFF2-40B4-BE49-F238E27FC236}">
                <a16:creationId xmlns:a16="http://schemas.microsoft.com/office/drawing/2014/main" id="{C1B2C62D-FBA5-44A1-36F5-135381BC9A6B}"/>
              </a:ext>
            </a:extLst>
          </p:cNvPr>
          <p:cNvSpPr>
            <a:spLocks noGrp="1"/>
          </p:cNvSpPr>
          <p:nvPr>
            <p:ph type="pic" sz="quarter" idx="13" hasCustomPrompt="1"/>
          </p:nvPr>
        </p:nvSpPr>
        <p:spPr>
          <a:xfrm>
            <a:off x="695326" y="1449389"/>
            <a:ext cx="5292724" cy="2987723"/>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
        <p:nvSpPr>
          <p:cNvPr id="8" name="Bildplatzhalter 4">
            <a:extLst>
              <a:ext uri="{FF2B5EF4-FFF2-40B4-BE49-F238E27FC236}">
                <a16:creationId xmlns:a16="http://schemas.microsoft.com/office/drawing/2014/main" id="{17580FB4-DD13-1B0D-5A9E-15F0A7CB65B4}"/>
              </a:ext>
            </a:extLst>
          </p:cNvPr>
          <p:cNvSpPr>
            <a:spLocks noGrp="1"/>
          </p:cNvSpPr>
          <p:nvPr>
            <p:ph type="pic" sz="quarter" idx="14" hasCustomPrompt="1"/>
          </p:nvPr>
        </p:nvSpPr>
        <p:spPr>
          <a:xfrm>
            <a:off x="6203948" y="1449389"/>
            <a:ext cx="5292725" cy="2987723"/>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
        <p:nvSpPr>
          <p:cNvPr id="11" name="Inhaltsplatzhalter 2">
            <a:extLst>
              <a:ext uri="{FF2B5EF4-FFF2-40B4-BE49-F238E27FC236}">
                <a16:creationId xmlns:a16="http://schemas.microsoft.com/office/drawing/2014/main" id="{747A0213-C397-B258-EE3A-69DBB54DD3B9}"/>
              </a:ext>
            </a:extLst>
          </p:cNvPr>
          <p:cNvSpPr>
            <a:spLocks noGrp="1"/>
          </p:cNvSpPr>
          <p:nvPr>
            <p:ph idx="1" hasCustomPrompt="1"/>
          </p:nvPr>
        </p:nvSpPr>
        <p:spPr>
          <a:xfrm>
            <a:off x="695326" y="4553982"/>
            <a:ext cx="5291476" cy="1467406"/>
          </a:xfrm>
        </p:spPr>
        <p:txBody>
          <a:bodyPr tIns="18000"/>
          <a:lstStyle>
            <a:lvl1pPr>
              <a:spcBef>
                <a:spcPts val="400"/>
              </a:spcBef>
              <a:defRPr sz="1600"/>
            </a:lvl1pPr>
            <a:lvl2pPr marL="179388" indent="-179388">
              <a:spcBef>
                <a:spcPts val="400"/>
              </a:spcBef>
              <a:defRPr sz="1600"/>
            </a:lvl2pPr>
            <a:lvl3pPr marL="360363" indent="-180975">
              <a:spcBef>
                <a:spcPts val="400"/>
              </a:spcBef>
              <a:defRPr sz="1600"/>
            </a:lvl3pPr>
            <a:lvl4pPr>
              <a:defRPr sz="1600"/>
            </a:lvl4pPr>
            <a:lvl5pPr>
              <a:defRPr sz="1600"/>
            </a:lvl5pPr>
            <a:lvl6pPr marL="2286000" indent="0">
              <a:buNone/>
              <a:defRPr/>
            </a:lvl6pPr>
          </a:lstStyle>
          <a:p>
            <a:pPr lvl="0"/>
            <a:r>
              <a:rPr lang="en-GB" noProof="0" dirty="0"/>
              <a:t>Add Content</a:t>
            </a:r>
          </a:p>
          <a:p>
            <a:pPr lvl="1"/>
            <a:r>
              <a:rPr lang="en-GB" noProof="0" dirty="0"/>
              <a:t>Second Level</a:t>
            </a:r>
          </a:p>
          <a:p>
            <a:pPr lvl="2"/>
            <a:r>
              <a:rPr lang="en-GB" noProof="0" dirty="0"/>
              <a:t>Third Level</a:t>
            </a:r>
          </a:p>
        </p:txBody>
      </p:sp>
      <p:sp>
        <p:nvSpPr>
          <p:cNvPr id="12" name="Inhaltsplatzhalter 2">
            <a:extLst>
              <a:ext uri="{FF2B5EF4-FFF2-40B4-BE49-F238E27FC236}">
                <a16:creationId xmlns:a16="http://schemas.microsoft.com/office/drawing/2014/main" id="{7DE0905A-F588-783E-2408-3EEBCC47B7C5}"/>
              </a:ext>
            </a:extLst>
          </p:cNvPr>
          <p:cNvSpPr>
            <a:spLocks noGrp="1"/>
          </p:cNvSpPr>
          <p:nvPr>
            <p:ph idx="15" hasCustomPrompt="1"/>
          </p:nvPr>
        </p:nvSpPr>
        <p:spPr>
          <a:xfrm>
            <a:off x="6205201" y="4553982"/>
            <a:ext cx="5291474" cy="1467406"/>
          </a:xfrm>
        </p:spPr>
        <p:txBody>
          <a:bodyPr tIns="18000"/>
          <a:lstStyle>
            <a:lvl1pPr>
              <a:spcBef>
                <a:spcPts val="400"/>
              </a:spcBef>
              <a:defRPr sz="1600"/>
            </a:lvl1pPr>
            <a:lvl2pPr marL="179388" indent="-179388">
              <a:spcBef>
                <a:spcPts val="400"/>
              </a:spcBef>
              <a:defRPr sz="1600"/>
            </a:lvl2pPr>
            <a:lvl3pPr marL="360363" indent="-180975">
              <a:spcBef>
                <a:spcPts val="400"/>
              </a:spcBef>
              <a:defRPr sz="1600"/>
            </a:lvl3pPr>
            <a:lvl4pPr>
              <a:defRPr sz="1600"/>
            </a:lvl4pPr>
            <a:lvl5pPr>
              <a:defRPr sz="1600"/>
            </a:lvl5pPr>
            <a:lvl6pPr marL="2286000" indent="0">
              <a:buNone/>
              <a:defRPr/>
            </a:lvl6pPr>
          </a:lstStyle>
          <a:p>
            <a:pPr lvl="0"/>
            <a:r>
              <a:rPr lang="en-GB" noProof="0" dirty="0"/>
              <a:t>Add Content</a:t>
            </a:r>
          </a:p>
          <a:p>
            <a:pPr lvl="1"/>
            <a:r>
              <a:rPr lang="en-GB" noProof="0" dirty="0"/>
              <a:t>Second Level</a:t>
            </a:r>
          </a:p>
          <a:p>
            <a:pPr lvl="2"/>
            <a:r>
              <a:rPr lang="en-GB" noProof="0" dirty="0"/>
              <a:t>Third Level</a:t>
            </a:r>
          </a:p>
        </p:txBody>
      </p:sp>
    </p:spTree>
    <p:extLst>
      <p:ext uri="{BB962C8B-B14F-4D97-AF65-F5344CB8AC3E}">
        <p14:creationId xmlns:p14="http://schemas.microsoft.com/office/powerpoint/2010/main" val="8212682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hree captioned Image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Add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87B3F202-8BFC-0845-A5B7-A4FDB576FF18}" type="datetime1">
              <a:rPr lang="de-CH" noProof="0" smtClean="0"/>
              <a:t>04.02.2025</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US" noProof="0"/>
              <a:t>PSI Centers for Nuclear Engineering and Sciences &amp; Energy and Environmental Sciences</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7" name="Bildplatzhalter 4">
            <a:extLst>
              <a:ext uri="{FF2B5EF4-FFF2-40B4-BE49-F238E27FC236}">
                <a16:creationId xmlns:a16="http://schemas.microsoft.com/office/drawing/2014/main" id="{C1B2C62D-FBA5-44A1-36F5-135381BC9A6B}"/>
              </a:ext>
            </a:extLst>
          </p:cNvPr>
          <p:cNvSpPr>
            <a:spLocks noGrp="1"/>
          </p:cNvSpPr>
          <p:nvPr>
            <p:ph type="pic" sz="quarter" idx="13" hasCustomPrompt="1"/>
          </p:nvPr>
        </p:nvSpPr>
        <p:spPr>
          <a:xfrm>
            <a:off x="4367213" y="1449388"/>
            <a:ext cx="3457575" cy="2987724"/>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
        <p:nvSpPr>
          <p:cNvPr id="8" name="Inhaltsplatzhalter 2">
            <a:extLst>
              <a:ext uri="{FF2B5EF4-FFF2-40B4-BE49-F238E27FC236}">
                <a16:creationId xmlns:a16="http://schemas.microsoft.com/office/drawing/2014/main" id="{11B3F6C3-759F-AE0A-F24C-FF78D18C5F8E}"/>
              </a:ext>
            </a:extLst>
          </p:cNvPr>
          <p:cNvSpPr>
            <a:spLocks noGrp="1"/>
          </p:cNvSpPr>
          <p:nvPr>
            <p:ph idx="1" hasCustomPrompt="1"/>
          </p:nvPr>
        </p:nvSpPr>
        <p:spPr>
          <a:xfrm>
            <a:off x="695326" y="4545123"/>
            <a:ext cx="3455987" cy="1476265"/>
          </a:xfrm>
        </p:spPr>
        <p:txBody>
          <a:bodyPr tIns="18000"/>
          <a:lstStyle>
            <a:lvl1pPr>
              <a:spcBef>
                <a:spcPts val="400"/>
              </a:spcBef>
              <a:defRPr sz="1600"/>
            </a:lvl1pPr>
            <a:lvl2pPr marL="179388" indent="-179388">
              <a:spcBef>
                <a:spcPts val="400"/>
              </a:spcBef>
              <a:defRPr sz="1600"/>
            </a:lvl2pPr>
            <a:lvl3pPr marL="360363" indent="-180975">
              <a:spcBef>
                <a:spcPts val="400"/>
              </a:spcBef>
              <a:defRPr sz="1600"/>
            </a:lvl3pPr>
            <a:lvl4pPr>
              <a:defRPr sz="1600"/>
            </a:lvl4pPr>
            <a:lvl5pPr>
              <a:defRPr sz="1600"/>
            </a:lvl5pPr>
            <a:lvl6pPr marL="2286000" indent="0">
              <a:buNone/>
              <a:defRPr/>
            </a:lvl6pPr>
          </a:lstStyle>
          <a:p>
            <a:pPr lvl="0"/>
            <a:r>
              <a:rPr lang="en-GB" noProof="0" dirty="0"/>
              <a:t>Add Content</a:t>
            </a:r>
          </a:p>
          <a:p>
            <a:pPr lvl="1"/>
            <a:r>
              <a:rPr lang="en-GB" noProof="0" dirty="0"/>
              <a:t>Second Level</a:t>
            </a:r>
          </a:p>
          <a:p>
            <a:pPr lvl="2"/>
            <a:r>
              <a:rPr lang="en-GB" noProof="0" dirty="0"/>
              <a:t>Third Level</a:t>
            </a:r>
          </a:p>
        </p:txBody>
      </p:sp>
      <p:sp>
        <p:nvSpPr>
          <p:cNvPr id="3" name="Bildplatzhalter 4">
            <a:extLst>
              <a:ext uri="{FF2B5EF4-FFF2-40B4-BE49-F238E27FC236}">
                <a16:creationId xmlns:a16="http://schemas.microsoft.com/office/drawing/2014/main" id="{FB98D413-4196-B49D-71B4-7CED7EED69F2}"/>
              </a:ext>
            </a:extLst>
          </p:cNvPr>
          <p:cNvSpPr>
            <a:spLocks noGrp="1"/>
          </p:cNvSpPr>
          <p:nvPr>
            <p:ph type="pic" sz="quarter" idx="14" hasCustomPrompt="1"/>
          </p:nvPr>
        </p:nvSpPr>
        <p:spPr>
          <a:xfrm>
            <a:off x="8040688" y="1449389"/>
            <a:ext cx="3455986" cy="2987723"/>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
        <p:nvSpPr>
          <p:cNvPr id="11" name="Bildplatzhalter 4">
            <a:extLst>
              <a:ext uri="{FF2B5EF4-FFF2-40B4-BE49-F238E27FC236}">
                <a16:creationId xmlns:a16="http://schemas.microsoft.com/office/drawing/2014/main" id="{FDF6C985-A691-B0CD-8A11-7C955F324589}"/>
              </a:ext>
            </a:extLst>
          </p:cNvPr>
          <p:cNvSpPr>
            <a:spLocks noGrp="1"/>
          </p:cNvSpPr>
          <p:nvPr>
            <p:ph type="pic" sz="quarter" idx="15" hasCustomPrompt="1"/>
          </p:nvPr>
        </p:nvSpPr>
        <p:spPr>
          <a:xfrm>
            <a:off x="695325" y="1449388"/>
            <a:ext cx="3457575" cy="2987724"/>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
        <p:nvSpPr>
          <p:cNvPr id="12" name="Inhaltsplatzhalter 2">
            <a:extLst>
              <a:ext uri="{FF2B5EF4-FFF2-40B4-BE49-F238E27FC236}">
                <a16:creationId xmlns:a16="http://schemas.microsoft.com/office/drawing/2014/main" id="{7D982B28-131F-0EF1-DBEF-7E5426DA6F8C}"/>
              </a:ext>
            </a:extLst>
          </p:cNvPr>
          <p:cNvSpPr>
            <a:spLocks noGrp="1"/>
          </p:cNvSpPr>
          <p:nvPr>
            <p:ph idx="16" hasCustomPrompt="1"/>
          </p:nvPr>
        </p:nvSpPr>
        <p:spPr>
          <a:xfrm>
            <a:off x="4368801" y="4545123"/>
            <a:ext cx="3455987" cy="1476265"/>
          </a:xfrm>
        </p:spPr>
        <p:txBody>
          <a:bodyPr tIns="18000"/>
          <a:lstStyle>
            <a:lvl1pPr>
              <a:spcBef>
                <a:spcPts val="400"/>
              </a:spcBef>
              <a:defRPr sz="1600"/>
            </a:lvl1pPr>
            <a:lvl2pPr marL="179388" indent="-179388">
              <a:spcBef>
                <a:spcPts val="400"/>
              </a:spcBef>
              <a:defRPr sz="1600"/>
            </a:lvl2pPr>
            <a:lvl3pPr marL="360363" indent="-180975">
              <a:spcBef>
                <a:spcPts val="400"/>
              </a:spcBef>
              <a:defRPr sz="1600"/>
            </a:lvl3pPr>
            <a:lvl4pPr>
              <a:defRPr sz="1600"/>
            </a:lvl4pPr>
            <a:lvl5pPr>
              <a:defRPr sz="1600"/>
            </a:lvl5pPr>
            <a:lvl6pPr marL="2286000" indent="0">
              <a:buNone/>
              <a:defRPr/>
            </a:lvl6pPr>
          </a:lstStyle>
          <a:p>
            <a:pPr lvl="0"/>
            <a:r>
              <a:rPr lang="en-GB" noProof="0" dirty="0"/>
              <a:t>Add Content</a:t>
            </a:r>
          </a:p>
          <a:p>
            <a:pPr lvl="1"/>
            <a:r>
              <a:rPr lang="en-GB" noProof="0" dirty="0"/>
              <a:t>Second Level</a:t>
            </a:r>
          </a:p>
          <a:p>
            <a:pPr lvl="2"/>
            <a:r>
              <a:rPr lang="en-GB" noProof="0" dirty="0"/>
              <a:t>Third Level</a:t>
            </a:r>
          </a:p>
        </p:txBody>
      </p:sp>
      <p:sp>
        <p:nvSpPr>
          <p:cNvPr id="13" name="Inhaltsplatzhalter 2">
            <a:extLst>
              <a:ext uri="{FF2B5EF4-FFF2-40B4-BE49-F238E27FC236}">
                <a16:creationId xmlns:a16="http://schemas.microsoft.com/office/drawing/2014/main" id="{3A5C3130-D9C4-9998-9902-8B054B641165}"/>
              </a:ext>
            </a:extLst>
          </p:cNvPr>
          <p:cNvSpPr>
            <a:spLocks noGrp="1"/>
          </p:cNvSpPr>
          <p:nvPr>
            <p:ph idx="17" hasCustomPrompt="1"/>
          </p:nvPr>
        </p:nvSpPr>
        <p:spPr>
          <a:xfrm>
            <a:off x="8040688" y="4545123"/>
            <a:ext cx="3455987" cy="1476265"/>
          </a:xfrm>
        </p:spPr>
        <p:txBody>
          <a:bodyPr tIns="18000"/>
          <a:lstStyle>
            <a:lvl1pPr>
              <a:spcBef>
                <a:spcPts val="400"/>
              </a:spcBef>
              <a:defRPr sz="1600"/>
            </a:lvl1pPr>
            <a:lvl2pPr marL="179388" indent="-179388">
              <a:spcBef>
                <a:spcPts val="400"/>
              </a:spcBef>
              <a:defRPr sz="1600"/>
            </a:lvl2pPr>
            <a:lvl3pPr marL="360363" indent="-180975">
              <a:spcBef>
                <a:spcPts val="400"/>
              </a:spcBef>
              <a:defRPr sz="1600"/>
            </a:lvl3pPr>
            <a:lvl4pPr>
              <a:defRPr sz="1600"/>
            </a:lvl4pPr>
            <a:lvl5pPr>
              <a:defRPr sz="1600"/>
            </a:lvl5pPr>
            <a:lvl6pPr marL="2286000" indent="0">
              <a:buNone/>
              <a:defRPr/>
            </a:lvl6pPr>
          </a:lstStyle>
          <a:p>
            <a:pPr lvl="0"/>
            <a:r>
              <a:rPr lang="en-GB" noProof="0" dirty="0"/>
              <a:t>Add Content</a:t>
            </a:r>
          </a:p>
          <a:p>
            <a:pPr lvl="1"/>
            <a:r>
              <a:rPr lang="en-GB" noProof="0" dirty="0"/>
              <a:t>Second Level</a:t>
            </a:r>
          </a:p>
          <a:p>
            <a:pPr lvl="2"/>
            <a:r>
              <a:rPr lang="en-GB" noProof="0" dirty="0"/>
              <a:t>Third Level</a:t>
            </a:r>
          </a:p>
        </p:txBody>
      </p:sp>
    </p:spTree>
    <p:extLst>
      <p:ext uri="{BB962C8B-B14F-4D97-AF65-F5344CB8AC3E}">
        <p14:creationId xmlns:p14="http://schemas.microsoft.com/office/powerpoint/2010/main" val="12258806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Four captioned Image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Add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7CA5BB4A-4C40-404A-9293-347FDC7DB96E}" type="datetime1">
              <a:rPr lang="de-CH" noProof="0" smtClean="0"/>
              <a:t>04.02.2025</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US" noProof="0"/>
              <a:t>PSI Centers for Nuclear Engineering and Sciences &amp; Energy and Environmental Sciences</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9" name="Bildplatzhalter 4">
            <a:extLst>
              <a:ext uri="{FF2B5EF4-FFF2-40B4-BE49-F238E27FC236}">
                <a16:creationId xmlns:a16="http://schemas.microsoft.com/office/drawing/2014/main" id="{12784F6E-FB73-D6E4-8C2C-41F75D7C7223}"/>
              </a:ext>
            </a:extLst>
          </p:cNvPr>
          <p:cNvSpPr>
            <a:spLocks noGrp="1"/>
          </p:cNvSpPr>
          <p:nvPr>
            <p:ph type="pic" sz="quarter" idx="18" hasCustomPrompt="1"/>
          </p:nvPr>
        </p:nvSpPr>
        <p:spPr>
          <a:xfrm>
            <a:off x="695327" y="1449389"/>
            <a:ext cx="2538000" cy="2987723"/>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
        <p:nvSpPr>
          <p:cNvPr id="10" name="Bildplatzhalter 4">
            <a:extLst>
              <a:ext uri="{FF2B5EF4-FFF2-40B4-BE49-F238E27FC236}">
                <a16:creationId xmlns:a16="http://schemas.microsoft.com/office/drawing/2014/main" id="{2EA8E577-195E-4B1A-BC32-FE3D591B8C38}"/>
              </a:ext>
            </a:extLst>
          </p:cNvPr>
          <p:cNvSpPr>
            <a:spLocks noGrp="1"/>
          </p:cNvSpPr>
          <p:nvPr>
            <p:ph type="pic" sz="quarter" idx="14" hasCustomPrompt="1"/>
          </p:nvPr>
        </p:nvSpPr>
        <p:spPr>
          <a:xfrm>
            <a:off x="8958673" y="1449389"/>
            <a:ext cx="2538000" cy="2987723"/>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
        <p:nvSpPr>
          <p:cNvPr id="14" name="Bildplatzhalter 4">
            <a:extLst>
              <a:ext uri="{FF2B5EF4-FFF2-40B4-BE49-F238E27FC236}">
                <a16:creationId xmlns:a16="http://schemas.microsoft.com/office/drawing/2014/main" id="{0646FBB3-9915-B3D3-1716-7B2E4AB38A58}"/>
              </a:ext>
            </a:extLst>
          </p:cNvPr>
          <p:cNvSpPr>
            <a:spLocks noGrp="1"/>
          </p:cNvSpPr>
          <p:nvPr>
            <p:ph type="pic" sz="quarter" idx="19" hasCustomPrompt="1"/>
          </p:nvPr>
        </p:nvSpPr>
        <p:spPr>
          <a:xfrm>
            <a:off x="3450050" y="1449389"/>
            <a:ext cx="2538000" cy="2987723"/>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
        <p:nvSpPr>
          <p:cNvPr id="15" name="Bildplatzhalter 4">
            <a:extLst>
              <a:ext uri="{FF2B5EF4-FFF2-40B4-BE49-F238E27FC236}">
                <a16:creationId xmlns:a16="http://schemas.microsoft.com/office/drawing/2014/main" id="{B3FC8EB0-667A-22B3-F4B0-8DFF68655699}"/>
              </a:ext>
            </a:extLst>
          </p:cNvPr>
          <p:cNvSpPr>
            <a:spLocks noGrp="1"/>
          </p:cNvSpPr>
          <p:nvPr>
            <p:ph type="pic" sz="quarter" idx="20" hasCustomPrompt="1"/>
          </p:nvPr>
        </p:nvSpPr>
        <p:spPr>
          <a:xfrm>
            <a:off x="6203950" y="1449389"/>
            <a:ext cx="2538000" cy="2987723"/>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
        <p:nvSpPr>
          <p:cNvPr id="21" name="Textplatzhalter 19">
            <a:extLst>
              <a:ext uri="{FF2B5EF4-FFF2-40B4-BE49-F238E27FC236}">
                <a16:creationId xmlns:a16="http://schemas.microsoft.com/office/drawing/2014/main" id="{2B3EE353-935F-47F2-890E-86D599D69C34}"/>
              </a:ext>
            </a:extLst>
          </p:cNvPr>
          <p:cNvSpPr>
            <a:spLocks noGrp="1"/>
          </p:cNvSpPr>
          <p:nvPr>
            <p:ph type="body" sz="quarter" idx="22" hasCustomPrompt="1"/>
          </p:nvPr>
        </p:nvSpPr>
        <p:spPr>
          <a:xfrm>
            <a:off x="695325" y="4545013"/>
            <a:ext cx="2533650" cy="1476375"/>
          </a:xfrm>
        </p:spPr>
        <p:txBody>
          <a:bodyPr/>
          <a:lstStyle>
            <a:lvl1pPr>
              <a:spcBef>
                <a:spcPts val="40"/>
              </a:spcBef>
              <a:defRPr sz="1600"/>
            </a:lvl1pPr>
            <a:lvl2pPr marL="179388" indent="-179388">
              <a:spcBef>
                <a:spcPts val="40"/>
              </a:spcBef>
              <a:defRPr sz="1600"/>
            </a:lvl2pPr>
            <a:lvl3pPr marL="360363" indent="-180975">
              <a:spcBef>
                <a:spcPts val="40"/>
              </a:spcBef>
              <a:defRPr sz="1600"/>
            </a:lvl3pPr>
            <a:lvl4pPr>
              <a:spcBef>
                <a:spcPts val="40"/>
              </a:spcBef>
              <a:defRPr sz="1600"/>
            </a:lvl4pPr>
            <a:lvl5pPr>
              <a:spcBef>
                <a:spcPts val="40"/>
              </a:spcBef>
              <a:defRPr sz="1600"/>
            </a:lvl5pPr>
          </a:lstStyle>
          <a:p>
            <a:pPr lvl="0"/>
            <a:r>
              <a:rPr lang="en-GB" noProof="0" dirty="0"/>
              <a:t>Add Text</a:t>
            </a:r>
          </a:p>
          <a:p>
            <a:pPr lvl="1"/>
            <a:r>
              <a:rPr lang="en-GB" noProof="0" dirty="0"/>
              <a:t>Second Level</a:t>
            </a:r>
          </a:p>
          <a:p>
            <a:pPr lvl="2"/>
            <a:r>
              <a:rPr lang="en-GB" noProof="0" dirty="0"/>
              <a:t>Third Level</a:t>
            </a:r>
          </a:p>
        </p:txBody>
      </p:sp>
      <p:sp>
        <p:nvSpPr>
          <p:cNvPr id="22" name="Textplatzhalter 19">
            <a:extLst>
              <a:ext uri="{FF2B5EF4-FFF2-40B4-BE49-F238E27FC236}">
                <a16:creationId xmlns:a16="http://schemas.microsoft.com/office/drawing/2014/main" id="{7650EC49-433E-6552-2740-6B65EFF94806}"/>
              </a:ext>
            </a:extLst>
          </p:cNvPr>
          <p:cNvSpPr>
            <a:spLocks noGrp="1"/>
          </p:cNvSpPr>
          <p:nvPr>
            <p:ph type="body" sz="quarter" idx="23" hasCustomPrompt="1"/>
          </p:nvPr>
        </p:nvSpPr>
        <p:spPr>
          <a:xfrm>
            <a:off x="3449108" y="4545013"/>
            <a:ext cx="2533650" cy="1476375"/>
          </a:xfrm>
        </p:spPr>
        <p:txBody>
          <a:bodyPr/>
          <a:lstStyle>
            <a:lvl1pPr>
              <a:spcBef>
                <a:spcPts val="40"/>
              </a:spcBef>
              <a:defRPr sz="1600"/>
            </a:lvl1pPr>
            <a:lvl2pPr marL="179388" indent="-179388">
              <a:spcBef>
                <a:spcPts val="40"/>
              </a:spcBef>
              <a:defRPr sz="1600"/>
            </a:lvl2pPr>
            <a:lvl3pPr marL="360363" indent="-180975">
              <a:spcBef>
                <a:spcPts val="40"/>
              </a:spcBef>
              <a:defRPr sz="1600"/>
            </a:lvl3pPr>
            <a:lvl4pPr>
              <a:spcBef>
                <a:spcPts val="40"/>
              </a:spcBef>
              <a:defRPr sz="1600"/>
            </a:lvl4pPr>
            <a:lvl5pPr>
              <a:spcBef>
                <a:spcPts val="40"/>
              </a:spcBef>
              <a:defRPr sz="1600"/>
            </a:lvl5pPr>
          </a:lstStyle>
          <a:p>
            <a:pPr lvl="0"/>
            <a:r>
              <a:rPr lang="en-GB" noProof="0" dirty="0"/>
              <a:t>Add Text</a:t>
            </a:r>
          </a:p>
          <a:p>
            <a:pPr lvl="1"/>
            <a:r>
              <a:rPr lang="en-GB" noProof="0" dirty="0"/>
              <a:t>Second Level</a:t>
            </a:r>
          </a:p>
          <a:p>
            <a:pPr lvl="2"/>
            <a:r>
              <a:rPr lang="en-GB" noProof="0" dirty="0"/>
              <a:t>Third Level</a:t>
            </a:r>
          </a:p>
        </p:txBody>
      </p:sp>
      <p:sp>
        <p:nvSpPr>
          <p:cNvPr id="23" name="Textplatzhalter 19">
            <a:extLst>
              <a:ext uri="{FF2B5EF4-FFF2-40B4-BE49-F238E27FC236}">
                <a16:creationId xmlns:a16="http://schemas.microsoft.com/office/drawing/2014/main" id="{38A397CC-14F5-DD8F-565D-CB576CCEF0AC}"/>
              </a:ext>
            </a:extLst>
          </p:cNvPr>
          <p:cNvSpPr>
            <a:spLocks noGrp="1"/>
          </p:cNvSpPr>
          <p:nvPr>
            <p:ph type="body" sz="quarter" idx="24" hasCustomPrompt="1"/>
          </p:nvPr>
        </p:nvSpPr>
        <p:spPr>
          <a:xfrm>
            <a:off x="6202891" y="4545013"/>
            <a:ext cx="2533650" cy="1476375"/>
          </a:xfrm>
        </p:spPr>
        <p:txBody>
          <a:bodyPr/>
          <a:lstStyle>
            <a:lvl1pPr>
              <a:spcBef>
                <a:spcPts val="40"/>
              </a:spcBef>
              <a:defRPr sz="1600"/>
            </a:lvl1pPr>
            <a:lvl2pPr marL="179388" indent="-179388">
              <a:spcBef>
                <a:spcPts val="40"/>
              </a:spcBef>
              <a:defRPr sz="1600"/>
            </a:lvl2pPr>
            <a:lvl3pPr marL="360363" indent="-180975">
              <a:spcBef>
                <a:spcPts val="40"/>
              </a:spcBef>
              <a:defRPr sz="1600"/>
            </a:lvl3pPr>
            <a:lvl4pPr>
              <a:spcBef>
                <a:spcPts val="40"/>
              </a:spcBef>
              <a:defRPr sz="1600"/>
            </a:lvl4pPr>
            <a:lvl5pPr>
              <a:spcBef>
                <a:spcPts val="40"/>
              </a:spcBef>
              <a:defRPr sz="1600"/>
            </a:lvl5pPr>
          </a:lstStyle>
          <a:p>
            <a:pPr lvl="0"/>
            <a:r>
              <a:rPr lang="en-GB" noProof="0" dirty="0"/>
              <a:t>Add Text</a:t>
            </a:r>
          </a:p>
          <a:p>
            <a:pPr lvl="1"/>
            <a:r>
              <a:rPr lang="en-GB" noProof="0" dirty="0"/>
              <a:t>Second Level</a:t>
            </a:r>
          </a:p>
          <a:p>
            <a:pPr lvl="2"/>
            <a:r>
              <a:rPr lang="en-GB" noProof="0" dirty="0"/>
              <a:t>Third Level</a:t>
            </a:r>
          </a:p>
        </p:txBody>
      </p:sp>
      <p:sp>
        <p:nvSpPr>
          <p:cNvPr id="24" name="Textplatzhalter 19">
            <a:extLst>
              <a:ext uri="{FF2B5EF4-FFF2-40B4-BE49-F238E27FC236}">
                <a16:creationId xmlns:a16="http://schemas.microsoft.com/office/drawing/2014/main" id="{52C714DB-CD94-62D4-DBCC-363F77E96BFD}"/>
              </a:ext>
            </a:extLst>
          </p:cNvPr>
          <p:cNvSpPr>
            <a:spLocks noGrp="1"/>
          </p:cNvSpPr>
          <p:nvPr>
            <p:ph type="body" sz="quarter" idx="25" hasCustomPrompt="1"/>
          </p:nvPr>
        </p:nvSpPr>
        <p:spPr>
          <a:xfrm>
            <a:off x="8956675" y="4545013"/>
            <a:ext cx="2533650" cy="1476375"/>
          </a:xfrm>
        </p:spPr>
        <p:txBody>
          <a:bodyPr/>
          <a:lstStyle>
            <a:lvl1pPr>
              <a:spcBef>
                <a:spcPts val="40"/>
              </a:spcBef>
              <a:defRPr sz="1600"/>
            </a:lvl1pPr>
            <a:lvl2pPr marL="179388" indent="-179388">
              <a:spcBef>
                <a:spcPts val="40"/>
              </a:spcBef>
              <a:defRPr sz="1600"/>
            </a:lvl2pPr>
            <a:lvl3pPr marL="360363" indent="-180975">
              <a:spcBef>
                <a:spcPts val="40"/>
              </a:spcBef>
              <a:defRPr sz="1600"/>
            </a:lvl3pPr>
            <a:lvl4pPr>
              <a:spcBef>
                <a:spcPts val="40"/>
              </a:spcBef>
              <a:defRPr sz="1600"/>
            </a:lvl4pPr>
            <a:lvl5pPr>
              <a:spcBef>
                <a:spcPts val="40"/>
              </a:spcBef>
              <a:defRPr sz="1600"/>
            </a:lvl5pPr>
          </a:lstStyle>
          <a:p>
            <a:pPr lvl="0"/>
            <a:r>
              <a:rPr lang="en-GB" noProof="0" dirty="0"/>
              <a:t>Add Text</a:t>
            </a:r>
          </a:p>
          <a:p>
            <a:pPr lvl="1"/>
            <a:r>
              <a:rPr lang="en-GB" noProof="0" dirty="0"/>
              <a:t>Second Level</a:t>
            </a:r>
          </a:p>
          <a:p>
            <a:pPr lvl="2"/>
            <a:r>
              <a:rPr lang="en-GB" noProof="0" dirty="0"/>
              <a:t>Third Level</a:t>
            </a:r>
          </a:p>
        </p:txBody>
      </p:sp>
    </p:spTree>
    <p:extLst>
      <p:ext uri="{BB962C8B-B14F-4D97-AF65-F5344CB8AC3E}">
        <p14:creationId xmlns:p14="http://schemas.microsoft.com/office/powerpoint/2010/main" val="180217257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ix captioned Image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Add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580C8241-66E0-D142-B873-70711EA19333}" type="datetime1">
              <a:rPr lang="de-CH" noProof="0" smtClean="0"/>
              <a:t>04.02.2025</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US" noProof="0"/>
              <a:t>PSI Centers for Nuclear Engineering and Sciences &amp; Energy and Environmental Sciences</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10" name="Bildplatzhalter 4">
            <a:extLst>
              <a:ext uri="{FF2B5EF4-FFF2-40B4-BE49-F238E27FC236}">
                <a16:creationId xmlns:a16="http://schemas.microsoft.com/office/drawing/2014/main" id="{18983A1D-4D6A-20A1-246F-D90E834D6804}"/>
              </a:ext>
            </a:extLst>
          </p:cNvPr>
          <p:cNvSpPr>
            <a:spLocks noGrp="1"/>
          </p:cNvSpPr>
          <p:nvPr>
            <p:ph type="pic" sz="quarter" idx="13" hasCustomPrompt="1"/>
          </p:nvPr>
        </p:nvSpPr>
        <p:spPr>
          <a:xfrm>
            <a:off x="4367213" y="1449388"/>
            <a:ext cx="3457575" cy="1799593"/>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
        <p:nvSpPr>
          <p:cNvPr id="14" name="Bildplatzhalter 4">
            <a:extLst>
              <a:ext uri="{FF2B5EF4-FFF2-40B4-BE49-F238E27FC236}">
                <a16:creationId xmlns:a16="http://schemas.microsoft.com/office/drawing/2014/main" id="{1EC548A2-BD24-9227-A6CD-523677F543BD}"/>
              </a:ext>
            </a:extLst>
          </p:cNvPr>
          <p:cNvSpPr>
            <a:spLocks noGrp="1"/>
          </p:cNvSpPr>
          <p:nvPr>
            <p:ph type="pic" sz="quarter" idx="14" hasCustomPrompt="1"/>
          </p:nvPr>
        </p:nvSpPr>
        <p:spPr>
          <a:xfrm>
            <a:off x="8040688" y="1449389"/>
            <a:ext cx="3455986" cy="1799592"/>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
        <p:nvSpPr>
          <p:cNvPr id="15" name="Bildplatzhalter 4">
            <a:extLst>
              <a:ext uri="{FF2B5EF4-FFF2-40B4-BE49-F238E27FC236}">
                <a16:creationId xmlns:a16="http://schemas.microsoft.com/office/drawing/2014/main" id="{B1FDEC21-8808-4E1C-5D07-37DFA5117527}"/>
              </a:ext>
            </a:extLst>
          </p:cNvPr>
          <p:cNvSpPr>
            <a:spLocks noGrp="1"/>
          </p:cNvSpPr>
          <p:nvPr>
            <p:ph type="pic" sz="quarter" idx="15" hasCustomPrompt="1"/>
          </p:nvPr>
        </p:nvSpPr>
        <p:spPr>
          <a:xfrm>
            <a:off x="695325" y="1449388"/>
            <a:ext cx="3457575" cy="1799593"/>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
        <p:nvSpPr>
          <p:cNvPr id="16" name="Bildplatzhalter 4">
            <a:extLst>
              <a:ext uri="{FF2B5EF4-FFF2-40B4-BE49-F238E27FC236}">
                <a16:creationId xmlns:a16="http://schemas.microsoft.com/office/drawing/2014/main" id="{C093E107-B829-CEE4-9295-B1B84BEAE140}"/>
              </a:ext>
            </a:extLst>
          </p:cNvPr>
          <p:cNvSpPr>
            <a:spLocks noGrp="1"/>
          </p:cNvSpPr>
          <p:nvPr>
            <p:ph type="pic" sz="quarter" idx="18" hasCustomPrompt="1"/>
          </p:nvPr>
        </p:nvSpPr>
        <p:spPr>
          <a:xfrm>
            <a:off x="4367212" y="3852000"/>
            <a:ext cx="3457575" cy="1799593"/>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
        <p:nvSpPr>
          <p:cNvPr id="17" name="Bildplatzhalter 4">
            <a:extLst>
              <a:ext uri="{FF2B5EF4-FFF2-40B4-BE49-F238E27FC236}">
                <a16:creationId xmlns:a16="http://schemas.microsoft.com/office/drawing/2014/main" id="{269E9327-75CD-A94E-4F13-6C971DCF19A5}"/>
              </a:ext>
            </a:extLst>
          </p:cNvPr>
          <p:cNvSpPr>
            <a:spLocks noGrp="1"/>
          </p:cNvSpPr>
          <p:nvPr>
            <p:ph type="pic" sz="quarter" idx="19" hasCustomPrompt="1"/>
          </p:nvPr>
        </p:nvSpPr>
        <p:spPr>
          <a:xfrm>
            <a:off x="8040688" y="3852000"/>
            <a:ext cx="3455986" cy="1799592"/>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
        <p:nvSpPr>
          <p:cNvPr id="18" name="Bildplatzhalter 4">
            <a:extLst>
              <a:ext uri="{FF2B5EF4-FFF2-40B4-BE49-F238E27FC236}">
                <a16:creationId xmlns:a16="http://schemas.microsoft.com/office/drawing/2014/main" id="{7B4B6D58-21AF-6B45-2504-E31EDE54A33E}"/>
              </a:ext>
            </a:extLst>
          </p:cNvPr>
          <p:cNvSpPr>
            <a:spLocks noGrp="1"/>
          </p:cNvSpPr>
          <p:nvPr>
            <p:ph type="pic" sz="quarter" idx="20" hasCustomPrompt="1"/>
          </p:nvPr>
        </p:nvSpPr>
        <p:spPr>
          <a:xfrm>
            <a:off x="695325" y="3852000"/>
            <a:ext cx="3457575" cy="1799593"/>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
        <p:nvSpPr>
          <p:cNvPr id="20" name="Textplatzhalter 19">
            <a:extLst>
              <a:ext uri="{FF2B5EF4-FFF2-40B4-BE49-F238E27FC236}">
                <a16:creationId xmlns:a16="http://schemas.microsoft.com/office/drawing/2014/main" id="{7EDE1E8A-EFD6-AFE3-8FC8-A8781D081C65}"/>
              </a:ext>
            </a:extLst>
          </p:cNvPr>
          <p:cNvSpPr>
            <a:spLocks noGrp="1"/>
          </p:cNvSpPr>
          <p:nvPr>
            <p:ph type="body" sz="quarter" idx="21" hasCustomPrompt="1"/>
          </p:nvPr>
        </p:nvSpPr>
        <p:spPr>
          <a:xfrm>
            <a:off x="695325" y="5689101"/>
            <a:ext cx="3457575" cy="332288"/>
          </a:xfrm>
        </p:spPr>
        <p:txBody>
          <a:bodyPr/>
          <a:lstStyle>
            <a:lvl1pPr>
              <a:spcBef>
                <a:spcPts val="20"/>
              </a:spcBef>
              <a:defRPr sz="1200"/>
            </a:lvl1pPr>
            <a:lvl2pPr marL="179388" indent="-179388">
              <a:spcBef>
                <a:spcPts val="20"/>
              </a:spcBef>
              <a:defRPr sz="1200"/>
            </a:lvl2pPr>
            <a:lvl3pPr>
              <a:spcBef>
                <a:spcPts val="20"/>
              </a:spcBef>
              <a:defRPr sz="1200"/>
            </a:lvl3pPr>
            <a:lvl4pPr>
              <a:spcBef>
                <a:spcPts val="20"/>
              </a:spcBef>
              <a:defRPr sz="1200"/>
            </a:lvl4pPr>
            <a:lvl5pPr>
              <a:spcBef>
                <a:spcPts val="20"/>
              </a:spcBef>
              <a:defRPr sz="1200"/>
            </a:lvl5pPr>
          </a:lstStyle>
          <a:p>
            <a:pPr lvl="0"/>
            <a:r>
              <a:rPr lang="en-GB" noProof="0" dirty="0"/>
              <a:t>Add Text</a:t>
            </a:r>
          </a:p>
          <a:p>
            <a:pPr lvl="1"/>
            <a:r>
              <a:rPr lang="en-GB" noProof="0" dirty="0"/>
              <a:t>Second Level</a:t>
            </a:r>
          </a:p>
        </p:txBody>
      </p:sp>
      <p:sp>
        <p:nvSpPr>
          <p:cNvPr id="21" name="Textplatzhalter 19">
            <a:extLst>
              <a:ext uri="{FF2B5EF4-FFF2-40B4-BE49-F238E27FC236}">
                <a16:creationId xmlns:a16="http://schemas.microsoft.com/office/drawing/2014/main" id="{90B09162-F170-AF79-446C-2FD12FCF2EF5}"/>
              </a:ext>
            </a:extLst>
          </p:cNvPr>
          <p:cNvSpPr>
            <a:spLocks noGrp="1"/>
          </p:cNvSpPr>
          <p:nvPr>
            <p:ph type="body" sz="quarter" idx="22" hasCustomPrompt="1"/>
          </p:nvPr>
        </p:nvSpPr>
        <p:spPr>
          <a:xfrm>
            <a:off x="4367212" y="5689101"/>
            <a:ext cx="3457575" cy="332288"/>
          </a:xfrm>
        </p:spPr>
        <p:txBody>
          <a:bodyPr/>
          <a:lstStyle>
            <a:lvl1pPr>
              <a:spcBef>
                <a:spcPts val="20"/>
              </a:spcBef>
              <a:defRPr sz="1200"/>
            </a:lvl1pPr>
            <a:lvl2pPr marL="179388" indent="-179388">
              <a:spcBef>
                <a:spcPts val="20"/>
              </a:spcBef>
              <a:defRPr sz="1200"/>
            </a:lvl2pPr>
            <a:lvl3pPr>
              <a:spcBef>
                <a:spcPts val="20"/>
              </a:spcBef>
              <a:defRPr sz="1200"/>
            </a:lvl3pPr>
            <a:lvl4pPr>
              <a:spcBef>
                <a:spcPts val="20"/>
              </a:spcBef>
              <a:defRPr sz="1200"/>
            </a:lvl4pPr>
            <a:lvl5pPr>
              <a:spcBef>
                <a:spcPts val="20"/>
              </a:spcBef>
              <a:defRPr sz="1200"/>
            </a:lvl5pPr>
          </a:lstStyle>
          <a:p>
            <a:pPr lvl="0"/>
            <a:r>
              <a:rPr lang="en-GB" noProof="0" dirty="0"/>
              <a:t>Add Text</a:t>
            </a:r>
          </a:p>
          <a:p>
            <a:pPr lvl="1"/>
            <a:r>
              <a:rPr lang="en-GB" noProof="0" dirty="0"/>
              <a:t>Second Level</a:t>
            </a:r>
          </a:p>
        </p:txBody>
      </p:sp>
      <p:sp>
        <p:nvSpPr>
          <p:cNvPr id="22" name="Textplatzhalter 19">
            <a:extLst>
              <a:ext uri="{FF2B5EF4-FFF2-40B4-BE49-F238E27FC236}">
                <a16:creationId xmlns:a16="http://schemas.microsoft.com/office/drawing/2014/main" id="{B625CAA8-22B4-0491-F50F-A64DB8182052}"/>
              </a:ext>
            </a:extLst>
          </p:cNvPr>
          <p:cNvSpPr>
            <a:spLocks noGrp="1"/>
          </p:cNvSpPr>
          <p:nvPr>
            <p:ph type="body" sz="quarter" idx="23" hasCustomPrompt="1"/>
          </p:nvPr>
        </p:nvSpPr>
        <p:spPr>
          <a:xfrm>
            <a:off x="8040688" y="5689101"/>
            <a:ext cx="3457575" cy="332288"/>
          </a:xfrm>
        </p:spPr>
        <p:txBody>
          <a:bodyPr/>
          <a:lstStyle>
            <a:lvl1pPr>
              <a:spcBef>
                <a:spcPts val="20"/>
              </a:spcBef>
              <a:defRPr sz="1200"/>
            </a:lvl1pPr>
            <a:lvl2pPr marL="179388" indent="-179388">
              <a:spcBef>
                <a:spcPts val="20"/>
              </a:spcBef>
              <a:defRPr sz="1200"/>
            </a:lvl2pPr>
            <a:lvl3pPr>
              <a:spcBef>
                <a:spcPts val="20"/>
              </a:spcBef>
              <a:defRPr sz="1200"/>
            </a:lvl3pPr>
            <a:lvl4pPr>
              <a:spcBef>
                <a:spcPts val="20"/>
              </a:spcBef>
              <a:defRPr sz="1200"/>
            </a:lvl4pPr>
            <a:lvl5pPr>
              <a:spcBef>
                <a:spcPts val="20"/>
              </a:spcBef>
              <a:defRPr sz="1200"/>
            </a:lvl5pPr>
          </a:lstStyle>
          <a:p>
            <a:pPr lvl="0"/>
            <a:r>
              <a:rPr lang="en-GB" noProof="0" dirty="0"/>
              <a:t>Add Text</a:t>
            </a:r>
          </a:p>
          <a:p>
            <a:pPr lvl="1"/>
            <a:r>
              <a:rPr lang="en-GB" noProof="0" dirty="0"/>
              <a:t>Second Level</a:t>
            </a:r>
          </a:p>
        </p:txBody>
      </p:sp>
      <p:sp>
        <p:nvSpPr>
          <p:cNvPr id="23" name="Textplatzhalter 19">
            <a:extLst>
              <a:ext uri="{FF2B5EF4-FFF2-40B4-BE49-F238E27FC236}">
                <a16:creationId xmlns:a16="http://schemas.microsoft.com/office/drawing/2014/main" id="{233B6E2E-EE51-3815-5A82-51C2D0BDCDE9}"/>
              </a:ext>
            </a:extLst>
          </p:cNvPr>
          <p:cNvSpPr>
            <a:spLocks noGrp="1"/>
          </p:cNvSpPr>
          <p:nvPr>
            <p:ph type="body" sz="quarter" idx="24" hasCustomPrompt="1"/>
          </p:nvPr>
        </p:nvSpPr>
        <p:spPr>
          <a:xfrm>
            <a:off x="695325" y="3299877"/>
            <a:ext cx="3457575" cy="332288"/>
          </a:xfrm>
        </p:spPr>
        <p:txBody>
          <a:bodyPr/>
          <a:lstStyle>
            <a:lvl1pPr>
              <a:spcBef>
                <a:spcPts val="20"/>
              </a:spcBef>
              <a:defRPr sz="1200"/>
            </a:lvl1pPr>
            <a:lvl2pPr marL="179388" indent="-179388">
              <a:spcBef>
                <a:spcPts val="20"/>
              </a:spcBef>
              <a:defRPr sz="1200"/>
            </a:lvl2pPr>
            <a:lvl3pPr>
              <a:spcBef>
                <a:spcPts val="20"/>
              </a:spcBef>
              <a:defRPr sz="1200"/>
            </a:lvl3pPr>
            <a:lvl4pPr>
              <a:spcBef>
                <a:spcPts val="20"/>
              </a:spcBef>
              <a:defRPr sz="1200"/>
            </a:lvl4pPr>
            <a:lvl5pPr>
              <a:spcBef>
                <a:spcPts val="20"/>
              </a:spcBef>
              <a:defRPr sz="1200"/>
            </a:lvl5pPr>
          </a:lstStyle>
          <a:p>
            <a:pPr lvl="0"/>
            <a:r>
              <a:rPr lang="en-GB" noProof="0" dirty="0"/>
              <a:t>Add Text</a:t>
            </a:r>
          </a:p>
          <a:p>
            <a:pPr lvl="1"/>
            <a:r>
              <a:rPr lang="en-GB" noProof="0" dirty="0"/>
              <a:t>Second Level</a:t>
            </a:r>
          </a:p>
        </p:txBody>
      </p:sp>
      <p:sp>
        <p:nvSpPr>
          <p:cNvPr id="24" name="Textplatzhalter 19">
            <a:extLst>
              <a:ext uri="{FF2B5EF4-FFF2-40B4-BE49-F238E27FC236}">
                <a16:creationId xmlns:a16="http://schemas.microsoft.com/office/drawing/2014/main" id="{DC029808-0B66-A918-9826-7CF902C7DE37}"/>
              </a:ext>
            </a:extLst>
          </p:cNvPr>
          <p:cNvSpPr>
            <a:spLocks noGrp="1"/>
          </p:cNvSpPr>
          <p:nvPr>
            <p:ph type="body" sz="quarter" idx="25" hasCustomPrompt="1"/>
          </p:nvPr>
        </p:nvSpPr>
        <p:spPr>
          <a:xfrm>
            <a:off x="4367212" y="3299877"/>
            <a:ext cx="3457575" cy="332288"/>
          </a:xfrm>
        </p:spPr>
        <p:txBody>
          <a:bodyPr/>
          <a:lstStyle>
            <a:lvl1pPr>
              <a:spcBef>
                <a:spcPts val="20"/>
              </a:spcBef>
              <a:defRPr sz="1200"/>
            </a:lvl1pPr>
            <a:lvl2pPr marL="179388" indent="-179388">
              <a:spcBef>
                <a:spcPts val="20"/>
              </a:spcBef>
              <a:defRPr sz="1200"/>
            </a:lvl2pPr>
            <a:lvl3pPr>
              <a:spcBef>
                <a:spcPts val="20"/>
              </a:spcBef>
              <a:defRPr sz="1200"/>
            </a:lvl3pPr>
            <a:lvl4pPr>
              <a:spcBef>
                <a:spcPts val="20"/>
              </a:spcBef>
              <a:defRPr sz="1200"/>
            </a:lvl4pPr>
            <a:lvl5pPr>
              <a:spcBef>
                <a:spcPts val="20"/>
              </a:spcBef>
              <a:defRPr sz="1200"/>
            </a:lvl5pPr>
          </a:lstStyle>
          <a:p>
            <a:pPr lvl="0"/>
            <a:r>
              <a:rPr lang="en-GB" noProof="0" dirty="0"/>
              <a:t>Add Text</a:t>
            </a:r>
          </a:p>
          <a:p>
            <a:pPr lvl="1"/>
            <a:r>
              <a:rPr lang="en-GB" noProof="0" dirty="0"/>
              <a:t>Second Level</a:t>
            </a:r>
          </a:p>
        </p:txBody>
      </p:sp>
      <p:sp>
        <p:nvSpPr>
          <p:cNvPr id="25" name="Textplatzhalter 19">
            <a:extLst>
              <a:ext uri="{FF2B5EF4-FFF2-40B4-BE49-F238E27FC236}">
                <a16:creationId xmlns:a16="http://schemas.microsoft.com/office/drawing/2014/main" id="{0C032556-82F7-0D1B-C717-506C730F768B}"/>
              </a:ext>
            </a:extLst>
          </p:cNvPr>
          <p:cNvSpPr>
            <a:spLocks noGrp="1"/>
          </p:cNvSpPr>
          <p:nvPr>
            <p:ph type="body" sz="quarter" idx="26" hasCustomPrompt="1"/>
          </p:nvPr>
        </p:nvSpPr>
        <p:spPr>
          <a:xfrm>
            <a:off x="8040688" y="3299877"/>
            <a:ext cx="3457575" cy="332288"/>
          </a:xfrm>
        </p:spPr>
        <p:txBody>
          <a:bodyPr/>
          <a:lstStyle>
            <a:lvl1pPr>
              <a:spcBef>
                <a:spcPts val="20"/>
              </a:spcBef>
              <a:defRPr sz="1200"/>
            </a:lvl1pPr>
            <a:lvl2pPr marL="179388" indent="-179388">
              <a:spcBef>
                <a:spcPts val="20"/>
              </a:spcBef>
              <a:defRPr sz="1200"/>
            </a:lvl2pPr>
            <a:lvl3pPr>
              <a:spcBef>
                <a:spcPts val="20"/>
              </a:spcBef>
              <a:defRPr sz="1200"/>
            </a:lvl3pPr>
            <a:lvl4pPr>
              <a:spcBef>
                <a:spcPts val="20"/>
              </a:spcBef>
              <a:defRPr sz="1200"/>
            </a:lvl4pPr>
            <a:lvl5pPr>
              <a:spcBef>
                <a:spcPts val="20"/>
              </a:spcBef>
              <a:defRPr sz="1200"/>
            </a:lvl5pPr>
          </a:lstStyle>
          <a:p>
            <a:pPr lvl="0"/>
            <a:r>
              <a:rPr lang="en-GB" noProof="0" dirty="0"/>
              <a:t>Add Text</a:t>
            </a:r>
          </a:p>
          <a:p>
            <a:pPr lvl="1"/>
            <a:r>
              <a:rPr lang="en-GB" noProof="0" dirty="0"/>
              <a:t>Second Level</a:t>
            </a:r>
          </a:p>
        </p:txBody>
      </p:sp>
    </p:spTree>
    <p:extLst>
      <p:ext uri="{BB962C8B-B14F-4D97-AF65-F5344CB8AC3E}">
        <p14:creationId xmlns:p14="http://schemas.microsoft.com/office/powerpoint/2010/main" val="394725436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Eight captioned Image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Add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4183B8AC-E9F1-9147-A96F-C9FA4184B4F9}" type="datetime1">
              <a:rPr lang="de-CH" noProof="0" smtClean="0"/>
              <a:t>04.02.2025</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US" noProof="0"/>
              <a:t>PSI Centers for Nuclear Engineering and Sciences &amp; Energy and Environmental Sciences</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9" name="Bildplatzhalter 4">
            <a:extLst>
              <a:ext uri="{FF2B5EF4-FFF2-40B4-BE49-F238E27FC236}">
                <a16:creationId xmlns:a16="http://schemas.microsoft.com/office/drawing/2014/main" id="{12784F6E-FB73-D6E4-8C2C-41F75D7C7223}"/>
              </a:ext>
            </a:extLst>
          </p:cNvPr>
          <p:cNvSpPr>
            <a:spLocks noGrp="1"/>
          </p:cNvSpPr>
          <p:nvPr>
            <p:ph type="pic" sz="quarter" idx="18" hasCustomPrompt="1"/>
          </p:nvPr>
        </p:nvSpPr>
        <p:spPr>
          <a:xfrm>
            <a:off x="695327" y="1449390"/>
            <a:ext cx="2538000" cy="1799592"/>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
        <p:nvSpPr>
          <p:cNvPr id="10" name="Bildplatzhalter 4">
            <a:extLst>
              <a:ext uri="{FF2B5EF4-FFF2-40B4-BE49-F238E27FC236}">
                <a16:creationId xmlns:a16="http://schemas.microsoft.com/office/drawing/2014/main" id="{2EA8E577-195E-4B1A-BC32-FE3D591B8C38}"/>
              </a:ext>
            </a:extLst>
          </p:cNvPr>
          <p:cNvSpPr>
            <a:spLocks noGrp="1"/>
          </p:cNvSpPr>
          <p:nvPr>
            <p:ph type="pic" sz="quarter" idx="14" hasCustomPrompt="1"/>
          </p:nvPr>
        </p:nvSpPr>
        <p:spPr>
          <a:xfrm>
            <a:off x="8958673" y="1449390"/>
            <a:ext cx="2538000" cy="1799592"/>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
        <p:nvSpPr>
          <p:cNvPr id="14" name="Bildplatzhalter 4">
            <a:extLst>
              <a:ext uri="{FF2B5EF4-FFF2-40B4-BE49-F238E27FC236}">
                <a16:creationId xmlns:a16="http://schemas.microsoft.com/office/drawing/2014/main" id="{0646FBB3-9915-B3D3-1716-7B2E4AB38A58}"/>
              </a:ext>
            </a:extLst>
          </p:cNvPr>
          <p:cNvSpPr>
            <a:spLocks noGrp="1"/>
          </p:cNvSpPr>
          <p:nvPr>
            <p:ph type="pic" sz="quarter" idx="19" hasCustomPrompt="1"/>
          </p:nvPr>
        </p:nvSpPr>
        <p:spPr>
          <a:xfrm>
            <a:off x="3450050" y="1449390"/>
            <a:ext cx="2538000" cy="1799592"/>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
        <p:nvSpPr>
          <p:cNvPr id="15" name="Bildplatzhalter 4">
            <a:extLst>
              <a:ext uri="{FF2B5EF4-FFF2-40B4-BE49-F238E27FC236}">
                <a16:creationId xmlns:a16="http://schemas.microsoft.com/office/drawing/2014/main" id="{B3FC8EB0-667A-22B3-F4B0-8DFF68655699}"/>
              </a:ext>
            </a:extLst>
          </p:cNvPr>
          <p:cNvSpPr>
            <a:spLocks noGrp="1"/>
          </p:cNvSpPr>
          <p:nvPr>
            <p:ph type="pic" sz="quarter" idx="20" hasCustomPrompt="1"/>
          </p:nvPr>
        </p:nvSpPr>
        <p:spPr>
          <a:xfrm>
            <a:off x="6203950" y="1449390"/>
            <a:ext cx="2538000" cy="1799592"/>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
        <p:nvSpPr>
          <p:cNvPr id="22" name="Textplatzhalter 19">
            <a:extLst>
              <a:ext uri="{FF2B5EF4-FFF2-40B4-BE49-F238E27FC236}">
                <a16:creationId xmlns:a16="http://schemas.microsoft.com/office/drawing/2014/main" id="{7650EC49-433E-6552-2740-6B65EFF94806}"/>
              </a:ext>
            </a:extLst>
          </p:cNvPr>
          <p:cNvSpPr>
            <a:spLocks noGrp="1"/>
          </p:cNvSpPr>
          <p:nvPr>
            <p:ph type="body" sz="quarter" idx="23" hasCustomPrompt="1"/>
          </p:nvPr>
        </p:nvSpPr>
        <p:spPr>
          <a:xfrm>
            <a:off x="3449108" y="5689100"/>
            <a:ext cx="2533650" cy="332288"/>
          </a:xfrm>
        </p:spPr>
        <p:txBody>
          <a:bodyPr/>
          <a:lstStyle>
            <a:lvl1pPr>
              <a:spcBef>
                <a:spcPts val="40"/>
              </a:spcBef>
              <a:defRPr sz="1200"/>
            </a:lvl1pPr>
            <a:lvl2pPr marL="179388" indent="-179388">
              <a:spcBef>
                <a:spcPts val="40"/>
              </a:spcBef>
              <a:defRPr sz="1200"/>
            </a:lvl2pPr>
            <a:lvl3pPr>
              <a:spcBef>
                <a:spcPts val="40"/>
              </a:spcBef>
              <a:defRPr sz="1200"/>
            </a:lvl3pPr>
            <a:lvl4pPr>
              <a:spcBef>
                <a:spcPts val="40"/>
              </a:spcBef>
              <a:defRPr sz="1600"/>
            </a:lvl4pPr>
            <a:lvl5pPr>
              <a:spcBef>
                <a:spcPts val="40"/>
              </a:spcBef>
              <a:defRPr sz="1600"/>
            </a:lvl5pPr>
          </a:lstStyle>
          <a:p>
            <a:pPr lvl="0"/>
            <a:r>
              <a:rPr lang="en-GB" noProof="0" dirty="0"/>
              <a:t>Add Text</a:t>
            </a:r>
          </a:p>
          <a:p>
            <a:pPr lvl="1"/>
            <a:r>
              <a:rPr lang="en-GB" noProof="0" dirty="0"/>
              <a:t>Second Level</a:t>
            </a:r>
          </a:p>
        </p:txBody>
      </p:sp>
      <p:sp>
        <p:nvSpPr>
          <p:cNvPr id="23" name="Textplatzhalter 19">
            <a:extLst>
              <a:ext uri="{FF2B5EF4-FFF2-40B4-BE49-F238E27FC236}">
                <a16:creationId xmlns:a16="http://schemas.microsoft.com/office/drawing/2014/main" id="{38A397CC-14F5-DD8F-565D-CB576CCEF0AC}"/>
              </a:ext>
            </a:extLst>
          </p:cNvPr>
          <p:cNvSpPr>
            <a:spLocks noGrp="1"/>
          </p:cNvSpPr>
          <p:nvPr>
            <p:ph type="body" sz="quarter" idx="24" hasCustomPrompt="1"/>
          </p:nvPr>
        </p:nvSpPr>
        <p:spPr>
          <a:xfrm>
            <a:off x="6208300" y="5689100"/>
            <a:ext cx="2533650" cy="332288"/>
          </a:xfrm>
        </p:spPr>
        <p:txBody>
          <a:bodyPr/>
          <a:lstStyle>
            <a:lvl1pPr>
              <a:spcBef>
                <a:spcPts val="40"/>
              </a:spcBef>
              <a:defRPr sz="1200"/>
            </a:lvl1pPr>
            <a:lvl2pPr marL="179388" indent="-179388">
              <a:spcBef>
                <a:spcPts val="40"/>
              </a:spcBef>
              <a:defRPr sz="1200"/>
            </a:lvl2pPr>
            <a:lvl3pPr>
              <a:spcBef>
                <a:spcPts val="40"/>
              </a:spcBef>
              <a:defRPr sz="1200"/>
            </a:lvl3pPr>
            <a:lvl4pPr>
              <a:spcBef>
                <a:spcPts val="40"/>
              </a:spcBef>
              <a:defRPr sz="1600"/>
            </a:lvl4pPr>
            <a:lvl5pPr>
              <a:spcBef>
                <a:spcPts val="40"/>
              </a:spcBef>
              <a:defRPr sz="1600"/>
            </a:lvl5pPr>
          </a:lstStyle>
          <a:p>
            <a:pPr lvl="0"/>
            <a:r>
              <a:rPr lang="en-GB" noProof="0" dirty="0"/>
              <a:t>Add Text</a:t>
            </a:r>
          </a:p>
          <a:p>
            <a:pPr lvl="1"/>
            <a:r>
              <a:rPr lang="en-GB" noProof="0" dirty="0"/>
              <a:t>Second Level</a:t>
            </a:r>
          </a:p>
        </p:txBody>
      </p:sp>
      <p:sp>
        <p:nvSpPr>
          <p:cNvPr id="24" name="Textplatzhalter 19">
            <a:extLst>
              <a:ext uri="{FF2B5EF4-FFF2-40B4-BE49-F238E27FC236}">
                <a16:creationId xmlns:a16="http://schemas.microsoft.com/office/drawing/2014/main" id="{52C714DB-CD94-62D4-DBCC-363F77E96BFD}"/>
              </a:ext>
            </a:extLst>
          </p:cNvPr>
          <p:cNvSpPr>
            <a:spLocks noGrp="1"/>
          </p:cNvSpPr>
          <p:nvPr>
            <p:ph type="body" sz="quarter" idx="25" hasCustomPrompt="1"/>
          </p:nvPr>
        </p:nvSpPr>
        <p:spPr>
          <a:xfrm>
            <a:off x="8956675" y="5689100"/>
            <a:ext cx="2533650" cy="332288"/>
          </a:xfrm>
        </p:spPr>
        <p:txBody>
          <a:bodyPr/>
          <a:lstStyle>
            <a:lvl1pPr>
              <a:spcBef>
                <a:spcPts val="40"/>
              </a:spcBef>
              <a:defRPr sz="1200"/>
            </a:lvl1pPr>
            <a:lvl2pPr marL="179388" indent="-179388">
              <a:spcBef>
                <a:spcPts val="40"/>
              </a:spcBef>
              <a:defRPr sz="1200"/>
            </a:lvl2pPr>
            <a:lvl3pPr>
              <a:spcBef>
                <a:spcPts val="40"/>
              </a:spcBef>
              <a:defRPr sz="1200"/>
            </a:lvl3pPr>
            <a:lvl4pPr>
              <a:spcBef>
                <a:spcPts val="40"/>
              </a:spcBef>
              <a:defRPr sz="1600"/>
            </a:lvl4pPr>
            <a:lvl5pPr>
              <a:spcBef>
                <a:spcPts val="40"/>
              </a:spcBef>
              <a:defRPr sz="1600"/>
            </a:lvl5pPr>
          </a:lstStyle>
          <a:p>
            <a:pPr lvl="0"/>
            <a:r>
              <a:rPr lang="en-GB" noProof="0" dirty="0"/>
              <a:t>Add Text</a:t>
            </a:r>
          </a:p>
          <a:p>
            <a:pPr lvl="1"/>
            <a:r>
              <a:rPr lang="en-GB" noProof="0" dirty="0"/>
              <a:t>Second Level</a:t>
            </a:r>
          </a:p>
        </p:txBody>
      </p:sp>
      <p:sp>
        <p:nvSpPr>
          <p:cNvPr id="7" name="Bildplatzhalter 4">
            <a:extLst>
              <a:ext uri="{FF2B5EF4-FFF2-40B4-BE49-F238E27FC236}">
                <a16:creationId xmlns:a16="http://schemas.microsoft.com/office/drawing/2014/main" id="{FF900A0F-DD38-976A-BFC1-92B5ACB7395B}"/>
              </a:ext>
            </a:extLst>
          </p:cNvPr>
          <p:cNvSpPr>
            <a:spLocks noGrp="1"/>
          </p:cNvSpPr>
          <p:nvPr>
            <p:ph type="pic" sz="quarter" idx="26" hasCustomPrompt="1"/>
          </p:nvPr>
        </p:nvSpPr>
        <p:spPr>
          <a:xfrm>
            <a:off x="695325" y="3852000"/>
            <a:ext cx="2538000" cy="1799593"/>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
        <p:nvSpPr>
          <p:cNvPr id="8" name="Textplatzhalter 19">
            <a:extLst>
              <a:ext uri="{FF2B5EF4-FFF2-40B4-BE49-F238E27FC236}">
                <a16:creationId xmlns:a16="http://schemas.microsoft.com/office/drawing/2014/main" id="{530B9B83-A2E6-A97A-6B7B-389BCDC2C8CF}"/>
              </a:ext>
            </a:extLst>
          </p:cNvPr>
          <p:cNvSpPr>
            <a:spLocks noGrp="1"/>
          </p:cNvSpPr>
          <p:nvPr>
            <p:ph type="body" sz="quarter" idx="27" hasCustomPrompt="1"/>
          </p:nvPr>
        </p:nvSpPr>
        <p:spPr>
          <a:xfrm>
            <a:off x="695325" y="3299877"/>
            <a:ext cx="2536825" cy="332288"/>
          </a:xfrm>
        </p:spPr>
        <p:txBody>
          <a:bodyPr/>
          <a:lstStyle>
            <a:lvl1pPr>
              <a:spcBef>
                <a:spcPts val="20"/>
              </a:spcBef>
              <a:defRPr sz="1200"/>
            </a:lvl1pPr>
            <a:lvl2pPr marL="179388" indent="-179388">
              <a:spcBef>
                <a:spcPts val="20"/>
              </a:spcBef>
              <a:defRPr sz="1200"/>
            </a:lvl2pPr>
            <a:lvl3pPr>
              <a:spcBef>
                <a:spcPts val="20"/>
              </a:spcBef>
              <a:defRPr sz="1200"/>
            </a:lvl3pPr>
            <a:lvl4pPr>
              <a:spcBef>
                <a:spcPts val="20"/>
              </a:spcBef>
              <a:defRPr sz="1200"/>
            </a:lvl4pPr>
            <a:lvl5pPr>
              <a:spcBef>
                <a:spcPts val="20"/>
              </a:spcBef>
              <a:defRPr sz="1200"/>
            </a:lvl5pPr>
          </a:lstStyle>
          <a:p>
            <a:pPr lvl="0"/>
            <a:r>
              <a:rPr lang="en-GB" noProof="0" dirty="0"/>
              <a:t>Add Text</a:t>
            </a:r>
          </a:p>
          <a:p>
            <a:pPr lvl="1"/>
            <a:r>
              <a:rPr lang="en-GB" noProof="0" dirty="0"/>
              <a:t>Second Level</a:t>
            </a:r>
          </a:p>
        </p:txBody>
      </p:sp>
      <p:sp>
        <p:nvSpPr>
          <p:cNvPr id="11" name="Textplatzhalter 19">
            <a:extLst>
              <a:ext uri="{FF2B5EF4-FFF2-40B4-BE49-F238E27FC236}">
                <a16:creationId xmlns:a16="http://schemas.microsoft.com/office/drawing/2014/main" id="{CD6A5AE7-8194-069E-96C6-A9A19A691F17}"/>
              </a:ext>
            </a:extLst>
          </p:cNvPr>
          <p:cNvSpPr>
            <a:spLocks noGrp="1"/>
          </p:cNvSpPr>
          <p:nvPr>
            <p:ph type="body" sz="quarter" idx="21" hasCustomPrompt="1"/>
          </p:nvPr>
        </p:nvSpPr>
        <p:spPr>
          <a:xfrm>
            <a:off x="695325" y="5689101"/>
            <a:ext cx="2540001" cy="332288"/>
          </a:xfrm>
        </p:spPr>
        <p:txBody>
          <a:bodyPr/>
          <a:lstStyle>
            <a:lvl1pPr>
              <a:spcBef>
                <a:spcPts val="20"/>
              </a:spcBef>
              <a:defRPr sz="1200"/>
            </a:lvl1pPr>
            <a:lvl2pPr marL="179388" indent="-179388">
              <a:spcBef>
                <a:spcPts val="20"/>
              </a:spcBef>
              <a:defRPr sz="1200"/>
            </a:lvl2pPr>
            <a:lvl3pPr>
              <a:spcBef>
                <a:spcPts val="20"/>
              </a:spcBef>
              <a:defRPr sz="1200"/>
            </a:lvl3pPr>
            <a:lvl4pPr>
              <a:spcBef>
                <a:spcPts val="20"/>
              </a:spcBef>
              <a:defRPr sz="1200"/>
            </a:lvl4pPr>
            <a:lvl5pPr>
              <a:spcBef>
                <a:spcPts val="20"/>
              </a:spcBef>
              <a:defRPr sz="1200"/>
            </a:lvl5pPr>
          </a:lstStyle>
          <a:p>
            <a:pPr lvl="0"/>
            <a:r>
              <a:rPr lang="en-GB" noProof="0" dirty="0"/>
              <a:t>Add Text</a:t>
            </a:r>
          </a:p>
          <a:p>
            <a:pPr lvl="1"/>
            <a:r>
              <a:rPr lang="en-GB" noProof="0" dirty="0"/>
              <a:t>Second Level</a:t>
            </a:r>
          </a:p>
        </p:txBody>
      </p:sp>
      <p:sp>
        <p:nvSpPr>
          <p:cNvPr id="12" name="Textplatzhalter 19">
            <a:extLst>
              <a:ext uri="{FF2B5EF4-FFF2-40B4-BE49-F238E27FC236}">
                <a16:creationId xmlns:a16="http://schemas.microsoft.com/office/drawing/2014/main" id="{E33B1E40-AEE0-028C-74FA-4DA2F2785C86}"/>
              </a:ext>
            </a:extLst>
          </p:cNvPr>
          <p:cNvSpPr>
            <a:spLocks noGrp="1"/>
          </p:cNvSpPr>
          <p:nvPr>
            <p:ph type="body" sz="quarter" idx="28" hasCustomPrompt="1"/>
          </p:nvPr>
        </p:nvSpPr>
        <p:spPr>
          <a:xfrm>
            <a:off x="3448050" y="3299877"/>
            <a:ext cx="2533650" cy="332288"/>
          </a:xfrm>
        </p:spPr>
        <p:txBody>
          <a:bodyPr/>
          <a:lstStyle>
            <a:lvl1pPr>
              <a:spcBef>
                <a:spcPts val="40"/>
              </a:spcBef>
              <a:defRPr sz="1200"/>
            </a:lvl1pPr>
            <a:lvl2pPr marL="179388" indent="-179388">
              <a:spcBef>
                <a:spcPts val="40"/>
              </a:spcBef>
              <a:defRPr sz="1200"/>
            </a:lvl2pPr>
            <a:lvl3pPr>
              <a:spcBef>
                <a:spcPts val="40"/>
              </a:spcBef>
              <a:defRPr sz="1200"/>
            </a:lvl3pPr>
            <a:lvl4pPr>
              <a:spcBef>
                <a:spcPts val="40"/>
              </a:spcBef>
              <a:defRPr sz="1600"/>
            </a:lvl4pPr>
            <a:lvl5pPr>
              <a:spcBef>
                <a:spcPts val="40"/>
              </a:spcBef>
              <a:defRPr sz="1600"/>
            </a:lvl5pPr>
          </a:lstStyle>
          <a:p>
            <a:pPr lvl="0"/>
            <a:r>
              <a:rPr lang="en-GB" noProof="0" dirty="0"/>
              <a:t>Add Text</a:t>
            </a:r>
          </a:p>
          <a:p>
            <a:pPr lvl="1"/>
            <a:r>
              <a:rPr lang="en-GB" noProof="0" dirty="0"/>
              <a:t>Second Level</a:t>
            </a:r>
          </a:p>
        </p:txBody>
      </p:sp>
      <p:sp>
        <p:nvSpPr>
          <p:cNvPr id="13" name="Textplatzhalter 19">
            <a:extLst>
              <a:ext uri="{FF2B5EF4-FFF2-40B4-BE49-F238E27FC236}">
                <a16:creationId xmlns:a16="http://schemas.microsoft.com/office/drawing/2014/main" id="{6CF8C6E7-2EBA-0F42-5F97-0B15A298F57D}"/>
              </a:ext>
            </a:extLst>
          </p:cNvPr>
          <p:cNvSpPr>
            <a:spLocks noGrp="1"/>
          </p:cNvSpPr>
          <p:nvPr>
            <p:ph type="body" sz="quarter" idx="29" hasCustomPrompt="1"/>
          </p:nvPr>
        </p:nvSpPr>
        <p:spPr>
          <a:xfrm>
            <a:off x="6208300" y="3299877"/>
            <a:ext cx="2533650" cy="332288"/>
          </a:xfrm>
        </p:spPr>
        <p:txBody>
          <a:bodyPr/>
          <a:lstStyle>
            <a:lvl1pPr>
              <a:spcBef>
                <a:spcPts val="40"/>
              </a:spcBef>
              <a:defRPr sz="1200"/>
            </a:lvl1pPr>
            <a:lvl2pPr marL="179388" indent="-179388">
              <a:spcBef>
                <a:spcPts val="40"/>
              </a:spcBef>
              <a:defRPr sz="1200"/>
            </a:lvl2pPr>
            <a:lvl3pPr>
              <a:spcBef>
                <a:spcPts val="40"/>
              </a:spcBef>
              <a:defRPr sz="1200"/>
            </a:lvl3pPr>
            <a:lvl4pPr>
              <a:spcBef>
                <a:spcPts val="40"/>
              </a:spcBef>
              <a:defRPr sz="1600"/>
            </a:lvl4pPr>
            <a:lvl5pPr>
              <a:spcBef>
                <a:spcPts val="40"/>
              </a:spcBef>
              <a:defRPr sz="1600"/>
            </a:lvl5pPr>
          </a:lstStyle>
          <a:p>
            <a:pPr lvl="0"/>
            <a:r>
              <a:rPr lang="en-GB" noProof="0" dirty="0"/>
              <a:t>Add Text</a:t>
            </a:r>
          </a:p>
          <a:p>
            <a:pPr lvl="1"/>
            <a:r>
              <a:rPr lang="en-GB" noProof="0" dirty="0"/>
              <a:t>Second Level</a:t>
            </a:r>
          </a:p>
        </p:txBody>
      </p:sp>
      <p:sp>
        <p:nvSpPr>
          <p:cNvPr id="16" name="Textplatzhalter 19">
            <a:extLst>
              <a:ext uri="{FF2B5EF4-FFF2-40B4-BE49-F238E27FC236}">
                <a16:creationId xmlns:a16="http://schemas.microsoft.com/office/drawing/2014/main" id="{A8581B57-63E2-3060-2AF6-9711ABA14922}"/>
              </a:ext>
            </a:extLst>
          </p:cNvPr>
          <p:cNvSpPr>
            <a:spLocks noGrp="1"/>
          </p:cNvSpPr>
          <p:nvPr>
            <p:ph type="body" sz="quarter" idx="30" hasCustomPrompt="1"/>
          </p:nvPr>
        </p:nvSpPr>
        <p:spPr>
          <a:xfrm>
            <a:off x="8955617" y="3299877"/>
            <a:ext cx="2533650" cy="332288"/>
          </a:xfrm>
        </p:spPr>
        <p:txBody>
          <a:bodyPr/>
          <a:lstStyle>
            <a:lvl1pPr>
              <a:spcBef>
                <a:spcPts val="40"/>
              </a:spcBef>
              <a:defRPr sz="1200"/>
            </a:lvl1pPr>
            <a:lvl2pPr marL="179388" indent="-179388">
              <a:spcBef>
                <a:spcPts val="40"/>
              </a:spcBef>
              <a:defRPr sz="1200"/>
            </a:lvl2pPr>
            <a:lvl3pPr>
              <a:spcBef>
                <a:spcPts val="40"/>
              </a:spcBef>
              <a:defRPr sz="1200"/>
            </a:lvl3pPr>
            <a:lvl4pPr>
              <a:spcBef>
                <a:spcPts val="40"/>
              </a:spcBef>
              <a:defRPr sz="1600"/>
            </a:lvl4pPr>
            <a:lvl5pPr>
              <a:spcBef>
                <a:spcPts val="40"/>
              </a:spcBef>
              <a:defRPr sz="1600"/>
            </a:lvl5pPr>
          </a:lstStyle>
          <a:p>
            <a:pPr lvl="0"/>
            <a:r>
              <a:rPr lang="en-GB" noProof="0" dirty="0"/>
              <a:t>Add Text</a:t>
            </a:r>
          </a:p>
          <a:p>
            <a:pPr lvl="1"/>
            <a:r>
              <a:rPr lang="en-GB" noProof="0" dirty="0"/>
              <a:t>Second Level</a:t>
            </a:r>
          </a:p>
        </p:txBody>
      </p:sp>
      <p:sp>
        <p:nvSpPr>
          <p:cNvPr id="17" name="Bildplatzhalter 4">
            <a:extLst>
              <a:ext uri="{FF2B5EF4-FFF2-40B4-BE49-F238E27FC236}">
                <a16:creationId xmlns:a16="http://schemas.microsoft.com/office/drawing/2014/main" id="{615C431B-993D-61F7-28CB-6E9C6E916B27}"/>
              </a:ext>
            </a:extLst>
          </p:cNvPr>
          <p:cNvSpPr>
            <a:spLocks noGrp="1"/>
          </p:cNvSpPr>
          <p:nvPr>
            <p:ph type="pic" sz="quarter" idx="31" hasCustomPrompt="1"/>
          </p:nvPr>
        </p:nvSpPr>
        <p:spPr>
          <a:xfrm>
            <a:off x="8957560" y="3852000"/>
            <a:ext cx="2538000" cy="1799592"/>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
        <p:nvSpPr>
          <p:cNvPr id="18" name="Bildplatzhalter 4">
            <a:extLst>
              <a:ext uri="{FF2B5EF4-FFF2-40B4-BE49-F238E27FC236}">
                <a16:creationId xmlns:a16="http://schemas.microsoft.com/office/drawing/2014/main" id="{5F9CC3CC-2D09-5169-EE63-2F307DD025AE}"/>
              </a:ext>
            </a:extLst>
          </p:cNvPr>
          <p:cNvSpPr>
            <a:spLocks noGrp="1"/>
          </p:cNvSpPr>
          <p:nvPr>
            <p:ph type="pic" sz="quarter" idx="32" hasCustomPrompt="1"/>
          </p:nvPr>
        </p:nvSpPr>
        <p:spPr>
          <a:xfrm>
            <a:off x="3448937" y="3852000"/>
            <a:ext cx="2538000" cy="1799592"/>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
        <p:nvSpPr>
          <p:cNvPr id="19" name="Bildplatzhalter 4">
            <a:extLst>
              <a:ext uri="{FF2B5EF4-FFF2-40B4-BE49-F238E27FC236}">
                <a16:creationId xmlns:a16="http://schemas.microsoft.com/office/drawing/2014/main" id="{05CD9CF5-8030-A2FA-B5F1-BDE8A3AB64FE}"/>
              </a:ext>
            </a:extLst>
          </p:cNvPr>
          <p:cNvSpPr>
            <a:spLocks noGrp="1"/>
          </p:cNvSpPr>
          <p:nvPr>
            <p:ph type="pic" sz="quarter" idx="33" hasCustomPrompt="1"/>
          </p:nvPr>
        </p:nvSpPr>
        <p:spPr>
          <a:xfrm>
            <a:off x="6202837" y="3852000"/>
            <a:ext cx="2538000" cy="1799592"/>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Tree>
    <p:extLst>
      <p:ext uri="{BB962C8B-B14F-4D97-AF65-F5344CB8AC3E}">
        <p14:creationId xmlns:p14="http://schemas.microsoft.com/office/powerpoint/2010/main" val="23318096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elve captioned Image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Add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EBBE285A-C2B2-5940-A1BA-1EBCE4DA3057}" type="datetime1">
              <a:rPr lang="de-CH" noProof="0" smtClean="0"/>
              <a:t>04.02.2025</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US" noProof="0"/>
              <a:t>PSI Centers for Nuclear Engineering and Sciences &amp; Energy and Environmental Sciences</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10" name="Bildplatzhalter 4">
            <a:extLst>
              <a:ext uri="{FF2B5EF4-FFF2-40B4-BE49-F238E27FC236}">
                <a16:creationId xmlns:a16="http://schemas.microsoft.com/office/drawing/2014/main" id="{18983A1D-4D6A-20A1-246F-D90E834D6804}"/>
              </a:ext>
            </a:extLst>
          </p:cNvPr>
          <p:cNvSpPr>
            <a:spLocks noGrp="1"/>
          </p:cNvSpPr>
          <p:nvPr>
            <p:ph type="pic" sz="quarter" idx="13" hasCustomPrompt="1"/>
          </p:nvPr>
        </p:nvSpPr>
        <p:spPr>
          <a:xfrm>
            <a:off x="4367213" y="1449389"/>
            <a:ext cx="1620837" cy="1692000"/>
          </a:xfrm>
          <a:pattFill prst="lgCheck">
            <a:fgClr>
              <a:schemeClr val="bg1">
                <a:lumMod val="85000"/>
              </a:schemeClr>
            </a:fgClr>
            <a:bgClr>
              <a:schemeClr val="bg1"/>
            </a:bgClr>
          </a:pattFill>
        </p:spPr>
        <p:txBody>
          <a:bodyPr tIns="720000" anchor="ctr"/>
          <a:lstStyle>
            <a:lvl1pPr algn="ctr">
              <a:defRPr sz="1000"/>
            </a:lvl1pPr>
          </a:lstStyle>
          <a:p>
            <a:r>
              <a:rPr lang="en-GB" noProof="0" dirty="0"/>
              <a:t>Add image by tapping on icon</a:t>
            </a:r>
          </a:p>
        </p:txBody>
      </p:sp>
      <p:sp>
        <p:nvSpPr>
          <p:cNvPr id="14" name="Bildplatzhalter 4">
            <a:extLst>
              <a:ext uri="{FF2B5EF4-FFF2-40B4-BE49-F238E27FC236}">
                <a16:creationId xmlns:a16="http://schemas.microsoft.com/office/drawing/2014/main" id="{1EC548A2-BD24-9227-A6CD-523677F543BD}"/>
              </a:ext>
            </a:extLst>
          </p:cNvPr>
          <p:cNvSpPr>
            <a:spLocks noGrp="1"/>
          </p:cNvSpPr>
          <p:nvPr>
            <p:ph type="pic" sz="quarter" idx="14" hasCustomPrompt="1"/>
          </p:nvPr>
        </p:nvSpPr>
        <p:spPr>
          <a:xfrm>
            <a:off x="9874248" y="1449389"/>
            <a:ext cx="1622425" cy="1692000"/>
          </a:xfrm>
          <a:pattFill prst="lgCheck">
            <a:fgClr>
              <a:schemeClr val="bg1">
                <a:lumMod val="85000"/>
              </a:schemeClr>
            </a:fgClr>
            <a:bgClr>
              <a:schemeClr val="bg1"/>
            </a:bgClr>
          </a:pattFill>
        </p:spPr>
        <p:txBody>
          <a:bodyPr tIns="720000" anchor="ctr"/>
          <a:lstStyle>
            <a:lvl1pPr algn="ctr">
              <a:defRPr sz="1000"/>
            </a:lvl1pPr>
          </a:lstStyle>
          <a:p>
            <a:r>
              <a:rPr lang="en-GB" noProof="0" dirty="0"/>
              <a:t>Add image by tapping on icon</a:t>
            </a:r>
          </a:p>
        </p:txBody>
      </p:sp>
      <p:sp>
        <p:nvSpPr>
          <p:cNvPr id="15" name="Bildplatzhalter 4">
            <a:extLst>
              <a:ext uri="{FF2B5EF4-FFF2-40B4-BE49-F238E27FC236}">
                <a16:creationId xmlns:a16="http://schemas.microsoft.com/office/drawing/2014/main" id="{B1FDEC21-8808-4E1C-5D07-37DFA5117527}"/>
              </a:ext>
            </a:extLst>
          </p:cNvPr>
          <p:cNvSpPr>
            <a:spLocks noGrp="1"/>
          </p:cNvSpPr>
          <p:nvPr>
            <p:ph type="pic" sz="quarter" idx="15" hasCustomPrompt="1"/>
          </p:nvPr>
        </p:nvSpPr>
        <p:spPr>
          <a:xfrm>
            <a:off x="695326" y="1449389"/>
            <a:ext cx="1620838" cy="1692000"/>
          </a:xfrm>
          <a:pattFill prst="lgCheck">
            <a:fgClr>
              <a:schemeClr val="bg1">
                <a:lumMod val="85000"/>
              </a:schemeClr>
            </a:fgClr>
            <a:bgClr>
              <a:schemeClr val="bg1"/>
            </a:bgClr>
          </a:pattFill>
        </p:spPr>
        <p:txBody>
          <a:bodyPr tIns="720000" anchor="ctr"/>
          <a:lstStyle>
            <a:lvl1pPr algn="ctr">
              <a:defRPr sz="1000"/>
            </a:lvl1pPr>
          </a:lstStyle>
          <a:p>
            <a:r>
              <a:rPr lang="en-GB" noProof="0" dirty="0"/>
              <a:t>Add image by tapping on icon</a:t>
            </a:r>
          </a:p>
        </p:txBody>
      </p:sp>
      <p:sp>
        <p:nvSpPr>
          <p:cNvPr id="16" name="Bildplatzhalter 4">
            <a:extLst>
              <a:ext uri="{FF2B5EF4-FFF2-40B4-BE49-F238E27FC236}">
                <a16:creationId xmlns:a16="http://schemas.microsoft.com/office/drawing/2014/main" id="{C093E107-B829-CEE4-9295-B1B84BEAE140}"/>
              </a:ext>
            </a:extLst>
          </p:cNvPr>
          <p:cNvSpPr>
            <a:spLocks noGrp="1"/>
          </p:cNvSpPr>
          <p:nvPr>
            <p:ph type="pic" sz="quarter" idx="18" hasCustomPrompt="1"/>
          </p:nvPr>
        </p:nvSpPr>
        <p:spPr>
          <a:xfrm>
            <a:off x="4367212" y="3851999"/>
            <a:ext cx="1620837" cy="1692000"/>
          </a:xfrm>
          <a:pattFill prst="lgCheck">
            <a:fgClr>
              <a:schemeClr val="bg1">
                <a:lumMod val="85000"/>
              </a:schemeClr>
            </a:fgClr>
            <a:bgClr>
              <a:schemeClr val="bg1"/>
            </a:bgClr>
          </a:pattFill>
        </p:spPr>
        <p:txBody>
          <a:bodyPr tIns="720000" anchor="ctr"/>
          <a:lstStyle>
            <a:lvl1pPr algn="ctr">
              <a:defRPr sz="1000"/>
            </a:lvl1pPr>
          </a:lstStyle>
          <a:p>
            <a:r>
              <a:rPr lang="en-GB" noProof="0" dirty="0"/>
              <a:t>Add image by tapping on icon</a:t>
            </a:r>
          </a:p>
        </p:txBody>
      </p:sp>
      <p:sp>
        <p:nvSpPr>
          <p:cNvPr id="17" name="Bildplatzhalter 4">
            <a:extLst>
              <a:ext uri="{FF2B5EF4-FFF2-40B4-BE49-F238E27FC236}">
                <a16:creationId xmlns:a16="http://schemas.microsoft.com/office/drawing/2014/main" id="{269E9327-75CD-A94E-4F13-6C971DCF19A5}"/>
              </a:ext>
            </a:extLst>
          </p:cNvPr>
          <p:cNvSpPr>
            <a:spLocks noGrp="1"/>
          </p:cNvSpPr>
          <p:nvPr>
            <p:ph type="pic" sz="quarter" idx="19" hasCustomPrompt="1"/>
          </p:nvPr>
        </p:nvSpPr>
        <p:spPr>
          <a:xfrm>
            <a:off x="8040688" y="3852000"/>
            <a:ext cx="1619250" cy="1692000"/>
          </a:xfrm>
          <a:pattFill prst="lgCheck">
            <a:fgClr>
              <a:schemeClr val="bg1">
                <a:lumMod val="85000"/>
              </a:schemeClr>
            </a:fgClr>
            <a:bgClr>
              <a:schemeClr val="bg1"/>
            </a:bgClr>
          </a:pattFill>
        </p:spPr>
        <p:txBody>
          <a:bodyPr tIns="720000" anchor="ctr"/>
          <a:lstStyle>
            <a:lvl1pPr algn="ctr">
              <a:defRPr sz="1000"/>
            </a:lvl1pPr>
          </a:lstStyle>
          <a:p>
            <a:r>
              <a:rPr lang="en-GB" noProof="0" dirty="0"/>
              <a:t>Add image by tapping on icon</a:t>
            </a:r>
          </a:p>
        </p:txBody>
      </p:sp>
      <p:sp>
        <p:nvSpPr>
          <p:cNvPr id="18" name="Bildplatzhalter 4">
            <a:extLst>
              <a:ext uri="{FF2B5EF4-FFF2-40B4-BE49-F238E27FC236}">
                <a16:creationId xmlns:a16="http://schemas.microsoft.com/office/drawing/2014/main" id="{7B4B6D58-21AF-6B45-2504-E31EDE54A33E}"/>
              </a:ext>
            </a:extLst>
          </p:cNvPr>
          <p:cNvSpPr>
            <a:spLocks noGrp="1"/>
          </p:cNvSpPr>
          <p:nvPr>
            <p:ph type="pic" sz="quarter" idx="20" hasCustomPrompt="1"/>
          </p:nvPr>
        </p:nvSpPr>
        <p:spPr>
          <a:xfrm>
            <a:off x="695326" y="3851999"/>
            <a:ext cx="1620838" cy="1692000"/>
          </a:xfrm>
          <a:pattFill prst="lgCheck">
            <a:fgClr>
              <a:schemeClr val="bg1">
                <a:lumMod val="85000"/>
              </a:schemeClr>
            </a:fgClr>
            <a:bgClr>
              <a:schemeClr val="bg1"/>
            </a:bgClr>
          </a:pattFill>
        </p:spPr>
        <p:txBody>
          <a:bodyPr tIns="720000" anchor="ctr"/>
          <a:lstStyle>
            <a:lvl1pPr algn="ctr">
              <a:defRPr sz="1000"/>
            </a:lvl1pPr>
          </a:lstStyle>
          <a:p>
            <a:r>
              <a:rPr lang="en-GB" noProof="0" dirty="0"/>
              <a:t>Add image by tapping on icon</a:t>
            </a:r>
          </a:p>
        </p:txBody>
      </p:sp>
      <p:sp>
        <p:nvSpPr>
          <p:cNvPr id="20" name="Textplatzhalter 19">
            <a:extLst>
              <a:ext uri="{FF2B5EF4-FFF2-40B4-BE49-F238E27FC236}">
                <a16:creationId xmlns:a16="http://schemas.microsoft.com/office/drawing/2014/main" id="{7EDE1E8A-EFD6-AFE3-8FC8-A8781D081C65}"/>
              </a:ext>
            </a:extLst>
          </p:cNvPr>
          <p:cNvSpPr>
            <a:spLocks noGrp="1"/>
          </p:cNvSpPr>
          <p:nvPr>
            <p:ph type="body" sz="quarter" idx="21" hasCustomPrompt="1"/>
          </p:nvPr>
        </p:nvSpPr>
        <p:spPr>
          <a:xfrm>
            <a:off x="695326" y="5589240"/>
            <a:ext cx="1620838" cy="332288"/>
          </a:xfrm>
        </p:spPr>
        <p:txBody>
          <a:bodyPr/>
          <a:lstStyle>
            <a:lvl1pPr>
              <a:spcBef>
                <a:spcPts val="20"/>
              </a:spcBef>
              <a:defRPr sz="1000"/>
            </a:lvl1pPr>
            <a:lvl2pPr marL="90488" indent="-90488">
              <a:spcBef>
                <a:spcPts val="20"/>
              </a:spcBef>
              <a:defRPr sz="1000"/>
            </a:lvl2pPr>
            <a:lvl3pPr>
              <a:spcBef>
                <a:spcPts val="20"/>
              </a:spcBef>
              <a:defRPr sz="1200"/>
            </a:lvl3pPr>
            <a:lvl4pPr>
              <a:spcBef>
                <a:spcPts val="20"/>
              </a:spcBef>
              <a:defRPr sz="1200"/>
            </a:lvl4pPr>
            <a:lvl5pPr>
              <a:spcBef>
                <a:spcPts val="20"/>
              </a:spcBef>
              <a:defRPr sz="1200"/>
            </a:lvl5pPr>
          </a:lstStyle>
          <a:p>
            <a:pPr lvl="0"/>
            <a:r>
              <a:rPr lang="en-GB" noProof="0" dirty="0"/>
              <a:t>Add Text</a:t>
            </a:r>
          </a:p>
          <a:p>
            <a:pPr lvl="1"/>
            <a:r>
              <a:rPr lang="en-GB" noProof="0" dirty="0"/>
              <a:t>Second Level</a:t>
            </a:r>
          </a:p>
        </p:txBody>
      </p:sp>
      <p:sp>
        <p:nvSpPr>
          <p:cNvPr id="21" name="Textplatzhalter 19">
            <a:extLst>
              <a:ext uri="{FF2B5EF4-FFF2-40B4-BE49-F238E27FC236}">
                <a16:creationId xmlns:a16="http://schemas.microsoft.com/office/drawing/2014/main" id="{90B09162-F170-AF79-446C-2FD12FCF2EF5}"/>
              </a:ext>
            </a:extLst>
          </p:cNvPr>
          <p:cNvSpPr>
            <a:spLocks noGrp="1"/>
          </p:cNvSpPr>
          <p:nvPr>
            <p:ph type="body" sz="quarter" idx="22" hasCustomPrompt="1"/>
          </p:nvPr>
        </p:nvSpPr>
        <p:spPr>
          <a:xfrm>
            <a:off x="4367212" y="5589240"/>
            <a:ext cx="1620837" cy="332288"/>
          </a:xfrm>
        </p:spPr>
        <p:txBody>
          <a:bodyPr/>
          <a:lstStyle>
            <a:lvl1pPr>
              <a:spcBef>
                <a:spcPts val="20"/>
              </a:spcBef>
              <a:defRPr sz="1000"/>
            </a:lvl1pPr>
            <a:lvl2pPr marL="90488" indent="-90488">
              <a:spcBef>
                <a:spcPts val="20"/>
              </a:spcBef>
              <a:defRPr sz="1000"/>
            </a:lvl2pPr>
            <a:lvl3pPr>
              <a:spcBef>
                <a:spcPts val="20"/>
              </a:spcBef>
              <a:defRPr sz="1200"/>
            </a:lvl3pPr>
            <a:lvl4pPr>
              <a:spcBef>
                <a:spcPts val="20"/>
              </a:spcBef>
              <a:defRPr sz="1200"/>
            </a:lvl4pPr>
            <a:lvl5pPr>
              <a:spcBef>
                <a:spcPts val="20"/>
              </a:spcBef>
              <a:defRPr sz="1200"/>
            </a:lvl5pPr>
          </a:lstStyle>
          <a:p>
            <a:pPr lvl="0"/>
            <a:r>
              <a:rPr lang="en-GB" noProof="0" dirty="0"/>
              <a:t>Add Text</a:t>
            </a:r>
          </a:p>
          <a:p>
            <a:pPr lvl="1"/>
            <a:r>
              <a:rPr lang="en-GB" noProof="0" dirty="0"/>
              <a:t>Second Level</a:t>
            </a:r>
          </a:p>
        </p:txBody>
      </p:sp>
      <p:sp>
        <p:nvSpPr>
          <p:cNvPr id="22" name="Textplatzhalter 19">
            <a:extLst>
              <a:ext uri="{FF2B5EF4-FFF2-40B4-BE49-F238E27FC236}">
                <a16:creationId xmlns:a16="http://schemas.microsoft.com/office/drawing/2014/main" id="{B625CAA8-22B4-0491-F50F-A64DB8182052}"/>
              </a:ext>
            </a:extLst>
          </p:cNvPr>
          <p:cNvSpPr>
            <a:spLocks noGrp="1"/>
          </p:cNvSpPr>
          <p:nvPr>
            <p:ph type="body" sz="quarter" idx="23" hasCustomPrompt="1"/>
          </p:nvPr>
        </p:nvSpPr>
        <p:spPr>
          <a:xfrm>
            <a:off x="8040688" y="5589240"/>
            <a:ext cx="1619995" cy="332288"/>
          </a:xfrm>
        </p:spPr>
        <p:txBody>
          <a:bodyPr/>
          <a:lstStyle>
            <a:lvl1pPr>
              <a:spcBef>
                <a:spcPts val="20"/>
              </a:spcBef>
              <a:defRPr sz="1000"/>
            </a:lvl1pPr>
            <a:lvl2pPr marL="90488" indent="-90488">
              <a:spcBef>
                <a:spcPts val="20"/>
              </a:spcBef>
              <a:defRPr sz="1000"/>
            </a:lvl2pPr>
            <a:lvl3pPr>
              <a:spcBef>
                <a:spcPts val="20"/>
              </a:spcBef>
              <a:defRPr sz="1200"/>
            </a:lvl3pPr>
            <a:lvl4pPr>
              <a:spcBef>
                <a:spcPts val="20"/>
              </a:spcBef>
              <a:defRPr sz="1200"/>
            </a:lvl4pPr>
            <a:lvl5pPr>
              <a:spcBef>
                <a:spcPts val="20"/>
              </a:spcBef>
              <a:defRPr sz="1200"/>
            </a:lvl5pPr>
          </a:lstStyle>
          <a:p>
            <a:pPr lvl="0"/>
            <a:r>
              <a:rPr lang="en-GB" noProof="0" dirty="0"/>
              <a:t>Add Text</a:t>
            </a:r>
          </a:p>
          <a:p>
            <a:pPr lvl="1"/>
            <a:r>
              <a:rPr lang="en-GB" noProof="0" dirty="0"/>
              <a:t>Second Level</a:t>
            </a:r>
          </a:p>
        </p:txBody>
      </p:sp>
      <p:sp>
        <p:nvSpPr>
          <p:cNvPr id="23" name="Textplatzhalter 19">
            <a:extLst>
              <a:ext uri="{FF2B5EF4-FFF2-40B4-BE49-F238E27FC236}">
                <a16:creationId xmlns:a16="http://schemas.microsoft.com/office/drawing/2014/main" id="{233B6E2E-EE51-3815-5A82-51C2D0BDCDE9}"/>
              </a:ext>
            </a:extLst>
          </p:cNvPr>
          <p:cNvSpPr>
            <a:spLocks noGrp="1"/>
          </p:cNvSpPr>
          <p:nvPr>
            <p:ph type="body" sz="quarter" idx="24" hasCustomPrompt="1"/>
          </p:nvPr>
        </p:nvSpPr>
        <p:spPr>
          <a:xfrm>
            <a:off x="695326" y="3204724"/>
            <a:ext cx="1620838" cy="332288"/>
          </a:xfrm>
        </p:spPr>
        <p:txBody>
          <a:bodyPr/>
          <a:lstStyle>
            <a:lvl1pPr>
              <a:spcBef>
                <a:spcPts val="20"/>
              </a:spcBef>
              <a:defRPr sz="1000"/>
            </a:lvl1pPr>
            <a:lvl2pPr marL="90488" indent="-90488">
              <a:spcBef>
                <a:spcPts val="20"/>
              </a:spcBef>
              <a:defRPr sz="1000"/>
            </a:lvl2pPr>
            <a:lvl3pPr>
              <a:spcBef>
                <a:spcPts val="20"/>
              </a:spcBef>
              <a:defRPr sz="1200"/>
            </a:lvl3pPr>
            <a:lvl4pPr>
              <a:spcBef>
                <a:spcPts val="20"/>
              </a:spcBef>
              <a:defRPr sz="1200"/>
            </a:lvl4pPr>
            <a:lvl5pPr>
              <a:spcBef>
                <a:spcPts val="20"/>
              </a:spcBef>
              <a:defRPr sz="1200"/>
            </a:lvl5pPr>
          </a:lstStyle>
          <a:p>
            <a:pPr lvl="0"/>
            <a:r>
              <a:rPr lang="en-GB" noProof="0" dirty="0"/>
              <a:t>Add Text</a:t>
            </a:r>
          </a:p>
          <a:p>
            <a:pPr lvl="1"/>
            <a:r>
              <a:rPr lang="en-GB" noProof="0" dirty="0"/>
              <a:t>Second Level</a:t>
            </a:r>
          </a:p>
        </p:txBody>
      </p:sp>
      <p:sp>
        <p:nvSpPr>
          <p:cNvPr id="24" name="Textplatzhalter 19">
            <a:extLst>
              <a:ext uri="{FF2B5EF4-FFF2-40B4-BE49-F238E27FC236}">
                <a16:creationId xmlns:a16="http://schemas.microsoft.com/office/drawing/2014/main" id="{DC029808-0B66-A918-9826-7CF902C7DE37}"/>
              </a:ext>
            </a:extLst>
          </p:cNvPr>
          <p:cNvSpPr>
            <a:spLocks noGrp="1"/>
          </p:cNvSpPr>
          <p:nvPr>
            <p:ph type="body" sz="quarter" idx="25" hasCustomPrompt="1"/>
          </p:nvPr>
        </p:nvSpPr>
        <p:spPr>
          <a:xfrm>
            <a:off x="4367212" y="3204724"/>
            <a:ext cx="1620837" cy="332288"/>
          </a:xfrm>
        </p:spPr>
        <p:txBody>
          <a:bodyPr/>
          <a:lstStyle>
            <a:lvl1pPr>
              <a:spcBef>
                <a:spcPts val="20"/>
              </a:spcBef>
              <a:defRPr sz="1000"/>
            </a:lvl1pPr>
            <a:lvl2pPr marL="90488" indent="-90488">
              <a:spcBef>
                <a:spcPts val="20"/>
              </a:spcBef>
              <a:defRPr sz="1000"/>
            </a:lvl2pPr>
            <a:lvl3pPr>
              <a:spcBef>
                <a:spcPts val="20"/>
              </a:spcBef>
              <a:defRPr sz="1200"/>
            </a:lvl3pPr>
            <a:lvl4pPr>
              <a:spcBef>
                <a:spcPts val="20"/>
              </a:spcBef>
              <a:defRPr sz="1200"/>
            </a:lvl4pPr>
            <a:lvl5pPr>
              <a:spcBef>
                <a:spcPts val="20"/>
              </a:spcBef>
              <a:defRPr sz="1200"/>
            </a:lvl5pPr>
          </a:lstStyle>
          <a:p>
            <a:pPr lvl="0"/>
            <a:r>
              <a:rPr lang="en-GB" noProof="0" dirty="0"/>
              <a:t>Add Text</a:t>
            </a:r>
          </a:p>
          <a:p>
            <a:pPr lvl="1"/>
            <a:r>
              <a:rPr lang="en-GB" noProof="0" dirty="0"/>
              <a:t>Second Level</a:t>
            </a:r>
          </a:p>
        </p:txBody>
      </p:sp>
      <p:sp>
        <p:nvSpPr>
          <p:cNvPr id="25" name="Textplatzhalter 19">
            <a:extLst>
              <a:ext uri="{FF2B5EF4-FFF2-40B4-BE49-F238E27FC236}">
                <a16:creationId xmlns:a16="http://schemas.microsoft.com/office/drawing/2014/main" id="{0C032556-82F7-0D1B-C717-506C730F768B}"/>
              </a:ext>
            </a:extLst>
          </p:cNvPr>
          <p:cNvSpPr>
            <a:spLocks noGrp="1"/>
          </p:cNvSpPr>
          <p:nvPr>
            <p:ph type="body" sz="quarter" idx="26" hasCustomPrompt="1"/>
          </p:nvPr>
        </p:nvSpPr>
        <p:spPr>
          <a:xfrm>
            <a:off x="9875092" y="3204724"/>
            <a:ext cx="1623171" cy="332288"/>
          </a:xfrm>
        </p:spPr>
        <p:txBody>
          <a:bodyPr/>
          <a:lstStyle>
            <a:lvl1pPr>
              <a:spcBef>
                <a:spcPts val="20"/>
              </a:spcBef>
              <a:defRPr sz="1000"/>
            </a:lvl1pPr>
            <a:lvl2pPr marL="90488" indent="-90488">
              <a:spcBef>
                <a:spcPts val="20"/>
              </a:spcBef>
              <a:defRPr sz="1000"/>
            </a:lvl2pPr>
            <a:lvl3pPr>
              <a:spcBef>
                <a:spcPts val="20"/>
              </a:spcBef>
              <a:defRPr sz="1200"/>
            </a:lvl3pPr>
            <a:lvl4pPr>
              <a:spcBef>
                <a:spcPts val="20"/>
              </a:spcBef>
              <a:defRPr sz="1200"/>
            </a:lvl4pPr>
            <a:lvl5pPr>
              <a:spcBef>
                <a:spcPts val="20"/>
              </a:spcBef>
              <a:defRPr sz="1200"/>
            </a:lvl5pPr>
          </a:lstStyle>
          <a:p>
            <a:pPr lvl="0"/>
            <a:r>
              <a:rPr lang="en-GB" noProof="0" dirty="0"/>
              <a:t>Add Text</a:t>
            </a:r>
          </a:p>
          <a:p>
            <a:pPr lvl="1"/>
            <a:r>
              <a:rPr lang="en-GB" noProof="0" dirty="0"/>
              <a:t>Second Level</a:t>
            </a:r>
          </a:p>
        </p:txBody>
      </p:sp>
      <p:sp>
        <p:nvSpPr>
          <p:cNvPr id="3" name="Bildplatzhalter 4">
            <a:extLst>
              <a:ext uri="{FF2B5EF4-FFF2-40B4-BE49-F238E27FC236}">
                <a16:creationId xmlns:a16="http://schemas.microsoft.com/office/drawing/2014/main" id="{1C50D6C7-B8FE-16E3-A56F-215DF2E7FD00}"/>
              </a:ext>
            </a:extLst>
          </p:cNvPr>
          <p:cNvSpPr>
            <a:spLocks noGrp="1"/>
          </p:cNvSpPr>
          <p:nvPr>
            <p:ph type="pic" sz="quarter" idx="27" hasCustomPrompt="1"/>
          </p:nvPr>
        </p:nvSpPr>
        <p:spPr>
          <a:xfrm>
            <a:off x="2532062" y="1449389"/>
            <a:ext cx="1620838" cy="1692000"/>
          </a:xfrm>
          <a:pattFill prst="lgCheck">
            <a:fgClr>
              <a:schemeClr val="bg1">
                <a:lumMod val="85000"/>
              </a:schemeClr>
            </a:fgClr>
            <a:bgClr>
              <a:schemeClr val="bg1"/>
            </a:bgClr>
          </a:pattFill>
        </p:spPr>
        <p:txBody>
          <a:bodyPr tIns="720000" anchor="ctr"/>
          <a:lstStyle>
            <a:lvl1pPr algn="ctr">
              <a:defRPr sz="1000"/>
            </a:lvl1pPr>
          </a:lstStyle>
          <a:p>
            <a:r>
              <a:rPr lang="en-GB" noProof="0" dirty="0"/>
              <a:t>Add image by tapping on icon</a:t>
            </a:r>
          </a:p>
        </p:txBody>
      </p:sp>
      <p:sp>
        <p:nvSpPr>
          <p:cNvPr id="7" name="Textplatzhalter 19">
            <a:extLst>
              <a:ext uri="{FF2B5EF4-FFF2-40B4-BE49-F238E27FC236}">
                <a16:creationId xmlns:a16="http://schemas.microsoft.com/office/drawing/2014/main" id="{F254DC50-8CC2-CE50-0FB2-B9D82F2F6FB7}"/>
              </a:ext>
            </a:extLst>
          </p:cNvPr>
          <p:cNvSpPr>
            <a:spLocks noGrp="1"/>
          </p:cNvSpPr>
          <p:nvPr>
            <p:ph type="body" sz="quarter" idx="28" hasCustomPrompt="1"/>
          </p:nvPr>
        </p:nvSpPr>
        <p:spPr>
          <a:xfrm>
            <a:off x="2532062" y="3204724"/>
            <a:ext cx="1620838" cy="332288"/>
          </a:xfrm>
        </p:spPr>
        <p:txBody>
          <a:bodyPr/>
          <a:lstStyle>
            <a:lvl1pPr>
              <a:spcBef>
                <a:spcPts val="20"/>
              </a:spcBef>
              <a:defRPr sz="1000"/>
            </a:lvl1pPr>
            <a:lvl2pPr marL="90488" indent="-90488">
              <a:spcBef>
                <a:spcPts val="20"/>
              </a:spcBef>
              <a:defRPr sz="1000"/>
            </a:lvl2pPr>
            <a:lvl3pPr>
              <a:spcBef>
                <a:spcPts val="20"/>
              </a:spcBef>
              <a:defRPr sz="1200"/>
            </a:lvl3pPr>
            <a:lvl4pPr>
              <a:spcBef>
                <a:spcPts val="20"/>
              </a:spcBef>
              <a:defRPr sz="1200"/>
            </a:lvl4pPr>
            <a:lvl5pPr>
              <a:spcBef>
                <a:spcPts val="20"/>
              </a:spcBef>
              <a:defRPr sz="1200"/>
            </a:lvl5pPr>
          </a:lstStyle>
          <a:p>
            <a:pPr lvl="0"/>
            <a:r>
              <a:rPr lang="en-GB" noProof="0" dirty="0"/>
              <a:t>Add Text</a:t>
            </a:r>
          </a:p>
          <a:p>
            <a:pPr lvl="1"/>
            <a:r>
              <a:rPr lang="en-GB" noProof="0" dirty="0"/>
              <a:t>Second Level</a:t>
            </a:r>
          </a:p>
        </p:txBody>
      </p:sp>
      <p:sp>
        <p:nvSpPr>
          <p:cNvPr id="9" name="Bildplatzhalter 4">
            <a:extLst>
              <a:ext uri="{FF2B5EF4-FFF2-40B4-BE49-F238E27FC236}">
                <a16:creationId xmlns:a16="http://schemas.microsoft.com/office/drawing/2014/main" id="{4356FD2E-817C-6008-A624-C0ED226EC77F}"/>
              </a:ext>
            </a:extLst>
          </p:cNvPr>
          <p:cNvSpPr>
            <a:spLocks noGrp="1"/>
          </p:cNvSpPr>
          <p:nvPr>
            <p:ph type="pic" sz="quarter" idx="29" hasCustomPrompt="1"/>
          </p:nvPr>
        </p:nvSpPr>
        <p:spPr>
          <a:xfrm>
            <a:off x="6202363" y="1449389"/>
            <a:ext cx="1622425" cy="1692000"/>
          </a:xfrm>
          <a:pattFill prst="lgCheck">
            <a:fgClr>
              <a:schemeClr val="bg1">
                <a:lumMod val="85000"/>
              </a:schemeClr>
            </a:fgClr>
            <a:bgClr>
              <a:schemeClr val="bg1"/>
            </a:bgClr>
          </a:pattFill>
        </p:spPr>
        <p:txBody>
          <a:bodyPr tIns="720000" anchor="ctr"/>
          <a:lstStyle>
            <a:lvl1pPr algn="ctr">
              <a:defRPr sz="1000"/>
            </a:lvl1pPr>
          </a:lstStyle>
          <a:p>
            <a:r>
              <a:rPr lang="en-GB" noProof="0" dirty="0"/>
              <a:t>Add image by tapping on icon</a:t>
            </a:r>
          </a:p>
        </p:txBody>
      </p:sp>
      <p:sp>
        <p:nvSpPr>
          <p:cNvPr id="11" name="Textplatzhalter 19">
            <a:extLst>
              <a:ext uri="{FF2B5EF4-FFF2-40B4-BE49-F238E27FC236}">
                <a16:creationId xmlns:a16="http://schemas.microsoft.com/office/drawing/2014/main" id="{B844240D-6410-EAE1-FBFE-02793B43B596}"/>
              </a:ext>
            </a:extLst>
          </p:cNvPr>
          <p:cNvSpPr>
            <a:spLocks noGrp="1"/>
          </p:cNvSpPr>
          <p:nvPr>
            <p:ph type="body" sz="quarter" idx="30" hasCustomPrompt="1"/>
          </p:nvPr>
        </p:nvSpPr>
        <p:spPr>
          <a:xfrm>
            <a:off x="6202362" y="3204724"/>
            <a:ext cx="1622425" cy="332288"/>
          </a:xfrm>
        </p:spPr>
        <p:txBody>
          <a:bodyPr/>
          <a:lstStyle>
            <a:lvl1pPr>
              <a:spcBef>
                <a:spcPts val="20"/>
              </a:spcBef>
              <a:defRPr sz="1000"/>
            </a:lvl1pPr>
            <a:lvl2pPr marL="90488" indent="-90488">
              <a:spcBef>
                <a:spcPts val="20"/>
              </a:spcBef>
              <a:defRPr sz="1000"/>
            </a:lvl2pPr>
            <a:lvl3pPr>
              <a:spcBef>
                <a:spcPts val="20"/>
              </a:spcBef>
              <a:defRPr sz="1200"/>
            </a:lvl3pPr>
            <a:lvl4pPr>
              <a:spcBef>
                <a:spcPts val="20"/>
              </a:spcBef>
              <a:defRPr sz="1200"/>
            </a:lvl4pPr>
            <a:lvl5pPr>
              <a:spcBef>
                <a:spcPts val="20"/>
              </a:spcBef>
              <a:defRPr sz="1200"/>
            </a:lvl5pPr>
          </a:lstStyle>
          <a:p>
            <a:pPr lvl="0"/>
            <a:r>
              <a:rPr lang="en-GB" noProof="0" dirty="0"/>
              <a:t>Add Text</a:t>
            </a:r>
          </a:p>
          <a:p>
            <a:pPr lvl="1"/>
            <a:r>
              <a:rPr lang="en-GB" noProof="0" dirty="0"/>
              <a:t>Second Level</a:t>
            </a:r>
          </a:p>
        </p:txBody>
      </p:sp>
      <p:sp>
        <p:nvSpPr>
          <p:cNvPr id="12" name="Bildplatzhalter 4">
            <a:extLst>
              <a:ext uri="{FF2B5EF4-FFF2-40B4-BE49-F238E27FC236}">
                <a16:creationId xmlns:a16="http://schemas.microsoft.com/office/drawing/2014/main" id="{4729A6D7-E881-5FD5-1C1E-FD7A660187BE}"/>
              </a:ext>
            </a:extLst>
          </p:cNvPr>
          <p:cNvSpPr>
            <a:spLocks noGrp="1"/>
          </p:cNvSpPr>
          <p:nvPr>
            <p:ph type="pic" sz="quarter" idx="31" hasCustomPrompt="1"/>
          </p:nvPr>
        </p:nvSpPr>
        <p:spPr>
          <a:xfrm>
            <a:off x="8040688" y="1449389"/>
            <a:ext cx="1619250" cy="1692000"/>
          </a:xfrm>
          <a:pattFill prst="lgCheck">
            <a:fgClr>
              <a:schemeClr val="bg1">
                <a:lumMod val="85000"/>
              </a:schemeClr>
            </a:fgClr>
            <a:bgClr>
              <a:schemeClr val="bg1"/>
            </a:bgClr>
          </a:pattFill>
        </p:spPr>
        <p:txBody>
          <a:bodyPr tIns="720000" anchor="ctr"/>
          <a:lstStyle>
            <a:lvl1pPr algn="ctr">
              <a:defRPr sz="1000"/>
            </a:lvl1pPr>
          </a:lstStyle>
          <a:p>
            <a:r>
              <a:rPr lang="en-GB" noProof="0" dirty="0"/>
              <a:t>Add image by tapping on icon</a:t>
            </a:r>
          </a:p>
        </p:txBody>
      </p:sp>
      <p:sp>
        <p:nvSpPr>
          <p:cNvPr id="13" name="Textplatzhalter 19">
            <a:extLst>
              <a:ext uri="{FF2B5EF4-FFF2-40B4-BE49-F238E27FC236}">
                <a16:creationId xmlns:a16="http://schemas.microsoft.com/office/drawing/2014/main" id="{86799E5C-45B4-E8EF-0A33-26FADBDA89C8}"/>
              </a:ext>
            </a:extLst>
          </p:cNvPr>
          <p:cNvSpPr>
            <a:spLocks noGrp="1"/>
          </p:cNvSpPr>
          <p:nvPr>
            <p:ph type="body" sz="quarter" idx="32" hasCustomPrompt="1"/>
          </p:nvPr>
        </p:nvSpPr>
        <p:spPr>
          <a:xfrm>
            <a:off x="8040688" y="3204724"/>
            <a:ext cx="1619995" cy="332288"/>
          </a:xfrm>
        </p:spPr>
        <p:txBody>
          <a:bodyPr/>
          <a:lstStyle>
            <a:lvl1pPr>
              <a:spcBef>
                <a:spcPts val="20"/>
              </a:spcBef>
              <a:defRPr sz="1000"/>
            </a:lvl1pPr>
            <a:lvl2pPr marL="90488" indent="-90488">
              <a:spcBef>
                <a:spcPts val="20"/>
              </a:spcBef>
              <a:defRPr sz="1000"/>
            </a:lvl2pPr>
            <a:lvl3pPr>
              <a:spcBef>
                <a:spcPts val="20"/>
              </a:spcBef>
              <a:defRPr sz="1200"/>
            </a:lvl3pPr>
            <a:lvl4pPr>
              <a:spcBef>
                <a:spcPts val="20"/>
              </a:spcBef>
              <a:defRPr sz="1200"/>
            </a:lvl4pPr>
            <a:lvl5pPr>
              <a:spcBef>
                <a:spcPts val="20"/>
              </a:spcBef>
              <a:defRPr sz="1200"/>
            </a:lvl5pPr>
          </a:lstStyle>
          <a:p>
            <a:pPr lvl="0"/>
            <a:r>
              <a:rPr lang="en-GB" noProof="0" dirty="0"/>
              <a:t>Add Text</a:t>
            </a:r>
          </a:p>
          <a:p>
            <a:pPr lvl="1"/>
            <a:r>
              <a:rPr lang="en-GB" noProof="0" dirty="0"/>
              <a:t>Second Level</a:t>
            </a:r>
          </a:p>
        </p:txBody>
      </p:sp>
      <p:sp>
        <p:nvSpPr>
          <p:cNvPr id="19" name="Bildplatzhalter 4">
            <a:extLst>
              <a:ext uri="{FF2B5EF4-FFF2-40B4-BE49-F238E27FC236}">
                <a16:creationId xmlns:a16="http://schemas.microsoft.com/office/drawing/2014/main" id="{20480596-0358-6167-AD5A-A43149936E4D}"/>
              </a:ext>
            </a:extLst>
          </p:cNvPr>
          <p:cNvSpPr>
            <a:spLocks noGrp="1"/>
          </p:cNvSpPr>
          <p:nvPr>
            <p:ph type="pic" sz="quarter" idx="33" hasCustomPrompt="1"/>
          </p:nvPr>
        </p:nvSpPr>
        <p:spPr>
          <a:xfrm>
            <a:off x="2532062" y="3851999"/>
            <a:ext cx="1620838" cy="1692000"/>
          </a:xfrm>
          <a:pattFill prst="lgCheck">
            <a:fgClr>
              <a:schemeClr val="bg1">
                <a:lumMod val="85000"/>
              </a:schemeClr>
            </a:fgClr>
            <a:bgClr>
              <a:schemeClr val="bg1"/>
            </a:bgClr>
          </a:pattFill>
        </p:spPr>
        <p:txBody>
          <a:bodyPr tIns="720000" anchor="ctr"/>
          <a:lstStyle>
            <a:lvl1pPr algn="ctr">
              <a:defRPr sz="1000"/>
            </a:lvl1pPr>
          </a:lstStyle>
          <a:p>
            <a:r>
              <a:rPr lang="en-GB" noProof="0" dirty="0"/>
              <a:t>Add image by tapping on icon</a:t>
            </a:r>
          </a:p>
        </p:txBody>
      </p:sp>
      <p:sp>
        <p:nvSpPr>
          <p:cNvPr id="26" name="Textplatzhalter 19">
            <a:extLst>
              <a:ext uri="{FF2B5EF4-FFF2-40B4-BE49-F238E27FC236}">
                <a16:creationId xmlns:a16="http://schemas.microsoft.com/office/drawing/2014/main" id="{99EB327B-0262-FA88-4B41-185878FCDBA4}"/>
              </a:ext>
            </a:extLst>
          </p:cNvPr>
          <p:cNvSpPr>
            <a:spLocks noGrp="1"/>
          </p:cNvSpPr>
          <p:nvPr>
            <p:ph type="body" sz="quarter" idx="34" hasCustomPrompt="1"/>
          </p:nvPr>
        </p:nvSpPr>
        <p:spPr>
          <a:xfrm>
            <a:off x="2532062" y="5589240"/>
            <a:ext cx="1620838" cy="332288"/>
          </a:xfrm>
        </p:spPr>
        <p:txBody>
          <a:bodyPr/>
          <a:lstStyle>
            <a:lvl1pPr>
              <a:spcBef>
                <a:spcPts val="20"/>
              </a:spcBef>
              <a:defRPr sz="1000"/>
            </a:lvl1pPr>
            <a:lvl2pPr marL="90488" indent="-90488">
              <a:spcBef>
                <a:spcPts val="20"/>
              </a:spcBef>
              <a:defRPr sz="1000"/>
            </a:lvl2pPr>
            <a:lvl3pPr>
              <a:spcBef>
                <a:spcPts val="20"/>
              </a:spcBef>
              <a:defRPr sz="1200"/>
            </a:lvl3pPr>
            <a:lvl4pPr>
              <a:spcBef>
                <a:spcPts val="20"/>
              </a:spcBef>
              <a:defRPr sz="1200"/>
            </a:lvl4pPr>
            <a:lvl5pPr>
              <a:spcBef>
                <a:spcPts val="20"/>
              </a:spcBef>
              <a:defRPr sz="1200"/>
            </a:lvl5pPr>
          </a:lstStyle>
          <a:p>
            <a:pPr lvl="0"/>
            <a:r>
              <a:rPr lang="en-GB" noProof="0" dirty="0"/>
              <a:t>Add Text</a:t>
            </a:r>
          </a:p>
          <a:p>
            <a:pPr lvl="1"/>
            <a:r>
              <a:rPr lang="en-GB" noProof="0" dirty="0"/>
              <a:t>Second Level</a:t>
            </a:r>
          </a:p>
        </p:txBody>
      </p:sp>
      <p:sp>
        <p:nvSpPr>
          <p:cNvPr id="27" name="Bildplatzhalter 4">
            <a:extLst>
              <a:ext uri="{FF2B5EF4-FFF2-40B4-BE49-F238E27FC236}">
                <a16:creationId xmlns:a16="http://schemas.microsoft.com/office/drawing/2014/main" id="{7383DAC6-063E-B185-1200-CBEAF6F1917B}"/>
              </a:ext>
            </a:extLst>
          </p:cNvPr>
          <p:cNvSpPr>
            <a:spLocks noGrp="1"/>
          </p:cNvSpPr>
          <p:nvPr>
            <p:ph type="pic" sz="quarter" idx="35" hasCustomPrompt="1"/>
          </p:nvPr>
        </p:nvSpPr>
        <p:spPr>
          <a:xfrm>
            <a:off x="6203950" y="3851999"/>
            <a:ext cx="1620837" cy="1692000"/>
          </a:xfrm>
          <a:pattFill prst="lgCheck">
            <a:fgClr>
              <a:schemeClr val="bg1">
                <a:lumMod val="85000"/>
              </a:schemeClr>
            </a:fgClr>
            <a:bgClr>
              <a:schemeClr val="bg1"/>
            </a:bgClr>
          </a:pattFill>
        </p:spPr>
        <p:txBody>
          <a:bodyPr tIns="720000" anchor="ctr"/>
          <a:lstStyle>
            <a:lvl1pPr algn="ctr">
              <a:defRPr sz="1000"/>
            </a:lvl1pPr>
          </a:lstStyle>
          <a:p>
            <a:r>
              <a:rPr lang="en-GB" noProof="0" dirty="0"/>
              <a:t>Add image by tapping on icon</a:t>
            </a:r>
          </a:p>
        </p:txBody>
      </p:sp>
      <p:sp>
        <p:nvSpPr>
          <p:cNvPr id="28" name="Textplatzhalter 19">
            <a:extLst>
              <a:ext uri="{FF2B5EF4-FFF2-40B4-BE49-F238E27FC236}">
                <a16:creationId xmlns:a16="http://schemas.microsoft.com/office/drawing/2014/main" id="{814D2A83-C214-5D3D-33E5-499378F10FD0}"/>
              </a:ext>
            </a:extLst>
          </p:cNvPr>
          <p:cNvSpPr>
            <a:spLocks noGrp="1"/>
          </p:cNvSpPr>
          <p:nvPr>
            <p:ph type="body" sz="quarter" idx="36" hasCustomPrompt="1"/>
          </p:nvPr>
        </p:nvSpPr>
        <p:spPr>
          <a:xfrm>
            <a:off x="6203950" y="5589240"/>
            <a:ext cx="1620837" cy="332288"/>
          </a:xfrm>
        </p:spPr>
        <p:txBody>
          <a:bodyPr/>
          <a:lstStyle>
            <a:lvl1pPr>
              <a:spcBef>
                <a:spcPts val="20"/>
              </a:spcBef>
              <a:defRPr sz="1000"/>
            </a:lvl1pPr>
            <a:lvl2pPr marL="90488" indent="-90488">
              <a:spcBef>
                <a:spcPts val="20"/>
              </a:spcBef>
              <a:defRPr sz="1000"/>
            </a:lvl2pPr>
            <a:lvl3pPr>
              <a:spcBef>
                <a:spcPts val="20"/>
              </a:spcBef>
              <a:defRPr sz="1200"/>
            </a:lvl3pPr>
            <a:lvl4pPr>
              <a:spcBef>
                <a:spcPts val="20"/>
              </a:spcBef>
              <a:defRPr sz="1200"/>
            </a:lvl4pPr>
            <a:lvl5pPr>
              <a:spcBef>
                <a:spcPts val="20"/>
              </a:spcBef>
              <a:defRPr sz="1200"/>
            </a:lvl5pPr>
          </a:lstStyle>
          <a:p>
            <a:pPr lvl="0"/>
            <a:r>
              <a:rPr lang="en-GB" noProof="0" dirty="0"/>
              <a:t>Add Text</a:t>
            </a:r>
          </a:p>
          <a:p>
            <a:pPr lvl="1"/>
            <a:r>
              <a:rPr lang="en-GB" noProof="0" dirty="0"/>
              <a:t>Second Level</a:t>
            </a:r>
          </a:p>
        </p:txBody>
      </p:sp>
      <p:sp>
        <p:nvSpPr>
          <p:cNvPr id="29" name="Bildplatzhalter 4">
            <a:extLst>
              <a:ext uri="{FF2B5EF4-FFF2-40B4-BE49-F238E27FC236}">
                <a16:creationId xmlns:a16="http://schemas.microsoft.com/office/drawing/2014/main" id="{0C7EA178-EA7E-CEB6-BCCA-A6C695A390C4}"/>
              </a:ext>
            </a:extLst>
          </p:cNvPr>
          <p:cNvSpPr>
            <a:spLocks noGrp="1"/>
          </p:cNvSpPr>
          <p:nvPr>
            <p:ph type="pic" sz="quarter" idx="37" hasCustomPrompt="1"/>
          </p:nvPr>
        </p:nvSpPr>
        <p:spPr>
          <a:xfrm>
            <a:off x="9873502" y="3852000"/>
            <a:ext cx="1623171" cy="1692000"/>
          </a:xfrm>
          <a:pattFill prst="lgCheck">
            <a:fgClr>
              <a:schemeClr val="bg1">
                <a:lumMod val="85000"/>
              </a:schemeClr>
            </a:fgClr>
            <a:bgClr>
              <a:schemeClr val="bg1"/>
            </a:bgClr>
          </a:pattFill>
        </p:spPr>
        <p:txBody>
          <a:bodyPr tIns="720000" anchor="ctr"/>
          <a:lstStyle>
            <a:lvl1pPr algn="ctr">
              <a:defRPr sz="1000"/>
            </a:lvl1pPr>
          </a:lstStyle>
          <a:p>
            <a:r>
              <a:rPr lang="en-GB" noProof="0" dirty="0"/>
              <a:t>Add image by tapping on icon</a:t>
            </a:r>
          </a:p>
        </p:txBody>
      </p:sp>
      <p:sp>
        <p:nvSpPr>
          <p:cNvPr id="30" name="Textplatzhalter 19">
            <a:extLst>
              <a:ext uri="{FF2B5EF4-FFF2-40B4-BE49-F238E27FC236}">
                <a16:creationId xmlns:a16="http://schemas.microsoft.com/office/drawing/2014/main" id="{67FC58FF-0434-E3CF-0015-FA751A6F2C40}"/>
              </a:ext>
            </a:extLst>
          </p:cNvPr>
          <p:cNvSpPr>
            <a:spLocks noGrp="1"/>
          </p:cNvSpPr>
          <p:nvPr>
            <p:ph type="body" sz="quarter" idx="38" hasCustomPrompt="1"/>
          </p:nvPr>
        </p:nvSpPr>
        <p:spPr>
          <a:xfrm>
            <a:off x="9874346" y="5589240"/>
            <a:ext cx="1623917" cy="332288"/>
          </a:xfrm>
        </p:spPr>
        <p:txBody>
          <a:bodyPr/>
          <a:lstStyle>
            <a:lvl1pPr>
              <a:spcBef>
                <a:spcPts val="20"/>
              </a:spcBef>
              <a:defRPr sz="1000"/>
            </a:lvl1pPr>
            <a:lvl2pPr marL="90488" indent="-90488">
              <a:spcBef>
                <a:spcPts val="20"/>
              </a:spcBef>
              <a:defRPr sz="1000"/>
            </a:lvl2pPr>
            <a:lvl3pPr>
              <a:spcBef>
                <a:spcPts val="20"/>
              </a:spcBef>
              <a:defRPr sz="1200"/>
            </a:lvl3pPr>
            <a:lvl4pPr>
              <a:spcBef>
                <a:spcPts val="20"/>
              </a:spcBef>
              <a:defRPr sz="1200"/>
            </a:lvl4pPr>
            <a:lvl5pPr>
              <a:spcBef>
                <a:spcPts val="20"/>
              </a:spcBef>
              <a:defRPr sz="1200"/>
            </a:lvl5pPr>
          </a:lstStyle>
          <a:p>
            <a:pPr lvl="0"/>
            <a:r>
              <a:rPr lang="en-GB" noProof="0" dirty="0"/>
              <a:t>Add Text</a:t>
            </a:r>
          </a:p>
          <a:p>
            <a:pPr lvl="1"/>
            <a:r>
              <a:rPr lang="en-GB" noProof="0" dirty="0"/>
              <a:t>Second Level</a:t>
            </a:r>
          </a:p>
        </p:txBody>
      </p:sp>
    </p:spTree>
    <p:extLst>
      <p:ext uri="{BB962C8B-B14F-4D97-AF65-F5344CB8AC3E}">
        <p14:creationId xmlns:p14="http://schemas.microsoft.com/office/powerpoint/2010/main" val="302212163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full sized Images">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23741E83-BB30-B047-80E3-5AFA66909767}" type="datetime1">
              <a:rPr lang="de-CH" noProof="0" smtClean="0"/>
              <a:t>04.02.2025</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US" noProof="0"/>
              <a:t>PSI Centers for Nuclear Engineering and Sciences &amp; Energy and Environmental Sciences</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8" name="Bildplatzhalter 4">
            <a:extLst>
              <a:ext uri="{FF2B5EF4-FFF2-40B4-BE49-F238E27FC236}">
                <a16:creationId xmlns:a16="http://schemas.microsoft.com/office/drawing/2014/main" id="{17580FB4-DD13-1B0D-5A9E-15F0A7CB65B4}"/>
              </a:ext>
            </a:extLst>
          </p:cNvPr>
          <p:cNvSpPr>
            <a:spLocks noGrp="1"/>
          </p:cNvSpPr>
          <p:nvPr>
            <p:ph type="pic" sz="quarter" idx="14" hasCustomPrompt="1"/>
          </p:nvPr>
        </p:nvSpPr>
        <p:spPr>
          <a:xfrm>
            <a:off x="6203948" y="0"/>
            <a:ext cx="5988052" cy="6857999"/>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
        <p:nvSpPr>
          <p:cNvPr id="7" name="Bildplatzhalter 4">
            <a:extLst>
              <a:ext uri="{FF2B5EF4-FFF2-40B4-BE49-F238E27FC236}">
                <a16:creationId xmlns:a16="http://schemas.microsoft.com/office/drawing/2014/main" id="{C1B2C62D-FBA5-44A1-36F5-135381BC9A6B}"/>
              </a:ext>
            </a:extLst>
          </p:cNvPr>
          <p:cNvSpPr>
            <a:spLocks noGrp="1"/>
          </p:cNvSpPr>
          <p:nvPr>
            <p:ph type="pic" sz="quarter" idx="13" hasCustomPrompt="1"/>
          </p:nvPr>
        </p:nvSpPr>
        <p:spPr>
          <a:xfrm>
            <a:off x="0" y="1"/>
            <a:ext cx="5988050" cy="6858000"/>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Tree>
    <p:extLst>
      <p:ext uri="{BB962C8B-B14F-4D97-AF65-F5344CB8AC3E}">
        <p14:creationId xmlns:p14="http://schemas.microsoft.com/office/powerpoint/2010/main" val="413140799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Full sized Image">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E92906FF-7054-164F-8B4B-58D42021A3A3}" type="datetime1">
              <a:rPr lang="de-CH" noProof="0" smtClean="0"/>
              <a:t>04.02.2025</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US" noProof="0"/>
              <a:t>PSI Centers for Nuclear Engineering and Sciences &amp; Energy and Environmental Sciences</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7" name="Bildplatzhalter 4">
            <a:extLst>
              <a:ext uri="{FF2B5EF4-FFF2-40B4-BE49-F238E27FC236}">
                <a16:creationId xmlns:a16="http://schemas.microsoft.com/office/drawing/2014/main" id="{C1B2C62D-FBA5-44A1-36F5-135381BC9A6B}"/>
              </a:ext>
            </a:extLst>
          </p:cNvPr>
          <p:cNvSpPr>
            <a:spLocks noGrp="1"/>
          </p:cNvSpPr>
          <p:nvPr>
            <p:ph type="pic" sz="quarter" idx="13" hasCustomPrompt="1"/>
          </p:nvPr>
        </p:nvSpPr>
        <p:spPr>
          <a:xfrm>
            <a:off x="0" y="1"/>
            <a:ext cx="12192000" cy="6858000"/>
          </a:xfrm>
          <a:pattFill prst="lgCheck">
            <a:fgClr>
              <a:schemeClr val="bg1">
                <a:lumMod val="85000"/>
              </a:schemeClr>
            </a:fgClr>
            <a:bgClr>
              <a:schemeClr val="bg1"/>
            </a:bgClr>
          </a:pattFill>
        </p:spPr>
        <p:txBody>
          <a:bodyPr tIns="720000" anchor="ctr"/>
          <a:lstStyle>
            <a:lvl1pPr algn="ctr">
              <a:defRPr sz="1200"/>
            </a:lvl1pPr>
          </a:lstStyle>
          <a:p>
            <a:r>
              <a:rPr lang="en-GB" noProof="0" dirty="0"/>
              <a:t>Add image by tapping on icon</a:t>
            </a:r>
          </a:p>
        </p:txBody>
      </p:sp>
    </p:spTree>
    <p:extLst>
      <p:ext uri="{BB962C8B-B14F-4D97-AF65-F5344CB8AC3E}">
        <p14:creationId xmlns:p14="http://schemas.microsoft.com/office/powerpoint/2010/main" val="368479264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Add Title</a:t>
            </a:r>
          </a:p>
        </p:txBody>
      </p:sp>
      <p:sp>
        <p:nvSpPr>
          <p:cNvPr id="3" name="Datumsplatzhalter 2">
            <a:extLst>
              <a:ext uri="{FF2B5EF4-FFF2-40B4-BE49-F238E27FC236}">
                <a16:creationId xmlns:a16="http://schemas.microsoft.com/office/drawing/2014/main" id="{9846EAAB-E9CC-4FBB-A777-DFD68618EF51}"/>
              </a:ext>
            </a:extLst>
          </p:cNvPr>
          <p:cNvSpPr>
            <a:spLocks noGrp="1"/>
          </p:cNvSpPr>
          <p:nvPr>
            <p:ph type="dt" sz="half" idx="10"/>
          </p:nvPr>
        </p:nvSpPr>
        <p:spPr/>
        <p:txBody>
          <a:bodyPr/>
          <a:lstStyle/>
          <a:p>
            <a:fld id="{21CE4D77-99D2-A045-A75F-A80F74448C4B}" type="datetime1">
              <a:rPr lang="de-CH" noProof="0" smtClean="0"/>
              <a:t>04.02.2025</a:t>
            </a:fld>
            <a:endParaRPr lang="en-GB" noProof="0" dirty="0"/>
          </a:p>
        </p:txBody>
      </p:sp>
      <p:sp>
        <p:nvSpPr>
          <p:cNvPr id="4" name="Fußzeilenplatzhalter 3">
            <a:extLst>
              <a:ext uri="{FF2B5EF4-FFF2-40B4-BE49-F238E27FC236}">
                <a16:creationId xmlns:a16="http://schemas.microsoft.com/office/drawing/2014/main" id="{4490A60D-3123-4534-B4E1-1B214E40238B}"/>
              </a:ext>
            </a:extLst>
          </p:cNvPr>
          <p:cNvSpPr>
            <a:spLocks noGrp="1"/>
          </p:cNvSpPr>
          <p:nvPr>
            <p:ph type="ftr" sz="quarter" idx="11"/>
          </p:nvPr>
        </p:nvSpPr>
        <p:spPr/>
        <p:txBody>
          <a:bodyPr/>
          <a:lstStyle/>
          <a:p>
            <a:r>
              <a:rPr lang="en-US" noProof="0"/>
              <a:t>PSI Centers for Nuclear Engineering and Sciences &amp; Energy and Environmental Sciences</a:t>
            </a:r>
            <a:endParaRPr lang="en-GB" noProof="0" dirty="0"/>
          </a:p>
        </p:txBody>
      </p:sp>
      <p:sp>
        <p:nvSpPr>
          <p:cNvPr id="5" name="Foliennummernplatzhalter 4">
            <a:extLst>
              <a:ext uri="{FF2B5EF4-FFF2-40B4-BE49-F238E27FC236}">
                <a16:creationId xmlns:a16="http://schemas.microsoft.com/office/drawing/2014/main" id="{9CA66DD1-3165-483D-99FB-202ADC04E1F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Tree>
    <p:extLst>
      <p:ext uri="{BB962C8B-B14F-4D97-AF65-F5344CB8AC3E}">
        <p14:creationId xmlns:p14="http://schemas.microsoft.com/office/powerpoint/2010/main" val="383798440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B84E75BB-61FF-4F7E-9CDB-A5E34775C9B4}"/>
              </a:ext>
            </a:extLst>
          </p:cNvPr>
          <p:cNvSpPr>
            <a:spLocks noGrp="1"/>
          </p:cNvSpPr>
          <p:nvPr>
            <p:ph type="dt" sz="half" idx="10"/>
          </p:nvPr>
        </p:nvSpPr>
        <p:spPr/>
        <p:txBody>
          <a:bodyPr/>
          <a:lstStyle/>
          <a:p>
            <a:fld id="{CD8DDFD9-AABC-954B-9818-FDF9A4DE612B}" type="datetime1">
              <a:rPr lang="de-CH" noProof="0" smtClean="0"/>
              <a:t>04.02.2025</a:t>
            </a:fld>
            <a:endParaRPr lang="en-GB" noProof="0" dirty="0"/>
          </a:p>
        </p:txBody>
      </p:sp>
      <p:sp>
        <p:nvSpPr>
          <p:cNvPr id="3" name="Fußzeilenplatzhalter 2">
            <a:extLst>
              <a:ext uri="{FF2B5EF4-FFF2-40B4-BE49-F238E27FC236}">
                <a16:creationId xmlns:a16="http://schemas.microsoft.com/office/drawing/2014/main" id="{B909AB7D-DBAB-4FFF-BA65-85B952116264}"/>
              </a:ext>
            </a:extLst>
          </p:cNvPr>
          <p:cNvSpPr>
            <a:spLocks noGrp="1"/>
          </p:cNvSpPr>
          <p:nvPr>
            <p:ph type="ftr" sz="quarter" idx="11"/>
          </p:nvPr>
        </p:nvSpPr>
        <p:spPr/>
        <p:txBody>
          <a:bodyPr/>
          <a:lstStyle/>
          <a:p>
            <a:r>
              <a:rPr lang="en-US" noProof="0"/>
              <a:t>PSI Centers for Nuclear Engineering and Sciences &amp; Energy and Environmental Sciences</a:t>
            </a:r>
            <a:endParaRPr lang="en-GB" noProof="0" dirty="0"/>
          </a:p>
        </p:txBody>
      </p:sp>
      <p:sp>
        <p:nvSpPr>
          <p:cNvPr id="4" name="Foliennummernplatzhalter 3">
            <a:extLst>
              <a:ext uri="{FF2B5EF4-FFF2-40B4-BE49-F238E27FC236}">
                <a16:creationId xmlns:a16="http://schemas.microsoft.com/office/drawing/2014/main" id="{EB9B7570-0B3E-4F91-B744-978CA7BDE965}"/>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Tree>
    <p:extLst>
      <p:ext uri="{BB962C8B-B14F-4D97-AF65-F5344CB8AC3E}">
        <p14:creationId xmlns:p14="http://schemas.microsoft.com/office/powerpoint/2010/main" val="400544614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Full_Width Text">
    <p:spTree>
      <p:nvGrpSpPr>
        <p:cNvPr id="1" name=""/>
        <p:cNvGrpSpPr/>
        <p:nvPr/>
      </p:nvGrpSpPr>
      <p:grpSpPr>
        <a:xfrm>
          <a:off x="0" y="0"/>
          <a:ext cx="0" cy="0"/>
          <a:chOff x="0" y="0"/>
          <a:chExt cx="0" cy="0"/>
        </a:xfrm>
      </p:grpSpPr>
      <p:sp>
        <p:nvSpPr>
          <p:cNvPr id="6" name="Title Placeholder 2">
            <a:extLst>
              <a:ext uri="{FF2B5EF4-FFF2-40B4-BE49-F238E27FC236}">
                <a16:creationId xmlns:a16="http://schemas.microsoft.com/office/drawing/2014/main" id="{B2840450-2944-8D42-AF64-5D110D3CD9CF}"/>
              </a:ext>
            </a:extLst>
          </p:cNvPr>
          <p:cNvSpPr>
            <a:spLocks noGrp="1"/>
          </p:cNvSpPr>
          <p:nvPr>
            <p:ph type="title" hasCustomPrompt="1"/>
          </p:nvPr>
        </p:nvSpPr>
        <p:spPr>
          <a:xfrm>
            <a:off x="360000" y="360000"/>
            <a:ext cx="11510008" cy="492443"/>
          </a:xfrm>
          <a:prstGeom prst="rect">
            <a:avLst/>
          </a:prstGeom>
        </p:spPr>
        <p:txBody>
          <a:bodyPr vert="horz" lIns="0" tIns="0" rIns="0" bIns="0" rtlCol="0" anchor="t" anchorCtr="0">
            <a:normAutofit/>
          </a:bodyPr>
          <a:lstStyle/>
          <a:p>
            <a:r>
              <a:rPr lang="en-US" dirty="0"/>
              <a:t>TITLE</a:t>
            </a:r>
            <a:endParaRPr lang="en-GB" dirty="0"/>
          </a:p>
        </p:txBody>
      </p:sp>
      <p:sp>
        <p:nvSpPr>
          <p:cNvPr id="2" name="Slide Number Placeholder 1">
            <a:extLst>
              <a:ext uri="{FF2B5EF4-FFF2-40B4-BE49-F238E27FC236}">
                <a16:creationId xmlns:a16="http://schemas.microsoft.com/office/drawing/2014/main" id="{47C8DEEE-6B2C-884B-907C-0BC6929126E9}"/>
              </a:ext>
            </a:extLst>
          </p:cNvPr>
          <p:cNvSpPr>
            <a:spLocks noGrp="1"/>
          </p:cNvSpPr>
          <p:nvPr>
            <p:ph type="sldNum" sz="quarter" idx="19"/>
          </p:nvPr>
        </p:nvSpPr>
        <p:spPr/>
        <p:txBody>
          <a:bodyPr/>
          <a:lstStyle/>
          <a:p>
            <a:fld id="{28A3D32B-9EE4-634E-8394-5B7C42BAEC12}" type="slidenum">
              <a:rPr lang="en-US" smtClean="0"/>
              <a:t>‹#›</a:t>
            </a:fld>
            <a:endParaRPr lang="en-US"/>
          </a:p>
        </p:txBody>
      </p:sp>
      <p:sp>
        <p:nvSpPr>
          <p:cNvPr id="4" name="Content Placeholder 3">
            <a:extLst>
              <a:ext uri="{FF2B5EF4-FFF2-40B4-BE49-F238E27FC236}">
                <a16:creationId xmlns:a16="http://schemas.microsoft.com/office/drawing/2014/main" id="{046F6CD0-AB2A-C63F-84BF-6C8D4D9CA27A}"/>
              </a:ext>
            </a:extLst>
          </p:cNvPr>
          <p:cNvSpPr>
            <a:spLocks noGrp="1"/>
          </p:cNvSpPr>
          <p:nvPr>
            <p:ph sz="quarter" idx="20"/>
          </p:nvPr>
        </p:nvSpPr>
        <p:spPr>
          <a:xfrm>
            <a:off x="359731" y="1270000"/>
            <a:ext cx="11510007" cy="4699000"/>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
            <a:extLst>
              <a:ext uri="{FF2B5EF4-FFF2-40B4-BE49-F238E27FC236}">
                <a16:creationId xmlns:a16="http://schemas.microsoft.com/office/drawing/2014/main" id="{134BBB2A-4CA5-2A14-2D45-07108D824470}"/>
              </a:ext>
            </a:extLst>
          </p:cNvPr>
          <p:cNvSpPr txBox="1"/>
          <p:nvPr userDrawn="1"/>
        </p:nvSpPr>
        <p:spPr>
          <a:xfrm>
            <a:off x="2364828" y="6589986"/>
            <a:ext cx="184731" cy="369332"/>
          </a:xfrm>
          <a:prstGeom prst="rect">
            <a:avLst/>
          </a:prstGeom>
          <a:noFill/>
        </p:spPr>
        <p:txBody>
          <a:bodyPr wrap="none" rtlCol="0">
            <a:spAutoFit/>
          </a:bodyPr>
          <a:lstStyle/>
          <a:p>
            <a:endParaRPr lang="en-CH" dirty="0"/>
          </a:p>
        </p:txBody>
      </p:sp>
    </p:spTree>
    <p:extLst>
      <p:ext uri="{BB962C8B-B14F-4D97-AF65-F5344CB8AC3E}">
        <p14:creationId xmlns:p14="http://schemas.microsoft.com/office/powerpoint/2010/main" val="283135618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Text 2 Columns">
    <p:spTree>
      <p:nvGrpSpPr>
        <p:cNvPr id="1" name=""/>
        <p:cNvGrpSpPr/>
        <p:nvPr/>
      </p:nvGrpSpPr>
      <p:grpSpPr>
        <a:xfrm>
          <a:off x="0" y="0"/>
          <a:ext cx="0" cy="0"/>
          <a:chOff x="0" y="0"/>
          <a:chExt cx="0" cy="0"/>
        </a:xfrm>
      </p:grpSpPr>
      <p:sp>
        <p:nvSpPr>
          <p:cNvPr id="6" name="Title Placeholder 2">
            <a:extLst>
              <a:ext uri="{FF2B5EF4-FFF2-40B4-BE49-F238E27FC236}">
                <a16:creationId xmlns:a16="http://schemas.microsoft.com/office/drawing/2014/main" id="{B2840450-2944-8D42-AF64-5D110D3CD9CF}"/>
              </a:ext>
            </a:extLst>
          </p:cNvPr>
          <p:cNvSpPr>
            <a:spLocks noGrp="1"/>
          </p:cNvSpPr>
          <p:nvPr>
            <p:ph type="title" hasCustomPrompt="1"/>
          </p:nvPr>
        </p:nvSpPr>
        <p:spPr>
          <a:xfrm>
            <a:off x="360000" y="360000"/>
            <a:ext cx="11510008" cy="492443"/>
          </a:xfrm>
          <a:prstGeom prst="rect">
            <a:avLst/>
          </a:prstGeom>
        </p:spPr>
        <p:txBody>
          <a:bodyPr vert="horz" lIns="0" tIns="0" rIns="0" bIns="0" rtlCol="0" anchor="t" anchorCtr="0">
            <a:normAutofit/>
          </a:bodyPr>
          <a:lstStyle/>
          <a:p>
            <a:r>
              <a:rPr lang="en-US" dirty="0"/>
              <a:t>TITLE</a:t>
            </a:r>
            <a:endParaRPr lang="en-GB" dirty="0"/>
          </a:p>
        </p:txBody>
      </p:sp>
      <p:sp>
        <p:nvSpPr>
          <p:cNvPr id="2" name="Slide Number Placeholder 1">
            <a:extLst>
              <a:ext uri="{FF2B5EF4-FFF2-40B4-BE49-F238E27FC236}">
                <a16:creationId xmlns:a16="http://schemas.microsoft.com/office/drawing/2014/main" id="{47C8DEEE-6B2C-884B-907C-0BC6929126E9}"/>
              </a:ext>
            </a:extLst>
          </p:cNvPr>
          <p:cNvSpPr>
            <a:spLocks noGrp="1"/>
          </p:cNvSpPr>
          <p:nvPr>
            <p:ph type="sldNum" sz="quarter" idx="19"/>
          </p:nvPr>
        </p:nvSpPr>
        <p:spPr/>
        <p:txBody>
          <a:bodyPr/>
          <a:lstStyle/>
          <a:p>
            <a:fld id="{28A3D32B-9EE4-634E-8394-5B7C42BAEC12}" type="slidenum">
              <a:rPr lang="en-US" smtClean="0"/>
              <a:t>‹#›</a:t>
            </a:fld>
            <a:endParaRPr lang="en-US"/>
          </a:p>
        </p:txBody>
      </p:sp>
      <p:sp>
        <p:nvSpPr>
          <p:cNvPr id="4" name="Content Placeholder 3">
            <a:extLst>
              <a:ext uri="{FF2B5EF4-FFF2-40B4-BE49-F238E27FC236}">
                <a16:creationId xmlns:a16="http://schemas.microsoft.com/office/drawing/2014/main" id="{046F6CD0-AB2A-C63F-84BF-6C8D4D9CA27A}"/>
              </a:ext>
            </a:extLst>
          </p:cNvPr>
          <p:cNvSpPr>
            <a:spLocks noGrp="1"/>
          </p:cNvSpPr>
          <p:nvPr>
            <p:ph sz="quarter" idx="20"/>
          </p:nvPr>
        </p:nvSpPr>
        <p:spPr>
          <a:xfrm>
            <a:off x="359731" y="1270000"/>
            <a:ext cx="5736269" cy="4699000"/>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3">
            <a:extLst>
              <a:ext uri="{FF2B5EF4-FFF2-40B4-BE49-F238E27FC236}">
                <a16:creationId xmlns:a16="http://schemas.microsoft.com/office/drawing/2014/main" id="{C0FA4AEA-9FF5-A3E7-83C3-97D6554BA956}"/>
              </a:ext>
            </a:extLst>
          </p:cNvPr>
          <p:cNvSpPr>
            <a:spLocks noGrp="1"/>
          </p:cNvSpPr>
          <p:nvPr>
            <p:ph sz="quarter" idx="21"/>
          </p:nvPr>
        </p:nvSpPr>
        <p:spPr>
          <a:xfrm>
            <a:off x="6133739" y="1270000"/>
            <a:ext cx="5736269" cy="4699000"/>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818040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1" y="1122363"/>
            <a:ext cx="9144000" cy="2387600"/>
          </a:xfrm>
        </p:spPr>
        <p:txBody>
          <a:bodyPr anchor="b"/>
          <a:lstStyle>
            <a:lvl1pPr algn="ctr">
              <a:defRPr sz="5997"/>
            </a:lvl1pPr>
          </a:lstStyle>
          <a:p>
            <a:r>
              <a:rPr lang="en-US"/>
              <a:t>Click to edit Master title style</a:t>
            </a:r>
          </a:p>
        </p:txBody>
      </p:sp>
      <p:sp>
        <p:nvSpPr>
          <p:cNvPr id="3" name="Subtitle 2"/>
          <p:cNvSpPr>
            <a:spLocks noGrp="1"/>
          </p:cNvSpPr>
          <p:nvPr>
            <p:ph type="subTitle" idx="1"/>
          </p:nvPr>
        </p:nvSpPr>
        <p:spPr>
          <a:xfrm>
            <a:off x="1524001" y="3602038"/>
            <a:ext cx="9144000" cy="1655762"/>
          </a:xfrm>
        </p:spPr>
        <p:txBody>
          <a:bodyPr/>
          <a:lstStyle>
            <a:lvl1pPr marL="0" indent="0" algn="ctr">
              <a:buNone/>
              <a:defRPr sz="2399"/>
            </a:lvl1pPr>
            <a:lvl2pPr marL="456971" indent="0" algn="ctr">
              <a:buNone/>
              <a:defRPr sz="1999"/>
            </a:lvl2pPr>
            <a:lvl3pPr marL="913943" indent="0" algn="ctr">
              <a:buNone/>
              <a:defRPr sz="1799"/>
            </a:lvl3pPr>
            <a:lvl4pPr marL="1370914" indent="0" algn="ctr">
              <a:buNone/>
              <a:defRPr sz="1599"/>
            </a:lvl4pPr>
            <a:lvl5pPr marL="1827886" indent="0" algn="ctr">
              <a:buNone/>
              <a:defRPr sz="1599"/>
            </a:lvl5pPr>
            <a:lvl6pPr marL="2284857" indent="0" algn="ctr">
              <a:buNone/>
              <a:defRPr sz="1599"/>
            </a:lvl6pPr>
            <a:lvl7pPr marL="2741828" indent="0" algn="ctr">
              <a:buNone/>
              <a:defRPr sz="1599"/>
            </a:lvl7pPr>
            <a:lvl8pPr marL="3198800" indent="0" algn="ctr">
              <a:buNone/>
              <a:defRPr sz="1599"/>
            </a:lvl8pPr>
            <a:lvl9pPr marL="3655771" indent="0" algn="ctr">
              <a:buNone/>
              <a:defRPr sz="1599"/>
            </a:lvl9pPr>
          </a:lstStyle>
          <a:p>
            <a:r>
              <a:rPr lang="en-US"/>
              <a:t>Click to edit Master subtitle style</a:t>
            </a:r>
          </a:p>
        </p:txBody>
      </p:sp>
      <p:sp>
        <p:nvSpPr>
          <p:cNvPr id="6" name="Slide Number Placeholder 5"/>
          <p:cNvSpPr>
            <a:spLocks noGrp="1"/>
          </p:cNvSpPr>
          <p:nvPr>
            <p:ph type="sldNum" sz="quarter" idx="12"/>
          </p:nvPr>
        </p:nvSpPr>
        <p:spPr/>
        <p:txBody>
          <a:bodyPr/>
          <a:lstStyle/>
          <a:p>
            <a:fld id="{AC5AAF23-B1E3-4AE5-95B0-7F034DD1AB5C}" type="slidenum">
              <a:rPr lang="en-US" smtClean="0"/>
              <a:t>‹#›</a:t>
            </a:fld>
            <a:endParaRPr lang="en-US"/>
          </a:p>
        </p:txBody>
      </p:sp>
      <p:sp>
        <p:nvSpPr>
          <p:cNvPr id="7" name="Date Placeholder 6">
            <a:extLst>
              <a:ext uri="{FF2B5EF4-FFF2-40B4-BE49-F238E27FC236}">
                <a16:creationId xmlns:a16="http://schemas.microsoft.com/office/drawing/2014/main" id="{E8C6BEF6-E304-48B7-9D07-A55EEBCAD06F}"/>
              </a:ext>
            </a:extLst>
          </p:cNvPr>
          <p:cNvSpPr>
            <a:spLocks noGrp="1"/>
          </p:cNvSpPr>
          <p:nvPr>
            <p:ph type="dt" sz="half" idx="13"/>
          </p:nvPr>
        </p:nvSpPr>
        <p:spPr/>
        <p:txBody>
          <a:bodyPr/>
          <a:lstStyle/>
          <a:p>
            <a:r>
              <a:rPr lang="en-US"/>
              <a:t>6 March 2024</a:t>
            </a:r>
          </a:p>
        </p:txBody>
      </p:sp>
      <p:sp>
        <p:nvSpPr>
          <p:cNvPr id="8" name="Footer Placeholder 7">
            <a:extLst>
              <a:ext uri="{FF2B5EF4-FFF2-40B4-BE49-F238E27FC236}">
                <a16:creationId xmlns:a16="http://schemas.microsoft.com/office/drawing/2014/main" id="{D23F65A2-812E-477C-BA10-FE3E55110649}"/>
              </a:ext>
            </a:extLst>
          </p:cNvPr>
          <p:cNvSpPr>
            <a:spLocks noGrp="1"/>
          </p:cNvSpPr>
          <p:nvPr>
            <p:ph type="ftr" sz="quarter" idx="14"/>
          </p:nvPr>
        </p:nvSpPr>
        <p:spPr/>
        <p:txBody>
          <a:bodyPr/>
          <a:lstStyle/>
          <a:p>
            <a:r>
              <a:rPr lang="en-US"/>
              <a:t>Bernhard Steubing and Romain Sacchi</a:t>
            </a:r>
          </a:p>
        </p:txBody>
      </p:sp>
    </p:spTree>
    <p:extLst>
      <p:ext uri="{BB962C8B-B14F-4D97-AF65-F5344CB8AC3E}">
        <p14:creationId xmlns:p14="http://schemas.microsoft.com/office/powerpoint/2010/main" val="227386007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6" name="Title Placeholder 2">
            <a:extLst>
              <a:ext uri="{FF2B5EF4-FFF2-40B4-BE49-F238E27FC236}">
                <a16:creationId xmlns:a16="http://schemas.microsoft.com/office/drawing/2014/main" id="{B2840450-2944-8D42-AF64-5D110D3CD9CF}"/>
              </a:ext>
            </a:extLst>
          </p:cNvPr>
          <p:cNvSpPr>
            <a:spLocks noGrp="1"/>
          </p:cNvSpPr>
          <p:nvPr>
            <p:ph type="title" hasCustomPrompt="1"/>
          </p:nvPr>
        </p:nvSpPr>
        <p:spPr>
          <a:xfrm>
            <a:off x="360000" y="360000"/>
            <a:ext cx="11510008" cy="492443"/>
          </a:xfrm>
          <a:prstGeom prst="rect">
            <a:avLst/>
          </a:prstGeom>
        </p:spPr>
        <p:txBody>
          <a:bodyPr vert="horz" lIns="0" tIns="0" rIns="0" bIns="0" rtlCol="0" anchor="t" anchorCtr="0">
            <a:normAutofit/>
          </a:bodyPr>
          <a:lstStyle/>
          <a:p>
            <a:r>
              <a:rPr lang="en-US" dirty="0"/>
              <a:t>TITLE</a:t>
            </a:r>
            <a:endParaRPr lang="en-GB" dirty="0"/>
          </a:p>
        </p:txBody>
      </p:sp>
      <p:sp>
        <p:nvSpPr>
          <p:cNvPr id="2" name="Slide Number Placeholder 1">
            <a:extLst>
              <a:ext uri="{FF2B5EF4-FFF2-40B4-BE49-F238E27FC236}">
                <a16:creationId xmlns:a16="http://schemas.microsoft.com/office/drawing/2014/main" id="{47C8DEEE-6B2C-884B-907C-0BC6929126E9}"/>
              </a:ext>
            </a:extLst>
          </p:cNvPr>
          <p:cNvSpPr>
            <a:spLocks noGrp="1"/>
          </p:cNvSpPr>
          <p:nvPr>
            <p:ph type="sldNum" sz="quarter" idx="19"/>
          </p:nvPr>
        </p:nvSpPr>
        <p:spPr/>
        <p:txBody>
          <a:bodyPr/>
          <a:lstStyle/>
          <a:p>
            <a:fld id="{28A3D32B-9EE4-634E-8394-5B7C42BAEC12}" type="slidenum">
              <a:rPr lang="en-US" smtClean="0"/>
              <a:t>‹#›</a:t>
            </a:fld>
            <a:endParaRPr lang="en-US"/>
          </a:p>
        </p:txBody>
      </p:sp>
    </p:spTree>
    <p:extLst>
      <p:ext uri="{BB962C8B-B14F-4D97-AF65-F5344CB8AC3E}">
        <p14:creationId xmlns:p14="http://schemas.microsoft.com/office/powerpoint/2010/main" val="35367268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3 Text">
    <p:spTree>
      <p:nvGrpSpPr>
        <p:cNvPr id="1" name=""/>
        <p:cNvGrpSpPr/>
        <p:nvPr/>
      </p:nvGrpSpPr>
      <p:grpSpPr>
        <a:xfrm>
          <a:off x="0" y="0"/>
          <a:ext cx="0" cy="0"/>
          <a:chOff x="0" y="0"/>
          <a:chExt cx="0" cy="0"/>
        </a:xfrm>
      </p:grpSpPr>
      <p:sp>
        <p:nvSpPr>
          <p:cNvPr id="6" name="Title Placeholder 2">
            <a:extLst>
              <a:ext uri="{FF2B5EF4-FFF2-40B4-BE49-F238E27FC236}">
                <a16:creationId xmlns:a16="http://schemas.microsoft.com/office/drawing/2014/main" id="{B2840450-2944-8D42-AF64-5D110D3CD9CF}"/>
              </a:ext>
            </a:extLst>
          </p:cNvPr>
          <p:cNvSpPr>
            <a:spLocks noGrp="1"/>
          </p:cNvSpPr>
          <p:nvPr>
            <p:ph type="title" hasCustomPrompt="1"/>
          </p:nvPr>
        </p:nvSpPr>
        <p:spPr>
          <a:xfrm>
            <a:off x="360000" y="360000"/>
            <a:ext cx="11510008" cy="492443"/>
          </a:xfrm>
          <a:prstGeom prst="rect">
            <a:avLst/>
          </a:prstGeom>
        </p:spPr>
        <p:txBody>
          <a:bodyPr vert="horz" lIns="0" tIns="0" rIns="0" bIns="0" rtlCol="0" anchor="t" anchorCtr="0">
            <a:normAutofit/>
          </a:bodyPr>
          <a:lstStyle/>
          <a:p>
            <a:r>
              <a:rPr lang="en-US" dirty="0"/>
              <a:t>TITLE</a:t>
            </a:r>
            <a:endParaRPr lang="en-GB" dirty="0"/>
          </a:p>
        </p:txBody>
      </p:sp>
      <p:sp>
        <p:nvSpPr>
          <p:cNvPr id="2" name="Slide Number Placeholder 1">
            <a:extLst>
              <a:ext uri="{FF2B5EF4-FFF2-40B4-BE49-F238E27FC236}">
                <a16:creationId xmlns:a16="http://schemas.microsoft.com/office/drawing/2014/main" id="{47C8DEEE-6B2C-884B-907C-0BC6929126E9}"/>
              </a:ext>
            </a:extLst>
          </p:cNvPr>
          <p:cNvSpPr>
            <a:spLocks noGrp="1"/>
          </p:cNvSpPr>
          <p:nvPr>
            <p:ph type="sldNum" sz="quarter" idx="19"/>
          </p:nvPr>
        </p:nvSpPr>
        <p:spPr/>
        <p:txBody>
          <a:bodyPr/>
          <a:lstStyle/>
          <a:p>
            <a:fld id="{28A3D32B-9EE4-634E-8394-5B7C42BAEC12}" type="slidenum">
              <a:rPr lang="en-US" smtClean="0"/>
              <a:t>‹#›</a:t>
            </a:fld>
            <a:endParaRPr lang="en-US"/>
          </a:p>
        </p:txBody>
      </p:sp>
      <p:sp>
        <p:nvSpPr>
          <p:cNvPr id="4" name="Content Placeholder 3">
            <a:extLst>
              <a:ext uri="{FF2B5EF4-FFF2-40B4-BE49-F238E27FC236}">
                <a16:creationId xmlns:a16="http://schemas.microsoft.com/office/drawing/2014/main" id="{046F6CD0-AB2A-C63F-84BF-6C8D4D9CA27A}"/>
              </a:ext>
            </a:extLst>
          </p:cNvPr>
          <p:cNvSpPr>
            <a:spLocks noGrp="1"/>
          </p:cNvSpPr>
          <p:nvPr>
            <p:ph sz="quarter" idx="20"/>
          </p:nvPr>
        </p:nvSpPr>
        <p:spPr>
          <a:xfrm>
            <a:off x="359731" y="1270000"/>
            <a:ext cx="4249591" cy="4699000"/>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1728869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2 Text">
    <p:spTree>
      <p:nvGrpSpPr>
        <p:cNvPr id="1" name=""/>
        <p:cNvGrpSpPr/>
        <p:nvPr/>
      </p:nvGrpSpPr>
      <p:grpSpPr>
        <a:xfrm>
          <a:off x="0" y="0"/>
          <a:ext cx="0" cy="0"/>
          <a:chOff x="0" y="0"/>
          <a:chExt cx="0" cy="0"/>
        </a:xfrm>
      </p:grpSpPr>
      <p:sp>
        <p:nvSpPr>
          <p:cNvPr id="6" name="Title Placeholder 2">
            <a:extLst>
              <a:ext uri="{FF2B5EF4-FFF2-40B4-BE49-F238E27FC236}">
                <a16:creationId xmlns:a16="http://schemas.microsoft.com/office/drawing/2014/main" id="{B2840450-2944-8D42-AF64-5D110D3CD9CF}"/>
              </a:ext>
            </a:extLst>
          </p:cNvPr>
          <p:cNvSpPr>
            <a:spLocks noGrp="1"/>
          </p:cNvSpPr>
          <p:nvPr>
            <p:ph type="title" hasCustomPrompt="1"/>
          </p:nvPr>
        </p:nvSpPr>
        <p:spPr>
          <a:xfrm>
            <a:off x="360000" y="360000"/>
            <a:ext cx="11510008" cy="492443"/>
          </a:xfrm>
          <a:prstGeom prst="rect">
            <a:avLst/>
          </a:prstGeom>
        </p:spPr>
        <p:txBody>
          <a:bodyPr vert="horz" lIns="0" tIns="0" rIns="0" bIns="0" rtlCol="0" anchor="t" anchorCtr="0">
            <a:normAutofit/>
          </a:bodyPr>
          <a:lstStyle/>
          <a:p>
            <a:r>
              <a:rPr lang="en-US" dirty="0"/>
              <a:t>TITLE</a:t>
            </a:r>
            <a:endParaRPr lang="en-GB" dirty="0"/>
          </a:p>
        </p:txBody>
      </p:sp>
      <p:sp>
        <p:nvSpPr>
          <p:cNvPr id="2" name="Slide Number Placeholder 1">
            <a:extLst>
              <a:ext uri="{FF2B5EF4-FFF2-40B4-BE49-F238E27FC236}">
                <a16:creationId xmlns:a16="http://schemas.microsoft.com/office/drawing/2014/main" id="{47C8DEEE-6B2C-884B-907C-0BC6929126E9}"/>
              </a:ext>
            </a:extLst>
          </p:cNvPr>
          <p:cNvSpPr>
            <a:spLocks noGrp="1"/>
          </p:cNvSpPr>
          <p:nvPr>
            <p:ph type="sldNum" sz="quarter" idx="19"/>
          </p:nvPr>
        </p:nvSpPr>
        <p:spPr/>
        <p:txBody>
          <a:bodyPr/>
          <a:lstStyle/>
          <a:p>
            <a:fld id="{28A3D32B-9EE4-634E-8394-5B7C42BAEC12}" type="slidenum">
              <a:rPr lang="en-US" smtClean="0"/>
              <a:t>‹#›</a:t>
            </a:fld>
            <a:endParaRPr lang="en-US"/>
          </a:p>
        </p:txBody>
      </p:sp>
      <p:sp>
        <p:nvSpPr>
          <p:cNvPr id="4" name="Content Placeholder 3">
            <a:extLst>
              <a:ext uri="{FF2B5EF4-FFF2-40B4-BE49-F238E27FC236}">
                <a16:creationId xmlns:a16="http://schemas.microsoft.com/office/drawing/2014/main" id="{046F6CD0-AB2A-C63F-84BF-6C8D4D9CA27A}"/>
              </a:ext>
            </a:extLst>
          </p:cNvPr>
          <p:cNvSpPr>
            <a:spLocks noGrp="1"/>
          </p:cNvSpPr>
          <p:nvPr>
            <p:ph sz="quarter" idx="20"/>
          </p:nvPr>
        </p:nvSpPr>
        <p:spPr>
          <a:xfrm>
            <a:off x="359731" y="1270000"/>
            <a:ext cx="5736269" cy="4699000"/>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8188807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2/3 Text">
    <p:spTree>
      <p:nvGrpSpPr>
        <p:cNvPr id="1" name=""/>
        <p:cNvGrpSpPr/>
        <p:nvPr/>
      </p:nvGrpSpPr>
      <p:grpSpPr>
        <a:xfrm>
          <a:off x="0" y="0"/>
          <a:ext cx="0" cy="0"/>
          <a:chOff x="0" y="0"/>
          <a:chExt cx="0" cy="0"/>
        </a:xfrm>
      </p:grpSpPr>
      <p:sp>
        <p:nvSpPr>
          <p:cNvPr id="6" name="Title Placeholder 2">
            <a:extLst>
              <a:ext uri="{FF2B5EF4-FFF2-40B4-BE49-F238E27FC236}">
                <a16:creationId xmlns:a16="http://schemas.microsoft.com/office/drawing/2014/main" id="{B2840450-2944-8D42-AF64-5D110D3CD9CF}"/>
              </a:ext>
            </a:extLst>
          </p:cNvPr>
          <p:cNvSpPr>
            <a:spLocks noGrp="1"/>
          </p:cNvSpPr>
          <p:nvPr>
            <p:ph type="title" hasCustomPrompt="1"/>
          </p:nvPr>
        </p:nvSpPr>
        <p:spPr>
          <a:xfrm>
            <a:off x="360000" y="360000"/>
            <a:ext cx="11510008" cy="492443"/>
          </a:xfrm>
          <a:prstGeom prst="rect">
            <a:avLst/>
          </a:prstGeom>
        </p:spPr>
        <p:txBody>
          <a:bodyPr vert="horz" lIns="0" tIns="0" rIns="0" bIns="0" rtlCol="0" anchor="t" anchorCtr="0">
            <a:normAutofit/>
          </a:bodyPr>
          <a:lstStyle/>
          <a:p>
            <a:r>
              <a:rPr lang="en-US" dirty="0"/>
              <a:t>TITLE</a:t>
            </a:r>
            <a:endParaRPr lang="en-GB" dirty="0"/>
          </a:p>
        </p:txBody>
      </p:sp>
      <p:sp>
        <p:nvSpPr>
          <p:cNvPr id="2" name="Slide Number Placeholder 1">
            <a:extLst>
              <a:ext uri="{FF2B5EF4-FFF2-40B4-BE49-F238E27FC236}">
                <a16:creationId xmlns:a16="http://schemas.microsoft.com/office/drawing/2014/main" id="{47C8DEEE-6B2C-884B-907C-0BC6929126E9}"/>
              </a:ext>
            </a:extLst>
          </p:cNvPr>
          <p:cNvSpPr>
            <a:spLocks noGrp="1"/>
          </p:cNvSpPr>
          <p:nvPr>
            <p:ph type="sldNum" sz="quarter" idx="19"/>
          </p:nvPr>
        </p:nvSpPr>
        <p:spPr/>
        <p:txBody>
          <a:bodyPr/>
          <a:lstStyle/>
          <a:p>
            <a:fld id="{28A3D32B-9EE4-634E-8394-5B7C42BAEC12}" type="slidenum">
              <a:rPr lang="en-US" smtClean="0"/>
              <a:t>‹#›</a:t>
            </a:fld>
            <a:endParaRPr lang="en-US"/>
          </a:p>
        </p:txBody>
      </p:sp>
      <p:sp>
        <p:nvSpPr>
          <p:cNvPr id="4" name="Content Placeholder 3">
            <a:extLst>
              <a:ext uri="{FF2B5EF4-FFF2-40B4-BE49-F238E27FC236}">
                <a16:creationId xmlns:a16="http://schemas.microsoft.com/office/drawing/2014/main" id="{046F6CD0-AB2A-C63F-84BF-6C8D4D9CA27A}"/>
              </a:ext>
            </a:extLst>
          </p:cNvPr>
          <p:cNvSpPr>
            <a:spLocks noGrp="1"/>
          </p:cNvSpPr>
          <p:nvPr>
            <p:ph sz="quarter" idx="20"/>
          </p:nvPr>
        </p:nvSpPr>
        <p:spPr>
          <a:xfrm>
            <a:off x="359731" y="1270000"/>
            <a:ext cx="7291371" cy="4699000"/>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5428566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_Text 100%">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a:t>Title</a:t>
            </a:r>
          </a:p>
        </p:txBody>
      </p:sp>
      <p:sp>
        <p:nvSpPr>
          <p:cNvPr id="7" name="Date Placeholder 6">
            <a:extLst>
              <a:ext uri="{FF2B5EF4-FFF2-40B4-BE49-F238E27FC236}">
                <a16:creationId xmlns:a16="http://schemas.microsoft.com/office/drawing/2014/main" id="{70B591B6-3651-44B2-A796-C287E79C6EE5}"/>
              </a:ext>
            </a:extLst>
          </p:cNvPr>
          <p:cNvSpPr>
            <a:spLocks noGrp="1"/>
          </p:cNvSpPr>
          <p:nvPr>
            <p:ph type="dt" sz="half" idx="10"/>
          </p:nvPr>
        </p:nvSpPr>
        <p:spPr/>
        <p:txBody>
          <a:bodyPr/>
          <a:lstStyle/>
          <a:p>
            <a:r>
              <a:rPr lang="en-US"/>
              <a:t>6 March 2024</a:t>
            </a:r>
          </a:p>
        </p:txBody>
      </p:sp>
      <p:sp>
        <p:nvSpPr>
          <p:cNvPr id="8" name="Footer Placeholder 7">
            <a:extLst>
              <a:ext uri="{FF2B5EF4-FFF2-40B4-BE49-F238E27FC236}">
                <a16:creationId xmlns:a16="http://schemas.microsoft.com/office/drawing/2014/main" id="{73548153-CB09-446C-B745-75BE407FF76E}"/>
              </a:ext>
            </a:extLst>
          </p:cNvPr>
          <p:cNvSpPr>
            <a:spLocks noGrp="1"/>
          </p:cNvSpPr>
          <p:nvPr>
            <p:ph type="ftr" sz="quarter" idx="11"/>
          </p:nvPr>
        </p:nvSpPr>
        <p:spPr/>
        <p:txBody>
          <a:bodyPr/>
          <a:lstStyle/>
          <a:p>
            <a:r>
              <a:rPr lang="en-US"/>
              <a:t>Bernhard Steubing and Romain Sacchi</a:t>
            </a:r>
          </a:p>
        </p:txBody>
      </p:sp>
      <p:sp>
        <p:nvSpPr>
          <p:cNvPr id="9" name="Slide Number Placeholder 8">
            <a:extLst>
              <a:ext uri="{FF2B5EF4-FFF2-40B4-BE49-F238E27FC236}">
                <a16:creationId xmlns:a16="http://schemas.microsoft.com/office/drawing/2014/main" id="{A8F282C2-D2BE-4846-BFA5-AE5CCC48E3E2}"/>
              </a:ext>
            </a:extLst>
          </p:cNvPr>
          <p:cNvSpPr>
            <a:spLocks noGrp="1"/>
          </p:cNvSpPr>
          <p:nvPr>
            <p:ph type="sldNum" sz="quarter" idx="12"/>
          </p:nvPr>
        </p:nvSpPr>
        <p:spPr/>
        <p:txBody>
          <a:bodyPr/>
          <a:lstStyle/>
          <a:p>
            <a:fld id="{5EE7099E-8998-4851-915A-4F4831808297}" type="slidenum">
              <a:rPr lang="nl-NL" smtClean="0"/>
              <a:pPr/>
              <a:t>‹#›</a:t>
            </a:fld>
            <a:endParaRPr lang="nl-NL"/>
          </a:p>
        </p:txBody>
      </p:sp>
    </p:spTree>
    <p:extLst>
      <p:ext uri="{BB962C8B-B14F-4D97-AF65-F5344CB8AC3E}">
        <p14:creationId xmlns:p14="http://schemas.microsoft.com/office/powerpoint/2010/main" val="1727863356"/>
      </p:ext>
    </p:extLst>
  </p:cSld>
  <p:clrMapOvr>
    <a:masterClrMapping/>
  </p:clrMapOvr>
  <p:transition spd="slow">
    <p:wipe dir="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Text &amp; Image 50%/50%">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b="1"/>
            </a:lvl1pPr>
          </a:lstStyle>
          <a:p>
            <a:r>
              <a:rPr lang="en-GB" noProof="0"/>
              <a:t>Title</a:t>
            </a:r>
          </a:p>
        </p:txBody>
      </p:sp>
      <p:sp>
        <p:nvSpPr>
          <p:cNvPr id="3" name="Tijdelijke aanduiding voor verticale tekst 2"/>
          <p:cNvSpPr>
            <a:spLocks noGrp="1"/>
          </p:cNvSpPr>
          <p:nvPr>
            <p:ph type="body" orient="vert" idx="1" hasCustomPrompt="1"/>
          </p:nvPr>
        </p:nvSpPr>
        <p:spPr>
          <a:xfrm>
            <a:off x="404452" y="1252836"/>
            <a:ext cx="5590435" cy="4795836"/>
          </a:xfrm>
        </p:spPr>
        <p:txBody>
          <a:bodyPr vert="horz"/>
          <a:lstStyle/>
          <a:p>
            <a:pPr lvl="0"/>
            <a:r>
              <a:rPr lang="en-GB" noProof="0"/>
              <a:t>Bullet</a:t>
            </a:r>
          </a:p>
          <a:p>
            <a:pPr lvl="1"/>
            <a:r>
              <a:rPr lang="en-GB" noProof="0"/>
              <a:t>Sub-bullet</a:t>
            </a:r>
          </a:p>
          <a:p>
            <a:pPr lvl="2"/>
            <a:r>
              <a:rPr lang="en-GB" noProof="0"/>
              <a:t>Plain text</a:t>
            </a:r>
          </a:p>
          <a:p>
            <a:pPr lvl="3"/>
            <a:r>
              <a:rPr lang="en-GB" noProof="0"/>
              <a:t>Header dark blue</a:t>
            </a:r>
          </a:p>
          <a:p>
            <a:pPr lvl="4"/>
            <a:r>
              <a:rPr lang="en-GB" noProof="0"/>
              <a:t>Header light blue</a:t>
            </a:r>
          </a:p>
          <a:p>
            <a:pPr lvl="5"/>
            <a:r>
              <a:rPr lang="en-GB" noProof="0"/>
              <a:t>Bullet</a:t>
            </a:r>
          </a:p>
          <a:p>
            <a:pPr lvl="6"/>
            <a:r>
              <a:rPr lang="en-GB" noProof="0"/>
              <a:t>Sub-bullet</a:t>
            </a:r>
          </a:p>
          <a:p>
            <a:pPr lvl="7"/>
            <a:r>
              <a:rPr lang="en-GB" sz="1799" noProof="0"/>
              <a:t>Plain text</a:t>
            </a:r>
          </a:p>
          <a:p>
            <a:pPr lvl="8"/>
            <a:r>
              <a:rPr lang="en-GB" noProof="0"/>
              <a:t>Header dark blue</a:t>
            </a:r>
          </a:p>
        </p:txBody>
      </p:sp>
      <p:grpSp>
        <p:nvGrpSpPr>
          <p:cNvPr id="7" name="Grid" hidden="1"/>
          <p:cNvGrpSpPr/>
          <p:nvPr userDrawn="1"/>
        </p:nvGrpSpPr>
        <p:grpSpPr>
          <a:xfrm>
            <a:off x="-2" y="-1"/>
            <a:ext cx="12192003" cy="6858004"/>
            <a:chOff x="-2" y="-1"/>
            <a:chExt cx="12198353" cy="6858004"/>
          </a:xfrm>
        </p:grpSpPr>
        <p:sp>
          <p:nvSpPr>
            <p:cNvPr id="8" name="Rechthoek 7"/>
            <p:cNvSpPr/>
            <p:nvPr userDrawn="1"/>
          </p:nvSpPr>
          <p:spPr bwMode="auto">
            <a:xfrm>
              <a:off x="0" y="0"/>
              <a:ext cx="12198350"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3943" rtl="0" eaLnBrk="1" fontAlgn="base" latinLnBrk="0" hangingPunct="1">
                <a:lnSpc>
                  <a:spcPct val="95000"/>
                </a:lnSpc>
                <a:spcBef>
                  <a:spcPct val="0"/>
                </a:spcBef>
                <a:spcAft>
                  <a:spcPct val="0"/>
                </a:spcAft>
                <a:buClrTx/>
                <a:buSzTx/>
                <a:buFont typeface="Arial" charset="0"/>
                <a:buNone/>
                <a:tabLst/>
              </a:pPr>
              <a:endParaRPr kumimoji="0" lang="nl-NL" sz="1999" b="0" i="0" u="none" strike="noStrike" cap="none" normalizeH="0" baseline="0">
                <a:ln>
                  <a:noFill/>
                </a:ln>
                <a:solidFill>
                  <a:schemeClr val="bg1"/>
                </a:solidFill>
                <a:effectLst/>
                <a:latin typeface="Arial" panose="020B0604020202020204" pitchFamily="34" charset="0"/>
              </a:endParaRPr>
            </a:p>
          </p:txBody>
        </p:sp>
        <p:sp>
          <p:nvSpPr>
            <p:cNvPr id="9" name="Rechthoek 8"/>
            <p:cNvSpPr/>
            <p:nvPr userDrawn="1"/>
          </p:nvSpPr>
          <p:spPr bwMode="auto">
            <a:xfrm rot="5400000">
              <a:off x="-3226672" y="3226669"/>
              <a:ext cx="6858003"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3943" rtl="0" eaLnBrk="1" fontAlgn="base" latinLnBrk="0" hangingPunct="1">
                <a:lnSpc>
                  <a:spcPct val="95000"/>
                </a:lnSpc>
                <a:spcBef>
                  <a:spcPct val="0"/>
                </a:spcBef>
                <a:spcAft>
                  <a:spcPct val="0"/>
                </a:spcAft>
                <a:buClrTx/>
                <a:buSzTx/>
                <a:buFont typeface="Arial" charset="0"/>
                <a:buNone/>
                <a:tabLst/>
              </a:pPr>
              <a:endParaRPr kumimoji="0" lang="nl-NL" sz="1999" b="0" i="0" u="none" strike="noStrike" cap="none" normalizeH="0" baseline="0">
                <a:ln>
                  <a:noFill/>
                </a:ln>
                <a:solidFill>
                  <a:schemeClr val="bg1"/>
                </a:solidFill>
                <a:effectLst/>
                <a:latin typeface="Arial" panose="020B0604020202020204" pitchFamily="34" charset="0"/>
              </a:endParaRPr>
            </a:p>
          </p:txBody>
        </p:sp>
        <p:sp>
          <p:nvSpPr>
            <p:cNvPr id="10" name="Rechthoek 9"/>
            <p:cNvSpPr/>
            <p:nvPr userDrawn="1"/>
          </p:nvSpPr>
          <p:spPr bwMode="auto">
            <a:xfrm rot="5400000">
              <a:off x="8567017" y="3226669"/>
              <a:ext cx="6858003"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3943" rtl="0" eaLnBrk="1" fontAlgn="base" latinLnBrk="0" hangingPunct="1">
                <a:lnSpc>
                  <a:spcPct val="95000"/>
                </a:lnSpc>
                <a:spcBef>
                  <a:spcPct val="0"/>
                </a:spcBef>
                <a:spcAft>
                  <a:spcPct val="0"/>
                </a:spcAft>
                <a:buClrTx/>
                <a:buSzTx/>
                <a:buFont typeface="Arial" charset="0"/>
                <a:buNone/>
                <a:tabLst/>
              </a:pPr>
              <a:endParaRPr kumimoji="0" lang="nl-NL" sz="1999" b="0" i="0" u="none" strike="noStrike" cap="none" normalizeH="0" baseline="0">
                <a:ln>
                  <a:noFill/>
                </a:ln>
                <a:solidFill>
                  <a:schemeClr val="bg1"/>
                </a:solidFill>
                <a:effectLst/>
                <a:latin typeface="Arial" panose="020B0604020202020204" pitchFamily="34" charset="0"/>
              </a:endParaRPr>
            </a:p>
          </p:txBody>
        </p:sp>
        <p:sp>
          <p:nvSpPr>
            <p:cNvPr id="11" name="Rechthoek 10"/>
            <p:cNvSpPr/>
            <p:nvPr userDrawn="1"/>
          </p:nvSpPr>
          <p:spPr bwMode="auto">
            <a:xfrm>
              <a:off x="0" y="848172"/>
              <a:ext cx="12198350"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3943" rtl="0" eaLnBrk="1" fontAlgn="base" latinLnBrk="0" hangingPunct="1">
                <a:lnSpc>
                  <a:spcPct val="95000"/>
                </a:lnSpc>
                <a:spcBef>
                  <a:spcPct val="0"/>
                </a:spcBef>
                <a:spcAft>
                  <a:spcPct val="0"/>
                </a:spcAft>
                <a:buClrTx/>
                <a:buSzTx/>
                <a:buFont typeface="Arial" charset="0"/>
                <a:buNone/>
                <a:tabLst/>
              </a:pPr>
              <a:endParaRPr kumimoji="0" lang="nl-NL" sz="1999" b="0" i="0" u="none" strike="noStrike" cap="none" normalizeH="0" baseline="0">
                <a:ln>
                  <a:noFill/>
                </a:ln>
                <a:solidFill>
                  <a:schemeClr val="bg1"/>
                </a:solidFill>
                <a:effectLst/>
                <a:latin typeface="Arial" panose="020B0604020202020204" pitchFamily="34" charset="0"/>
              </a:endParaRPr>
            </a:p>
          </p:txBody>
        </p:sp>
        <p:sp>
          <p:nvSpPr>
            <p:cNvPr id="12" name="Rechthoek 11"/>
            <p:cNvSpPr/>
            <p:nvPr userDrawn="1"/>
          </p:nvSpPr>
          <p:spPr bwMode="auto">
            <a:xfrm>
              <a:off x="0" y="6048672"/>
              <a:ext cx="12198350"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3943" rtl="0" eaLnBrk="1" fontAlgn="base" latinLnBrk="0" hangingPunct="1">
                <a:lnSpc>
                  <a:spcPct val="95000"/>
                </a:lnSpc>
                <a:spcBef>
                  <a:spcPct val="0"/>
                </a:spcBef>
                <a:spcAft>
                  <a:spcPct val="0"/>
                </a:spcAft>
                <a:buClrTx/>
                <a:buSzTx/>
                <a:buFont typeface="Arial" charset="0"/>
                <a:buNone/>
                <a:tabLst/>
              </a:pPr>
              <a:endParaRPr kumimoji="0" lang="nl-NL" sz="1999" b="0" i="0" u="none" strike="noStrike" cap="none" normalizeH="0" baseline="0">
                <a:ln>
                  <a:noFill/>
                </a:ln>
                <a:solidFill>
                  <a:schemeClr val="bg1"/>
                </a:solidFill>
                <a:effectLst/>
                <a:latin typeface="Arial" panose="020B0604020202020204" pitchFamily="34" charset="0"/>
              </a:endParaRPr>
            </a:p>
          </p:txBody>
        </p:sp>
        <p:sp>
          <p:nvSpPr>
            <p:cNvPr id="13" name="Rechthoek 12"/>
            <p:cNvSpPr/>
            <p:nvPr userDrawn="1"/>
          </p:nvSpPr>
          <p:spPr bwMode="auto">
            <a:xfrm rot="5400000">
              <a:off x="2670173" y="3327836"/>
              <a:ext cx="6858003" cy="202331"/>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3943" rtl="0" eaLnBrk="1" fontAlgn="base" latinLnBrk="0" hangingPunct="1">
                <a:lnSpc>
                  <a:spcPct val="95000"/>
                </a:lnSpc>
                <a:spcBef>
                  <a:spcPct val="0"/>
                </a:spcBef>
                <a:spcAft>
                  <a:spcPct val="0"/>
                </a:spcAft>
                <a:buClrTx/>
                <a:buSzTx/>
                <a:buFont typeface="Arial" charset="0"/>
                <a:buNone/>
                <a:tabLst/>
              </a:pPr>
              <a:endParaRPr kumimoji="0" lang="nl-NL" sz="1999" b="0" i="0" u="none" strike="noStrike" cap="none" normalizeH="0" baseline="0">
                <a:ln>
                  <a:noFill/>
                </a:ln>
                <a:solidFill>
                  <a:schemeClr val="bg1"/>
                </a:solidFill>
                <a:effectLst/>
                <a:latin typeface="Arial" panose="020B0604020202020204" pitchFamily="34" charset="0"/>
              </a:endParaRPr>
            </a:p>
          </p:txBody>
        </p:sp>
      </p:grpSp>
      <p:sp>
        <p:nvSpPr>
          <p:cNvPr id="14" name="Tijdelijke aanduiding voor afbeelding 13"/>
          <p:cNvSpPr>
            <a:spLocks noGrp="1"/>
          </p:cNvSpPr>
          <p:nvPr>
            <p:ph type="pic" sz="quarter" idx="13" hasCustomPrompt="1"/>
          </p:nvPr>
        </p:nvSpPr>
        <p:spPr>
          <a:xfrm>
            <a:off x="6197547" y="1252539"/>
            <a:ext cx="5589852" cy="4795837"/>
          </a:xfrm>
          <a:solidFill>
            <a:schemeClr val="tx2">
              <a:lumMod val="20000"/>
              <a:lumOff val="80000"/>
            </a:schemeClr>
          </a:solidFill>
        </p:spPr>
        <p:txBody>
          <a:bodyPr bIns="180000" anchor="ctr">
            <a:normAutofit/>
          </a:bodyPr>
          <a:lstStyle>
            <a:lvl1pPr marL="0" indent="0" algn="ctr">
              <a:lnSpc>
                <a:spcPct val="250000"/>
              </a:lnSpc>
              <a:buNone/>
              <a:defRPr sz="1399" baseline="0"/>
            </a:lvl1pPr>
          </a:lstStyle>
          <a:p>
            <a:r>
              <a:rPr lang="en-GB" noProof="0"/>
              <a:t>Click here to insert</a:t>
            </a:r>
            <a:br>
              <a:rPr lang="en-GB" noProof="0"/>
            </a:br>
            <a:r>
              <a:rPr lang="en-GB" noProof="0"/>
              <a:t>an image</a:t>
            </a:r>
          </a:p>
        </p:txBody>
      </p:sp>
      <p:sp>
        <p:nvSpPr>
          <p:cNvPr id="15" name="Tijdelijke aanduiding voor dianummer 5"/>
          <p:cNvSpPr>
            <a:spLocks noGrp="1"/>
          </p:cNvSpPr>
          <p:nvPr>
            <p:ph type="sldNum" sz="quarter" idx="4"/>
          </p:nvPr>
        </p:nvSpPr>
        <p:spPr>
          <a:xfrm>
            <a:off x="9128030" y="6473106"/>
            <a:ext cx="2743358" cy="365125"/>
          </a:xfrm>
          <a:prstGeom prst="rect">
            <a:avLst/>
          </a:prstGeom>
        </p:spPr>
        <p:txBody>
          <a:bodyPr vert="horz" lIns="91440" tIns="45720" rIns="91440" bIns="45720" rtlCol="0" anchor="ctr"/>
          <a:lstStyle>
            <a:lvl1pPr algn="r">
              <a:defRPr sz="1199">
                <a:solidFill>
                  <a:schemeClr val="bg1"/>
                </a:solidFill>
              </a:defRPr>
            </a:lvl1pPr>
          </a:lstStyle>
          <a:p>
            <a:fld id="{5EE7099E-8998-4851-915A-4F4831808297}" type="slidenum">
              <a:rPr lang="nl-NL" smtClean="0"/>
              <a:pPr/>
              <a:t>‹#›</a:t>
            </a:fld>
            <a:endParaRPr lang="nl-NL"/>
          </a:p>
        </p:txBody>
      </p:sp>
      <p:sp>
        <p:nvSpPr>
          <p:cNvPr id="4" name="Date Placeholder 3">
            <a:extLst>
              <a:ext uri="{FF2B5EF4-FFF2-40B4-BE49-F238E27FC236}">
                <a16:creationId xmlns:a16="http://schemas.microsoft.com/office/drawing/2014/main" id="{6CCA42B7-AC61-49AB-95F7-B5C49F72D7CE}"/>
              </a:ext>
            </a:extLst>
          </p:cNvPr>
          <p:cNvSpPr>
            <a:spLocks noGrp="1"/>
          </p:cNvSpPr>
          <p:nvPr>
            <p:ph type="dt" sz="half" idx="14"/>
          </p:nvPr>
        </p:nvSpPr>
        <p:spPr/>
        <p:txBody>
          <a:bodyPr/>
          <a:lstStyle/>
          <a:p>
            <a:r>
              <a:rPr lang="en-US"/>
              <a:t>6 March 2024</a:t>
            </a:r>
          </a:p>
        </p:txBody>
      </p:sp>
      <p:sp>
        <p:nvSpPr>
          <p:cNvPr id="5" name="Footer Placeholder 4">
            <a:extLst>
              <a:ext uri="{FF2B5EF4-FFF2-40B4-BE49-F238E27FC236}">
                <a16:creationId xmlns:a16="http://schemas.microsoft.com/office/drawing/2014/main" id="{541B3F1E-1243-4674-A9D3-764B1BEDD2E0}"/>
              </a:ext>
            </a:extLst>
          </p:cNvPr>
          <p:cNvSpPr>
            <a:spLocks noGrp="1"/>
          </p:cNvSpPr>
          <p:nvPr>
            <p:ph type="ftr" sz="quarter" idx="15"/>
          </p:nvPr>
        </p:nvSpPr>
        <p:spPr/>
        <p:txBody>
          <a:bodyPr/>
          <a:lstStyle/>
          <a:p>
            <a:r>
              <a:rPr lang="en-US"/>
              <a:t>Bernhard Steubing and Romain Sacchi</a:t>
            </a:r>
          </a:p>
        </p:txBody>
      </p:sp>
    </p:spTree>
    <p:extLst>
      <p:ext uri="{BB962C8B-B14F-4D97-AF65-F5344CB8AC3E}">
        <p14:creationId xmlns:p14="http://schemas.microsoft.com/office/powerpoint/2010/main" val="1911672971"/>
      </p:ext>
    </p:extLst>
  </p:cSld>
  <p:clrMapOvr>
    <a:masterClrMapping/>
  </p:clrMapOvr>
  <p:transition spd="slow">
    <p:wipe dir="r"/>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695325" y="278296"/>
            <a:ext cx="8964613" cy="810444"/>
          </a:xfrm>
          <a:prstGeom prst="rect">
            <a:avLst/>
          </a:prstGeom>
        </p:spPr>
        <p:txBody>
          <a:bodyPr vert="horz" lIns="0" tIns="0" rIns="0" bIns="0" rtlCol="0" anchor="t">
            <a:noAutofit/>
          </a:bodyPr>
          <a:lstStyle/>
          <a:p>
            <a:r>
              <a:rPr lang="en-GB" noProof="0" dirty="0"/>
              <a:t>Add Title</a:t>
            </a:r>
          </a:p>
        </p:txBody>
      </p:sp>
      <p:sp>
        <p:nvSpPr>
          <p:cNvPr id="3" name="Textplatzhalter 2"/>
          <p:cNvSpPr>
            <a:spLocks noGrp="1"/>
          </p:cNvSpPr>
          <p:nvPr>
            <p:ph type="body" idx="1"/>
          </p:nvPr>
        </p:nvSpPr>
        <p:spPr>
          <a:xfrm>
            <a:off x="695325" y="1376364"/>
            <a:ext cx="10801275" cy="4645024"/>
          </a:xfrm>
          <a:prstGeom prst="rect">
            <a:avLst/>
          </a:prstGeom>
        </p:spPr>
        <p:txBody>
          <a:bodyPr vert="horz" lIns="0" tIns="0" rIns="0" bIns="0" rtlCol="0">
            <a:noAutofit/>
          </a:bodyPr>
          <a:lstStyle/>
          <a:p>
            <a:pPr lvl="0"/>
            <a:r>
              <a:rPr lang="en-GB" noProof="0" dirty="0"/>
              <a:t>Add Content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4" name="Datumsplatzhalter 3"/>
          <p:cNvSpPr>
            <a:spLocks noGrp="1"/>
          </p:cNvSpPr>
          <p:nvPr>
            <p:ph type="dt" sz="half" idx="2"/>
          </p:nvPr>
        </p:nvSpPr>
        <p:spPr>
          <a:xfrm>
            <a:off x="9875837" y="6404573"/>
            <a:ext cx="1620837" cy="144016"/>
          </a:xfrm>
          <a:prstGeom prst="rect">
            <a:avLst/>
          </a:prstGeom>
        </p:spPr>
        <p:txBody>
          <a:bodyPr vert="horz" lIns="0" tIns="0" rIns="0" bIns="0" rtlCol="0" anchor="t" anchorCtr="0"/>
          <a:lstStyle>
            <a:lvl1pPr algn="r">
              <a:defRPr sz="1000">
                <a:solidFill>
                  <a:schemeClr val="tx1"/>
                </a:solidFill>
              </a:defRPr>
            </a:lvl1pPr>
          </a:lstStyle>
          <a:p>
            <a:fld id="{87E1E65C-5D2F-5347-A27A-320FC2A7A2F3}" type="datetime1">
              <a:rPr lang="de-CH" noProof="0" smtClean="0"/>
              <a:t>04.02.2025</a:t>
            </a:fld>
            <a:endParaRPr lang="en-GB" noProof="0" dirty="0"/>
          </a:p>
        </p:txBody>
      </p:sp>
      <p:sp>
        <p:nvSpPr>
          <p:cNvPr id="5" name="Fußzeilenplatzhalter 4"/>
          <p:cNvSpPr>
            <a:spLocks noGrp="1"/>
          </p:cNvSpPr>
          <p:nvPr>
            <p:ph type="ftr" sz="quarter" idx="3"/>
          </p:nvPr>
        </p:nvSpPr>
        <p:spPr>
          <a:xfrm>
            <a:off x="1614487" y="6404573"/>
            <a:ext cx="8045451" cy="144016"/>
          </a:xfrm>
          <a:prstGeom prst="rect">
            <a:avLst/>
          </a:prstGeom>
        </p:spPr>
        <p:txBody>
          <a:bodyPr vert="horz" lIns="0" tIns="0" rIns="0" bIns="0" rtlCol="0" anchor="t" anchorCtr="0"/>
          <a:lstStyle>
            <a:lvl1pPr algn="l">
              <a:defRPr sz="1000">
                <a:solidFill>
                  <a:schemeClr val="tx1"/>
                </a:solidFill>
              </a:defRPr>
            </a:lvl1pPr>
          </a:lstStyle>
          <a:p>
            <a:r>
              <a:rPr lang="en-US" noProof="0"/>
              <a:t>PSI Centers for Nuclear Engineering and Sciences &amp; Energy and Environmental Sciences</a:t>
            </a:r>
            <a:endParaRPr lang="en-GB" noProof="0" dirty="0"/>
          </a:p>
        </p:txBody>
      </p:sp>
      <p:sp>
        <p:nvSpPr>
          <p:cNvPr id="6" name="Foliennummernplatzhalter 5"/>
          <p:cNvSpPr>
            <a:spLocks noGrp="1"/>
          </p:cNvSpPr>
          <p:nvPr>
            <p:ph type="sldNum" sz="quarter" idx="4"/>
          </p:nvPr>
        </p:nvSpPr>
        <p:spPr>
          <a:xfrm>
            <a:off x="695325" y="6404573"/>
            <a:ext cx="703263" cy="144016"/>
          </a:xfrm>
          <a:prstGeom prst="rect">
            <a:avLst/>
          </a:prstGeom>
        </p:spPr>
        <p:txBody>
          <a:bodyPr vert="horz" lIns="0" tIns="0" rIns="0" bIns="0" rtlCol="0" anchor="t" anchorCtr="0"/>
          <a:lstStyle>
            <a:lvl1pPr algn="l">
              <a:defRPr sz="1000">
                <a:solidFill>
                  <a:schemeClr val="tx1"/>
                </a:solidFill>
              </a:defRPr>
            </a:lvl1pPr>
          </a:lstStyle>
          <a:p>
            <a:fld id="{442AD375-037F-43D0-B059-5172DA06796A}" type="slidenum">
              <a:rPr lang="en-GB" noProof="0" smtClean="0"/>
              <a:pPr/>
              <a:t>‹#›</a:t>
            </a:fld>
            <a:endParaRPr lang="en-GB" noProof="0" dirty="0"/>
          </a:p>
        </p:txBody>
      </p:sp>
      <p:pic>
        <p:nvPicPr>
          <p:cNvPr id="20" name="Grafik 19">
            <a:extLst>
              <a:ext uri="{FF2B5EF4-FFF2-40B4-BE49-F238E27FC236}">
                <a16:creationId xmlns:a16="http://schemas.microsoft.com/office/drawing/2014/main" id="{EC2031EC-4715-FBAB-E65E-0A3E5D91D8E4}"/>
              </a:ext>
            </a:extLst>
          </p:cNvPr>
          <p:cNvPicPr>
            <a:picLocks noChangeAspect="1"/>
          </p:cNvPicPr>
          <p:nvPr userDrawn="1"/>
        </p:nvPicPr>
        <p:blipFill>
          <a:blip r:embed="rId45" cstate="print">
            <a:extLst>
              <a:ext uri="{28A0092B-C50C-407E-A947-70E740481C1C}">
                <a14:useLocalDpi xmlns:a14="http://schemas.microsoft.com/office/drawing/2010/main" val="0"/>
              </a:ext>
            </a:extLst>
          </a:blip>
          <a:stretch>
            <a:fillRect/>
          </a:stretch>
        </p:blipFill>
        <p:spPr>
          <a:xfrm>
            <a:off x="10615133" y="305378"/>
            <a:ext cx="881467" cy="362794"/>
          </a:xfrm>
          <a:prstGeom prst="rect">
            <a:avLst/>
          </a:prstGeom>
        </p:spPr>
      </p:pic>
    </p:spTree>
    <p:extLst>
      <p:ext uri="{BB962C8B-B14F-4D97-AF65-F5344CB8AC3E}">
        <p14:creationId xmlns:p14="http://schemas.microsoft.com/office/powerpoint/2010/main" val="1011663896"/>
      </p:ext>
    </p:extLst>
  </p:cSld>
  <p:clrMap bg1="lt1" tx1="dk1" bg2="lt2" tx2="dk2" accent1="accent1" accent2="accent2" accent3="accent3" accent4="accent4" accent5="accent5" accent6="accent6" hlink="hlink" folHlink="folHlink"/>
  <p:sldLayoutIdLst>
    <p:sldLayoutId id="2147483699" r:id="rId1"/>
    <p:sldLayoutId id="2147483707" r:id="rId2"/>
    <p:sldLayoutId id="2147483715" r:id="rId3"/>
    <p:sldLayoutId id="2147483723" r:id="rId4"/>
    <p:sldLayoutId id="2147483738" r:id="rId5"/>
    <p:sldLayoutId id="2147483739" r:id="rId6"/>
    <p:sldLayoutId id="2147483740" r:id="rId7"/>
    <p:sldLayoutId id="2147483694" r:id="rId8"/>
    <p:sldLayoutId id="2147483737" r:id="rId9"/>
    <p:sldLayoutId id="2147483692" r:id="rId10"/>
    <p:sldLayoutId id="2147483693" r:id="rId11"/>
    <p:sldLayoutId id="2147483659" r:id="rId12"/>
    <p:sldLayoutId id="2147483666" r:id="rId13"/>
    <p:sldLayoutId id="2147483667" r:id="rId14"/>
    <p:sldLayoutId id="2147483668" r:id="rId15"/>
    <p:sldLayoutId id="2147483669" r:id="rId16"/>
    <p:sldLayoutId id="2147483665" r:id="rId17"/>
    <p:sldLayoutId id="2147483670" r:id="rId18"/>
    <p:sldLayoutId id="2147483671" r:id="rId19"/>
    <p:sldLayoutId id="2147483672" r:id="rId20"/>
    <p:sldLayoutId id="2147483673" r:id="rId21"/>
    <p:sldLayoutId id="2147483674" r:id="rId22"/>
    <p:sldLayoutId id="2147483675" r:id="rId23"/>
    <p:sldLayoutId id="2147483676" r:id="rId24"/>
    <p:sldLayoutId id="2147483695" r:id="rId25"/>
    <p:sldLayoutId id="2147483677" r:id="rId26"/>
    <p:sldLayoutId id="2147483679" r:id="rId27"/>
    <p:sldLayoutId id="2147483678" r:id="rId28"/>
    <p:sldLayoutId id="2147483680" r:id="rId29"/>
    <p:sldLayoutId id="2147483681" r:id="rId30"/>
    <p:sldLayoutId id="2147483682" r:id="rId31"/>
    <p:sldLayoutId id="2147483683" r:id="rId32"/>
    <p:sldLayoutId id="2147483663" r:id="rId33"/>
    <p:sldLayoutId id="2147483664" r:id="rId34"/>
    <p:sldLayoutId id="2147483742" r:id="rId35"/>
    <p:sldLayoutId id="2147483743" r:id="rId36"/>
    <p:sldLayoutId id="2147483744" r:id="rId37"/>
    <p:sldLayoutId id="2147483745" r:id="rId38"/>
    <p:sldLayoutId id="2147483746" r:id="rId39"/>
    <p:sldLayoutId id="2147483747" r:id="rId40"/>
    <p:sldLayoutId id="2147483748" r:id="rId41"/>
    <p:sldLayoutId id="2147483749" r:id="rId42"/>
    <p:sldLayoutId id="2147483750" r:id="rId43"/>
  </p:sldLayoutIdLst>
  <p:hf hdr="0"/>
  <p:txStyles>
    <p:titleStyle>
      <a:lvl1pPr algn="l" defTabSz="914400" rtl="0" eaLnBrk="1" latinLnBrk="0" hangingPunct="1">
        <a:lnSpc>
          <a:spcPct val="100000"/>
        </a:lnSpc>
        <a:spcBef>
          <a:spcPct val="0"/>
        </a:spcBef>
        <a:buNone/>
        <a:defRPr sz="26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600"/>
        </a:spcBef>
        <a:buFont typeface="+mj-lt"/>
        <a:buNone/>
        <a:defRPr sz="2000" kern="1200">
          <a:solidFill>
            <a:schemeClr val="tx1"/>
          </a:solidFill>
          <a:latin typeface="+mn-lt"/>
          <a:ea typeface="+mn-ea"/>
          <a:cs typeface="+mn-cs"/>
        </a:defRPr>
      </a:lvl1pPr>
      <a:lvl2pPr marL="252000" indent="-252000" algn="l" defTabSz="914400" rtl="0" eaLnBrk="1" latinLnBrk="0" hangingPunct="1">
        <a:lnSpc>
          <a:spcPct val="100000"/>
        </a:lnSpc>
        <a:spcBef>
          <a:spcPts val="600"/>
        </a:spcBef>
        <a:buFont typeface="Aptos" panose="020B0004020202020204" pitchFamily="34" charset="0"/>
        <a:buChar char="•"/>
        <a:defRPr sz="2000" kern="1200">
          <a:solidFill>
            <a:schemeClr val="tx1"/>
          </a:solidFill>
          <a:latin typeface="+mn-lt"/>
          <a:ea typeface="+mn-ea"/>
          <a:cs typeface="+mn-cs"/>
        </a:defRPr>
      </a:lvl2pPr>
      <a:lvl3pPr marL="504000" indent="-252000" algn="l" defTabSz="914400" rtl="0" eaLnBrk="1" latinLnBrk="0" hangingPunct="1">
        <a:lnSpc>
          <a:spcPct val="100000"/>
        </a:lnSpc>
        <a:spcBef>
          <a:spcPts val="600"/>
        </a:spcBef>
        <a:buFont typeface="Aptos" panose="020B0004020202020204" pitchFamily="34" charset="0"/>
        <a:buChar char="•"/>
        <a:defRPr sz="2000" kern="1200">
          <a:solidFill>
            <a:schemeClr val="tx1"/>
          </a:solidFill>
          <a:latin typeface="+mn-lt"/>
          <a:ea typeface="+mn-ea"/>
          <a:cs typeface="+mn-cs"/>
        </a:defRPr>
      </a:lvl3pPr>
      <a:lvl4pPr marL="756000" indent="-252000" algn="l" defTabSz="914400" rtl="0" eaLnBrk="1" latinLnBrk="0" hangingPunct="1">
        <a:lnSpc>
          <a:spcPct val="100000"/>
        </a:lnSpc>
        <a:spcBef>
          <a:spcPts val="400"/>
        </a:spcBef>
        <a:buFont typeface="Aptos" panose="020B0004020202020204" pitchFamily="34" charset="0"/>
        <a:buChar char="•"/>
        <a:defRPr sz="2000" kern="1200">
          <a:solidFill>
            <a:schemeClr val="tx1"/>
          </a:solidFill>
          <a:latin typeface="+mn-lt"/>
          <a:ea typeface="+mn-ea"/>
          <a:cs typeface="+mn-cs"/>
        </a:defRPr>
      </a:lvl4pPr>
      <a:lvl5pPr marL="1008000" indent="-252000" algn="l" defTabSz="914400" rtl="0" eaLnBrk="1" latinLnBrk="0" hangingPunct="1">
        <a:lnSpc>
          <a:spcPct val="100000"/>
        </a:lnSpc>
        <a:spcBef>
          <a:spcPts val="400"/>
        </a:spcBef>
        <a:buFont typeface="Aptos" panose="020B00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38" userDrawn="1">
          <p15:clr>
            <a:srgbClr val="A4A3A4"/>
          </p15:clr>
        </p15:guide>
        <p15:guide id="2" pos="7242" userDrawn="1">
          <p15:clr>
            <a:srgbClr val="A4A3A4"/>
          </p15:clr>
        </p15:guide>
        <p15:guide id="3" orient="horz" pos="4110" userDrawn="1">
          <p15:clr>
            <a:srgbClr val="A4A3A4"/>
          </p15:clr>
        </p15:guide>
        <p15:guide id="4" orient="horz" pos="913" userDrawn="1">
          <p15:clr>
            <a:srgbClr val="A4A3A4"/>
          </p15:clr>
        </p15:guide>
        <p15:guide id="5" pos="3772" userDrawn="1">
          <p15:clr>
            <a:srgbClr val="A4A3A4"/>
          </p15:clr>
        </p15:guide>
        <p15:guide id="6" pos="3908" userDrawn="1">
          <p15:clr>
            <a:srgbClr val="A4A3A4"/>
          </p15:clr>
        </p15:guide>
        <p15:guide id="7" pos="2751" userDrawn="1">
          <p15:clr>
            <a:srgbClr val="A4A3A4"/>
          </p15:clr>
        </p15:guide>
        <p15:guide id="8" pos="2615" userDrawn="1">
          <p15:clr>
            <a:srgbClr val="A4A3A4"/>
          </p15:clr>
        </p15:guide>
        <p15:guide id="9" pos="1595" userDrawn="1">
          <p15:clr>
            <a:srgbClr val="A4A3A4"/>
          </p15:clr>
        </p15:guide>
        <p15:guide id="10" pos="1459" userDrawn="1">
          <p15:clr>
            <a:srgbClr val="A4A3A4"/>
          </p15:clr>
        </p15:guide>
        <p15:guide id="11" pos="4929" userDrawn="1">
          <p15:clr>
            <a:srgbClr val="A4A3A4"/>
          </p15:clr>
        </p15:guide>
        <p15:guide id="12" pos="5065" userDrawn="1">
          <p15:clr>
            <a:srgbClr val="A4A3A4"/>
          </p15:clr>
        </p15:guide>
        <p15:guide id="13" pos="6085" userDrawn="1">
          <p15:clr>
            <a:srgbClr val="A4A3A4"/>
          </p15:clr>
        </p15:guide>
        <p15:guide id="14" pos="6221" userDrawn="1">
          <p15:clr>
            <a:srgbClr val="A4A3A4"/>
          </p15:clr>
        </p15:guide>
        <p15:guide id="15" pos="2172" userDrawn="1">
          <p15:clr>
            <a:srgbClr val="A4A3A4"/>
          </p15:clr>
        </p15:guide>
        <p15:guide id="16" pos="2036" userDrawn="1">
          <p15:clr>
            <a:srgbClr val="A4A3A4"/>
          </p15:clr>
        </p15:guide>
        <p15:guide id="17" pos="3194" userDrawn="1">
          <p15:clr>
            <a:srgbClr val="A4A3A4"/>
          </p15:clr>
        </p15:guide>
        <p15:guide id="18" pos="3330" userDrawn="1">
          <p15:clr>
            <a:srgbClr val="A4A3A4"/>
          </p15:clr>
        </p15:guide>
        <p15:guide id="19" pos="881" userDrawn="1">
          <p15:clr>
            <a:srgbClr val="A4A3A4"/>
          </p15:clr>
        </p15:guide>
        <p15:guide id="20" pos="1017" userDrawn="1">
          <p15:clr>
            <a:srgbClr val="A4A3A4"/>
          </p15:clr>
        </p15:guide>
        <p15:guide id="21" pos="4351" userDrawn="1">
          <p15:clr>
            <a:srgbClr val="A4A3A4"/>
          </p15:clr>
        </p15:guide>
        <p15:guide id="22" pos="4487" userDrawn="1">
          <p15:clr>
            <a:srgbClr val="A4A3A4"/>
          </p15:clr>
        </p15:guide>
        <p15:guide id="23" pos="5508" userDrawn="1">
          <p15:clr>
            <a:srgbClr val="A4A3A4"/>
          </p15:clr>
        </p15:guide>
        <p15:guide id="24" pos="5642" userDrawn="1">
          <p15:clr>
            <a:srgbClr val="A4A3A4"/>
          </p15:clr>
        </p15:guide>
        <p15:guide id="25" pos="6663" userDrawn="1">
          <p15:clr>
            <a:srgbClr val="A4A3A4"/>
          </p15:clr>
        </p15:guide>
        <p15:guide id="26" pos="6799" userDrawn="1">
          <p15:clr>
            <a:srgbClr val="A4A3A4"/>
          </p15:clr>
        </p15:guide>
        <p15:guide id="27" orient="horz" pos="229" userDrawn="1">
          <p15:clr>
            <a:srgbClr val="A4A3A4"/>
          </p15:clr>
        </p15:guide>
        <p15:guide id="28" orient="horz" pos="867" userDrawn="1">
          <p15:clr>
            <a:srgbClr val="A4A3A4"/>
          </p15:clr>
        </p15:guide>
        <p15:guide id="29" orient="horz" pos="3793" userDrawn="1">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6.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37.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18" Type="http://schemas.openxmlformats.org/officeDocument/2006/relationships/image" Target="../media/image39.pn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png"/><Relationship Id="rId17" Type="http://schemas.openxmlformats.org/officeDocument/2006/relationships/image" Target="../media/image38.png"/><Relationship Id="rId2" Type="http://schemas.openxmlformats.org/officeDocument/2006/relationships/notesSlide" Target="../notesSlides/notesSlide4.xml"/><Relationship Id="rId16" Type="http://schemas.openxmlformats.org/officeDocument/2006/relationships/image" Target="../media/image37.png"/><Relationship Id="rId1" Type="http://schemas.openxmlformats.org/officeDocument/2006/relationships/slideLayout" Target="../slideLayouts/slideLayout40.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5" Type="http://schemas.openxmlformats.org/officeDocument/2006/relationships/image" Target="../media/image36.png"/><Relationship Id="rId10" Type="http://schemas.openxmlformats.org/officeDocument/2006/relationships/image" Target="../media/image31.png"/><Relationship Id="rId19" Type="http://schemas.openxmlformats.org/officeDocument/2006/relationships/image" Target="../media/image40.png"/><Relationship Id="rId4" Type="http://schemas.openxmlformats.org/officeDocument/2006/relationships/image" Target="../media/image25.png"/><Relationship Id="rId9" Type="http://schemas.openxmlformats.org/officeDocument/2006/relationships/image" Target="../media/image30.png"/><Relationship Id="rId14" Type="http://schemas.openxmlformats.org/officeDocument/2006/relationships/image" Target="../media/image35.png"/></Relationships>
</file>

<file path=ppt/slides/_rels/slide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xml"/><Relationship Id="rId1" Type="http://schemas.openxmlformats.org/officeDocument/2006/relationships/slideLayout" Target="../slideLayouts/slideLayout41.xml"/><Relationship Id="rId5" Type="http://schemas.openxmlformats.org/officeDocument/2006/relationships/image" Target="../media/image43.svg"/><Relationship Id="rId4" Type="http://schemas.openxmlformats.org/officeDocument/2006/relationships/image" Target="../media/image42.png"/></Relationships>
</file>

<file path=ppt/slides/_rels/slide9.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6.xml"/><Relationship Id="rId1" Type="http://schemas.openxmlformats.org/officeDocument/2006/relationships/slideLayout" Target="../slideLayouts/slideLayout37.xml"/><Relationship Id="rId6" Type="http://schemas.openxmlformats.org/officeDocument/2006/relationships/image" Target="../media/image47.jpeg"/><Relationship Id="rId5" Type="http://schemas.openxmlformats.org/officeDocument/2006/relationships/image" Target="../media/image46.png"/><Relationship Id="rId4" Type="http://schemas.openxmlformats.org/officeDocument/2006/relationships/image" Target="../media/image45.jpeg"/><Relationship Id="rId9" Type="http://schemas.openxmlformats.org/officeDocument/2006/relationships/image" Target="../media/image50.png"/></Relationships>
</file>

<file path=ppt/slides/_rels/slide10.xml.rels><?xml version="1.0" encoding="UTF-8" standalone="yes"?>
<Relationships xmlns="http://schemas.openxmlformats.org/package/2006/relationships"><Relationship Id="rId13" Type="http://schemas.openxmlformats.org/officeDocument/2006/relationships/image" Target="../media/image35.png"/><Relationship Id="rId18" Type="http://schemas.openxmlformats.org/officeDocument/2006/relationships/image" Target="../media/image40.png"/><Relationship Id="rId26" Type="http://schemas.openxmlformats.org/officeDocument/2006/relationships/image" Target="../media/image58.png"/><Relationship Id="rId21" Type="http://schemas.openxmlformats.org/officeDocument/2006/relationships/image" Target="../media/image53.png"/><Relationship Id="rId34" Type="http://schemas.openxmlformats.org/officeDocument/2006/relationships/image" Target="../media/image66.png"/><Relationship Id="rId7" Type="http://schemas.openxmlformats.org/officeDocument/2006/relationships/image" Target="../media/image29.png"/><Relationship Id="rId12" Type="http://schemas.openxmlformats.org/officeDocument/2006/relationships/image" Target="../media/image34.png"/><Relationship Id="rId17" Type="http://schemas.openxmlformats.org/officeDocument/2006/relationships/image" Target="../media/image39.png"/><Relationship Id="rId25" Type="http://schemas.openxmlformats.org/officeDocument/2006/relationships/image" Target="../media/image57.png"/><Relationship Id="rId33" Type="http://schemas.openxmlformats.org/officeDocument/2006/relationships/image" Target="../media/image65.png"/><Relationship Id="rId38" Type="http://schemas.openxmlformats.org/officeDocument/2006/relationships/image" Target="../media/image70.png"/><Relationship Id="rId2" Type="http://schemas.openxmlformats.org/officeDocument/2006/relationships/image" Target="../media/image24.png"/><Relationship Id="rId16" Type="http://schemas.openxmlformats.org/officeDocument/2006/relationships/image" Target="../media/image38.png"/><Relationship Id="rId20" Type="http://schemas.openxmlformats.org/officeDocument/2006/relationships/image" Target="../media/image52.png"/><Relationship Id="rId29" Type="http://schemas.openxmlformats.org/officeDocument/2006/relationships/image" Target="../media/image61.png"/><Relationship Id="rId1" Type="http://schemas.openxmlformats.org/officeDocument/2006/relationships/slideLayout" Target="../slideLayouts/slideLayout37.xml"/><Relationship Id="rId6" Type="http://schemas.openxmlformats.org/officeDocument/2006/relationships/image" Target="../media/image28.png"/><Relationship Id="rId11" Type="http://schemas.openxmlformats.org/officeDocument/2006/relationships/image" Target="../media/image33.png"/><Relationship Id="rId24" Type="http://schemas.openxmlformats.org/officeDocument/2006/relationships/image" Target="../media/image56.png"/><Relationship Id="rId32" Type="http://schemas.openxmlformats.org/officeDocument/2006/relationships/image" Target="../media/image64.png"/><Relationship Id="rId37" Type="http://schemas.openxmlformats.org/officeDocument/2006/relationships/image" Target="../media/image69.png"/><Relationship Id="rId5" Type="http://schemas.openxmlformats.org/officeDocument/2006/relationships/image" Target="../media/image27.png"/><Relationship Id="rId15" Type="http://schemas.openxmlformats.org/officeDocument/2006/relationships/image" Target="../media/image37.png"/><Relationship Id="rId23" Type="http://schemas.openxmlformats.org/officeDocument/2006/relationships/image" Target="../media/image55.png"/><Relationship Id="rId28" Type="http://schemas.openxmlformats.org/officeDocument/2006/relationships/image" Target="../media/image60.png"/><Relationship Id="rId36" Type="http://schemas.openxmlformats.org/officeDocument/2006/relationships/image" Target="../media/image68.png"/><Relationship Id="rId10" Type="http://schemas.openxmlformats.org/officeDocument/2006/relationships/image" Target="../media/image32.png"/><Relationship Id="rId19" Type="http://schemas.openxmlformats.org/officeDocument/2006/relationships/image" Target="../media/image51.png"/><Relationship Id="rId31" Type="http://schemas.openxmlformats.org/officeDocument/2006/relationships/image" Target="../media/image63.png"/><Relationship Id="rId4" Type="http://schemas.openxmlformats.org/officeDocument/2006/relationships/image" Target="../media/image26.png"/><Relationship Id="rId9" Type="http://schemas.openxmlformats.org/officeDocument/2006/relationships/image" Target="../media/image31.png"/><Relationship Id="rId14" Type="http://schemas.openxmlformats.org/officeDocument/2006/relationships/image" Target="../media/image36.png"/><Relationship Id="rId22" Type="http://schemas.openxmlformats.org/officeDocument/2006/relationships/image" Target="../media/image54.png"/><Relationship Id="rId27" Type="http://schemas.openxmlformats.org/officeDocument/2006/relationships/image" Target="../media/image59.png"/><Relationship Id="rId30" Type="http://schemas.openxmlformats.org/officeDocument/2006/relationships/image" Target="../media/image62.png"/><Relationship Id="rId35" Type="http://schemas.openxmlformats.org/officeDocument/2006/relationships/image" Target="../media/image67.png"/><Relationship Id="rId8" Type="http://schemas.openxmlformats.org/officeDocument/2006/relationships/image" Target="../media/image30.png"/><Relationship Id="rId3"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72.emf"/><Relationship Id="rId7" Type="http://schemas.openxmlformats.org/officeDocument/2006/relationships/hyperlink" Target="https://premisedash-6f5a0259c487.herokuapp.com/" TargetMode="External"/><Relationship Id="rId2" Type="http://schemas.openxmlformats.org/officeDocument/2006/relationships/image" Target="../media/image71.emf"/><Relationship Id="rId1" Type="http://schemas.openxmlformats.org/officeDocument/2006/relationships/slideLayout" Target="../slideLayouts/slideLayout42.xml"/><Relationship Id="rId6" Type="http://schemas.openxmlformats.org/officeDocument/2006/relationships/image" Target="../media/image75.emf"/><Relationship Id="rId5" Type="http://schemas.openxmlformats.org/officeDocument/2006/relationships/image" Target="../media/image74.emf"/><Relationship Id="rId4" Type="http://schemas.openxmlformats.org/officeDocument/2006/relationships/image" Target="../media/image73.emf"/></Relationships>
</file>

<file path=ppt/slides/_rels/slide12.xml.rels><?xml version="1.0" encoding="UTF-8" standalone="yes"?>
<Relationships xmlns="http://schemas.openxmlformats.org/package/2006/relationships"><Relationship Id="rId8" Type="http://schemas.microsoft.com/office/2007/relationships/hdphoto" Target="../media/hdphoto2.wdp"/><Relationship Id="rId13" Type="http://schemas.openxmlformats.org/officeDocument/2006/relationships/image" Target="../media/image82.png"/><Relationship Id="rId18" Type="http://schemas.openxmlformats.org/officeDocument/2006/relationships/image" Target="../media/image87.png"/><Relationship Id="rId3" Type="http://schemas.openxmlformats.org/officeDocument/2006/relationships/image" Target="../media/image45.jpeg"/><Relationship Id="rId21" Type="http://schemas.openxmlformats.org/officeDocument/2006/relationships/image" Target="../media/image90.jpeg"/><Relationship Id="rId7" Type="http://schemas.openxmlformats.org/officeDocument/2006/relationships/image" Target="../media/image78.png"/><Relationship Id="rId12" Type="http://schemas.openxmlformats.org/officeDocument/2006/relationships/image" Target="../media/image81.png"/><Relationship Id="rId17" Type="http://schemas.openxmlformats.org/officeDocument/2006/relationships/image" Target="../media/image86.png"/><Relationship Id="rId2" Type="http://schemas.openxmlformats.org/officeDocument/2006/relationships/image" Target="../media/image44.png"/><Relationship Id="rId16" Type="http://schemas.openxmlformats.org/officeDocument/2006/relationships/image" Target="../media/image85.png"/><Relationship Id="rId20" Type="http://schemas.openxmlformats.org/officeDocument/2006/relationships/image" Target="../media/image89.png"/><Relationship Id="rId1" Type="http://schemas.openxmlformats.org/officeDocument/2006/relationships/slideLayout" Target="../slideLayouts/slideLayout39.xml"/><Relationship Id="rId6" Type="http://schemas.microsoft.com/office/2007/relationships/hdphoto" Target="../media/hdphoto1.wdp"/><Relationship Id="rId11" Type="http://schemas.openxmlformats.org/officeDocument/2006/relationships/image" Target="../media/image80.png"/><Relationship Id="rId5" Type="http://schemas.openxmlformats.org/officeDocument/2006/relationships/image" Target="../media/image77.png"/><Relationship Id="rId15" Type="http://schemas.openxmlformats.org/officeDocument/2006/relationships/image" Target="../media/image84.png"/><Relationship Id="rId10" Type="http://schemas.microsoft.com/office/2007/relationships/hdphoto" Target="../media/hdphoto3.wdp"/><Relationship Id="rId19" Type="http://schemas.openxmlformats.org/officeDocument/2006/relationships/image" Target="../media/image88.png"/><Relationship Id="rId4" Type="http://schemas.openxmlformats.org/officeDocument/2006/relationships/image" Target="../media/image76.png"/><Relationship Id="rId9" Type="http://schemas.openxmlformats.org/officeDocument/2006/relationships/image" Target="../media/image79.png"/><Relationship Id="rId14" Type="http://schemas.openxmlformats.org/officeDocument/2006/relationships/image" Target="../media/image83.png"/><Relationship Id="rId22" Type="http://schemas.openxmlformats.org/officeDocument/2006/relationships/image" Target="../media/image91.png"/></Relationships>
</file>

<file path=ppt/slides/_rels/slide13.xml.rels><?xml version="1.0" encoding="UTF-8" standalone="yes"?>
<Relationships xmlns="http://schemas.openxmlformats.org/package/2006/relationships"><Relationship Id="rId8" Type="http://schemas.openxmlformats.org/officeDocument/2006/relationships/image" Target="../media/image98.png"/><Relationship Id="rId3" Type="http://schemas.openxmlformats.org/officeDocument/2006/relationships/image" Target="../media/image93.png"/><Relationship Id="rId7" Type="http://schemas.openxmlformats.org/officeDocument/2006/relationships/image" Target="../media/image97.png"/><Relationship Id="rId12" Type="http://schemas.openxmlformats.org/officeDocument/2006/relationships/image" Target="../media/image102.png"/><Relationship Id="rId2" Type="http://schemas.openxmlformats.org/officeDocument/2006/relationships/image" Target="../media/image92.png"/><Relationship Id="rId1" Type="http://schemas.openxmlformats.org/officeDocument/2006/relationships/slideLayout" Target="../slideLayouts/slideLayout38.xml"/><Relationship Id="rId6" Type="http://schemas.openxmlformats.org/officeDocument/2006/relationships/image" Target="../media/image96.png"/><Relationship Id="rId11" Type="http://schemas.openxmlformats.org/officeDocument/2006/relationships/image" Target="../media/image101.png"/><Relationship Id="rId5" Type="http://schemas.openxmlformats.org/officeDocument/2006/relationships/image" Target="../media/image95.png"/><Relationship Id="rId10" Type="http://schemas.openxmlformats.org/officeDocument/2006/relationships/image" Target="../media/image100.png"/><Relationship Id="rId4" Type="http://schemas.openxmlformats.org/officeDocument/2006/relationships/image" Target="../media/image94.png"/><Relationship Id="rId9" Type="http://schemas.openxmlformats.org/officeDocument/2006/relationships/image" Target="../media/image99.png"/></Relationships>
</file>

<file path=ppt/slides/_rels/slide14.xml.rels><?xml version="1.0" encoding="UTF-8" standalone="yes"?>
<Relationships xmlns="http://schemas.openxmlformats.org/package/2006/relationships"><Relationship Id="rId8" Type="http://schemas.openxmlformats.org/officeDocument/2006/relationships/image" Target="../media/image108.png"/><Relationship Id="rId13" Type="http://schemas.openxmlformats.org/officeDocument/2006/relationships/image" Target="../media/image111.png"/><Relationship Id="rId3" Type="http://schemas.openxmlformats.org/officeDocument/2006/relationships/image" Target="../media/image103.png"/><Relationship Id="rId7" Type="http://schemas.openxmlformats.org/officeDocument/2006/relationships/image" Target="../media/image107.png"/><Relationship Id="rId12" Type="http://schemas.openxmlformats.org/officeDocument/2006/relationships/image" Target="../media/image110.png"/><Relationship Id="rId2" Type="http://schemas.openxmlformats.org/officeDocument/2006/relationships/notesSlide" Target="../notesSlides/notesSlide7.xml"/><Relationship Id="rId1" Type="http://schemas.openxmlformats.org/officeDocument/2006/relationships/slideLayout" Target="../slideLayouts/slideLayout38.xml"/><Relationship Id="rId6" Type="http://schemas.openxmlformats.org/officeDocument/2006/relationships/image" Target="../media/image106.png"/><Relationship Id="rId11" Type="http://schemas.openxmlformats.org/officeDocument/2006/relationships/image" Target="../media/image109.png"/><Relationship Id="rId5" Type="http://schemas.openxmlformats.org/officeDocument/2006/relationships/image" Target="../media/image105.png"/><Relationship Id="rId10" Type="http://schemas.openxmlformats.org/officeDocument/2006/relationships/image" Target="../media/image15.png"/><Relationship Id="rId4" Type="http://schemas.openxmlformats.org/officeDocument/2006/relationships/image" Target="../media/image104.png"/><Relationship Id="rId9" Type="http://schemas.openxmlformats.org/officeDocument/2006/relationships/image" Target="../media/image101.png"/></Relationships>
</file>

<file path=ppt/slides/_rels/slide15.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8.xml"/><Relationship Id="rId1" Type="http://schemas.openxmlformats.org/officeDocument/2006/relationships/slideLayout" Target="../slideLayouts/slideLayout39.xml"/><Relationship Id="rId4" Type="http://schemas.openxmlformats.org/officeDocument/2006/relationships/image" Target="../media/image1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7.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9.xml"/><Relationship Id="rId1" Type="http://schemas.openxmlformats.org/officeDocument/2006/relationships/slideLayout" Target="../slideLayouts/slideLayout38.xml"/><Relationship Id="rId6" Type="http://schemas.openxmlformats.org/officeDocument/2006/relationships/image" Target="../media/image116.png"/><Relationship Id="rId5" Type="http://schemas.openxmlformats.org/officeDocument/2006/relationships/image" Target="../media/image115.png"/><Relationship Id="rId4" Type="http://schemas.openxmlformats.org/officeDocument/2006/relationships/hyperlink" Target="https://pixabay.com/fr/personnes-ic%C3%B4ne-trois-cercles-1085695/"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43.xml"/><Relationship Id="rId4" Type="http://schemas.openxmlformats.org/officeDocument/2006/relationships/image" Target="../media/image119.png"/></Relationships>
</file>

<file path=ppt/slides/_rels/slide19.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41.xml"/></Relationships>
</file>

<file path=ppt/slides/_rels/slide20.xml.rels><?xml version="1.0" encoding="UTF-8" standalone="yes"?>
<Relationships xmlns="http://schemas.openxmlformats.org/package/2006/relationships"><Relationship Id="rId3" Type="http://schemas.openxmlformats.org/officeDocument/2006/relationships/hyperlink" Target="https://github.com/LCA-ActivityBrowser/activity-browser" TargetMode="External"/><Relationship Id="rId2" Type="http://schemas.openxmlformats.org/officeDocument/2006/relationships/hyperlink" Target="https://github.com/brightway-lca" TargetMode="External"/><Relationship Id="rId1" Type="http://schemas.openxmlformats.org/officeDocument/2006/relationships/slideLayout" Target="../slideLayouts/slideLayout35.xml"/><Relationship Id="rId6" Type="http://schemas.openxmlformats.org/officeDocument/2006/relationships/hyperlink" Target="https://github.com/polca/premise" TargetMode="External"/><Relationship Id="rId5" Type="http://schemas.openxmlformats.org/officeDocument/2006/relationships/hyperlink" Target="https://github.com/polca/wurst" TargetMode="External"/><Relationship Id="rId4" Type="http://schemas.openxmlformats.org/officeDocument/2006/relationships/hyperlink" Target="https://github.com/LCA-ActivityBrowser/brightway-superstructure"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2.xml.rels><?xml version="1.0" encoding="UTF-8" standalone="yes"?>
<Relationships xmlns="http://schemas.openxmlformats.org/package/2006/relationships"><Relationship Id="rId3" Type="http://schemas.openxmlformats.org/officeDocument/2006/relationships/hyperlink" Target="https://esa.ethz.ch/" TargetMode="External"/><Relationship Id="rId2" Type="http://schemas.openxmlformats.org/officeDocument/2006/relationships/hyperlink" Target="https://www.psi.ch/en/lea" TargetMode="Externa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CC900B9-69A9-16D6-9DB4-FE565862D546}"/>
              </a:ext>
            </a:extLst>
          </p:cNvPr>
          <p:cNvSpPr>
            <a:spLocks noGrp="1"/>
          </p:cNvSpPr>
          <p:nvPr>
            <p:ph type="ctrTitle"/>
          </p:nvPr>
        </p:nvSpPr>
        <p:spPr>
          <a:xfrm>
            <a:off x="695326" y="1445854"/>
            <a:ext cx="6427788" cy="2007994"/>
          </a:xfrm>
        </p:spPr>
        <p:txBody>
          <a:bodyPr/>
          <a:lstStyle/>
          <a:p>
            <a:r>
              <a:rPr lang="en-US" dirty="0" err="1"/>
              <a:t>Escenarios</a:t>
            </a:r>
            <a:r>
              <a:rPr lang="en-US" dirty="0"/>
              <a:t> </a:t>
            </a:r>
            <a:r>
              <a:rPr lang="en-US" dirty="0" err="1"/>
              <a:t>prospectivos</a:t>
            </a:r>
            <a:br>
              <a:rPr lang="en-US" dirty="0"/>
            </a:br>
            <a:r>
              <a:rPr lang="en-US" dirty="0"/>
              <a:t>para </a:t>
            </a:r>
            <a:r>
              <a:rPr lang="en-US" dirty="0" err="1"/>
              <a:t>inventarios</a:t>
            </a:r>
            <a:r>
              <a:rPr lang="en-US" dirty="0"/>
              <a:t> de ACV</a:t>
            </a:r>
            <a:endParaRPr lang="en-GB" noProof="0" dirty="0"/>
          </a:p>
        </p:txBody>
      </p:sp>
      <p:sp>
        <p:nvSpPr>
          <p:cNvPr id="5" name="Textplatzhalter 4">
            <a:extLst>
              <a:ext uri="{FF2B5EF4-FFF2-40B4-BE49-F238E27FC236}">
                <a16:creationId xmlns:a16="http://schemas.microsoft.com/office/drawing/2014/main" id="{B939853F-959A-48E6-ACE2-F62A38A8EDAC}"/>
              </a:ext>
            </a:extLst>
          </p:cNvPr>
          <p:cNvSpPr>
            <a:spLocks noGrp="1"/>
          </p:cNvSpPr>
          <p:nvPr>
            <p:ph type="body" sz="quarter" idx="13"/>
          </p:nvPr>
        </p:nvSpPr>
        <p:spPr/>
        <p:txBody>
          <a:bodyPr/>
          <a:lstStyle/>
          <a:p>
            <a:r>
              <a:rPr lang="en-GB" noProof="0" dirty="0"/>
              <a:t>Alvaro HAHN MENACHO</a:t>
            </a:r>
          </a:p>
          <a:p>
            <a:r>
              <a:rPr lang="en-GB" noProof="0" dirty="0"/>
              <a:t>Laboratory for Energy Systems Analysis</a:t>
            </a:r>
          </a:p>
          <a:p>
            <a:r>
              <a:rPr lang="en-GB" noProof="0" dirty="0"/>
              <a:t>Paul Scherrer Institute, Switzerland</a:t>
            </a:r>
          </a:p>
          <a:p>
            <a:endParaRPr lang="en-GB" noProof="0" dirty="0"/>
          </a:p>
        </p:txBody>
      </p:sp>
      <p:sp>
        <p:nvSpPr>
          <p:cNvPr id="6" name="Textplatzhalter 5">
            <a:extLst>
              <a:ext uri="{FF2B5EF4-FFF2-40B4-BE49-F238E27FC236}">
                <a16:creationId xmlns:a16="http://schemas.microsoft.com/office/drawing/2014/main" id="{64E10A4B-A01C-C271-87F1-8054278DB45B}"/>
              </a:ext>
            </a:extLst>
          </p:cNvPr>
          <p:cNvSpPr>
            <a:spLocks noGrp="1"/>
          </p:cNvSpPr>
          <p:nvPr>
            <p:ph type="body" sz="quarter" idx="14"/>
          </p:nvPr>
        </p:nvSpPr>
        <p:spPr/>
        <p:txBody>
          <a:bodyPr/>
          <a:lstStyle/>
          <a:p>
            <a:r>
              <a:rPr lang="en-GB" noProof="0" dirty="0"/>
              <a:t>Lima, 4 </a:t>
            </a:r>
            <a:r>
              <a:rPr lang="en-GB" noProof="0" dirty="0" err="1"/>
              <a:t>febrero</a:t>
            </a:r>
            <a:r>
              <a:rPr lang="en-GB" noProof="0" dirty="0"/>
              <a:t> 2025</a:t>
            </a:r>
          </a:p>
        </p:txBody>
      </p:sp>
      <p:sp>
        <p:nvSpPr>
          <p:cNvPr id="3" name="Rectangle 2">
            <a:extLst>
              <a:ext uri="{FF2B5EF4-FFF2-40B4-BE49-F238E27FC236}">
                <a16:creationId xmlns:a16="http://schemas.microsoft.com/office/drawing/2014/main" id="{7769D860-C846-E8B6-467F-BDCF990D07FD}"/>
              </a:ext>
            </a:extLst>
          </p:cNvPr>
          <p:cNvSpPr>
            <a:spLocks noGrp="1" noRot="1" noMove="1" noResize="1" noEditPoints="1" noAdjustHandles="1" noChangeArrowheads="1" noChangeShapeType="1"/>
          </p:cNvSpPr>
          <p:nvPr/>
        </p:nvSpPr>
        <p:spPr>
          <a:xfrm>
            <a:off x="0" y="0"/>
            <a:ext cx="4439816" cy="155679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sz="2000" dirty="0" err="1"/>
          </a:p>
        </p:txBody>
      </p:sp>
      <p:sp>
        <p:nvSpPr>
          <p:cNvPr id="12" name="TextBox 11">
            <a:extLst>
              <a:ext uri="{FF2B5EF4-FFF2-40B4-BE49-F238E27FC236}">
                <a16:creationId xmlns:a16="http://schemas.microsoft.com/office/drawing/2014/main" id="{DB8E1A68-8185-AE5E-8964-81CA06F8B86C}"/>
              </a:ext>
            </a:extLst>
          </p:cNvPr>
          <p:cNvSpPr txBox="1">
            <a:spLocks noGrp="1" noRot="1" noMove="1" noResize="1" noEditPoints="1" noAdjustHandles="1" noChangeArrowheads="1" noChangeShapeType="1"/>
          </p:cNvSpPr>
          <p:nvPr/>
        </p:nvSpPr>
        <p:spPr>
          <a:xfrm>
            <a:off x="2570142" y="611396"/>
            <a:ext cx="4894010" cy="369332"/>
          </a:xfrm>
          <a:prstGeom prst="rect">
            <a:avLst/>
          </a:prstGeom>
          <a:noFill/>
        </p:spPr>
        <p:txBody>
          <a:bodyPr wrap="square" lIns="0" tIns="0" rIns="0" bIns="0" rtlCol="0">
            <a:spAutoFit/>
          </a:bodyPr>
          <a:lstStyle/>
          <a:p>
            <a:pPr algn="l"/>
            <a:r>
              <a:rPr lang="en-CH" sz="1200" b="1" dirty="0">
                <a:solidFill>
                  <a:schemeClr val="bg1"/>
                </a:solidFill>
                <a:latin typeface="Aptos SemiBold" panose="020B0004020202020204" pitchFamily="34" charset="0"/>
              </a:rPr>
              <a:t>Center for Nuclear Engineering and Sciences</a:t>
            </a:r>
          </a:p>
          <a:p>
            <a:pPr algn="l"/>
            <a:r>
              <a:rPr lang="en-CH" sz="1200" b="1" dirty="0">
                <a:solidFill>
                  <a:schemeClr val="bg1"/>
                </a:solidFill>
                <a:latin typeface="Aptos SemiBold" panose="020B0004020202020204" pitchFamily="34" charset="0"/>
              </a:rPr>
              <a:t>Center for Energy and Environmental Sciences</a:t>
            </a:r>
          </a:p>
        </p:txBody>
      </p:sp>
      <p:pic>
        <p:nvPicPr>
          <p:cNvPr id="13" name="Picture 12" descr="A logo with white dots&#10;&#10;Description automatically generated">
            <a:extLst>
              <a:ext uri="{FF2B5EF4-FFF2-40B4-BE49-F238E27FC236}">
                <a16:creationId xmlns:a16="http://schemas.microsoft.com/office/drawing/2014/main" id="{457FE63D-CE80-74C1-00AD-CC0868E9327E}"/>
              </a:ext>
            </a:extLst>
          </p:cNvPr>
          <p:cNvPicPr>
            <a:picLocks noGrp="1" noRot="1" noChangeAspect="1" noMove="1" noResize="1" noEditPoints="1" noAdjustHandles="1" noChangeArrowheads="1" noChangeShapeType="1" noCrop="1"/>
          </p:cNvPicPr>
          <p:nvPr/>
        </p:nvPicPr>
        <p:blipFill>
          <a:blip r:embed="rId2" cstate="print">
            <a:extLst>
              <a:ext uri="{28A0092B-C50C-407E-A947-70E740481C1C}">
                <a14:useLocalDpi xmlns:a14="http://schemas.microsoft.com/office/drawing/2010/main" val="0"/>
              </a:ext>
            </a:extLst>
          </a:blip>
          <a:stretch>
            <a:fillRect/>
          </a:stretch>
        </p:blipFill>
        <p:spPr>
          <a:xfrm>
            <a:off x="686253" y="198758"/>
            <a:ext cx="1739900" cy="1079500"/>
          </a:xfrm>
          <a:prstGeom prst="rect">
            <a:avLst/>
          </a:prstGeom>
        </p:spPr>
      </p:pic>
    </p:spTree>
    <p:extLst>
      <p:ext uri="{BB962C8B-B14F-4D97-AF65-F5344CB8AC3E}">
        <p14:creationId xmlns:p14="http://schemas.microsoft.com/office/powerpoint/2010/main" val="37336174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8262A-B9C3-4946-A117-D9D5DE1AF5C9}"/>
              </a:ext>
            </a:extLst>
          </p:cNvPr>
          <p:cNvSpPr>
            <a:spLocks noGrp="1"/>
          </p:cNvSpPr>
          <p:nvPr>
            <p:ph type="title"/>
          </p:nvPr>
        </p:nvSpPr>
        <p:spPr/>
        <p:txBody>
          <a:bodyPr>
            <a:normAutofit/>
          </a:bodyPr>
          <a:lstStyle/>
          <a:p>
            <a:r>
              <a:rPr lang="en-US" sz="2600" dirty="0" err="1"/>
              <a:t>Contenido</a:t>
            </a:r>
            <a:endParaRPr lang="en-CH" sz="2600" dirty="0"/>
          </a:p>
        </p:txBody>
      </p:sp>
      <p:sp>
        <p:nvSpPr>
          <p:cNvPr id="9" name="Slide Number Placeholder 8">
            <a:extLst>
              <a:ext uri="{FF2B5EF4-FFF2-40B4-BE49-F238E27FC236}">
                <a16:creationId xmlns:a16="http://schemas.microsoft.com/office/drawing/2014/main" id="{D82B0C41-6675-AEA5-2EF3-5F05EE082E26}"/>
              </a:ext>
            </a:extLst>
          </p:cNvPr>
          <p:cNvSpPr>
            <a:spLocks noGrp="1"/>
          </p:cNvSpPr>
          <p:nvPr>
            <p:ph type="sldNum" sz="quarter" idx="19"/>
          </p:nvPr>
        </p:nvSpPr>
        <p:spPr/>
        <p:txBody>
          <a:bodyPr/>
          <a:lstStyle/>
          <a:p>
            <a:fld id="{5EE7099E-8998-4851-915A-4F4831808297}" type="slidenum">
              <a:rPr lang="nl-NL" smtClean="0"/>
              <a:pPr/>
              <a:t>2</a:t>
            </a:fld>
            <a:endParaRPr lang="nl-NL" dirty="0"/>
          </a:p>
        </p:txBody>
      </p:sp>
      <p:sp>
        <p:nvSpPr>
          <p:cNvPr id="3" name="Vertical Text Placeholder 2">
            <a:extLst>
              <a:ext uri="{FF2B5EF4-FFF2-40B4-BE49-F238E27FC236}">
                <a16:creationId xmlns:a16="http://schemas.microsoft.com/office/drawing/2014/main" id="{258856A4-8377-4842-B0B9-1A5D3998F612}"/>
              </a:ext>
            </a:extLst>
          </p:cNvPr>
          <p:cNvSpPr>
            <a:spLocks noGrp="1"/>
          </p:cNvSpPr>
          <p:nvPr>
            <p:ph sz="quarter" idx="20"/>
          </p:nvPr>
        </p:nvSpPr>
        <p:spPr>
          <a:xfrm>
            <a:off x="523017" y="1270000"/>
            <a:ext cx="11668983" cy="4699000"/>
          </a:xfrm>
        </p:spPr>
        <p:txBody>
          <a:bodyPr>
            <a:normAutofit/>
          </a:bodyPr>
          <a:lstStyle/>
          <a:p>
            <a:pPr marL="457200" indent="-457200">
              <a:buFont typeface="Arial" panose="020B0604020202020204" pitchFamily="34" charset="0"/>
              <a:buChar char="•"/>
            </a:pPr>
            <a:r>
              <a:rPr lang="en-US" sz="2799" dirty="0" err="1"/>
              <a:t>Definición</a:t>
            </a:r>
            <a:r>
              <a:rPr lang="en-US" sz="2799" dirty="0"/>
              <a:t> de </a:t>
            </a:r>
            <a:r>
              <a:rPr lang="en-US" sz="2799" dirty="0" err="1"/>
              <a:t>escenarios</a:t>
            </a:r>
            <a:endParaRPr lang="en-US" sz="2799" dirty="0"/>
          </a:p>
          <a:p>
            <a:pPr marL="457200" indent="-457200">
              <a:buFont typeface="Arial" panose="020B0604020202020204" pitchFamily="34" charset="0"/>
              <a:buChar char="•"/>
            </a:pPr>
            <a:r>
              <a:rPr lang="en-US" sz="2799" dirty="0"/>
              <a:t>Foreground vs. background </a:t>
            </a:r>
            <a:r>
              <a:rPr lang="en-US" sz="2799" dirty="0" err="1"/>
              <a:t>escenarios</a:t>
            </a:r>
            <a:endParaRPr lang="en-US" sz="2799" dirty="0"/>
          </a:p>
          <a:p>
            <a:pPr marL="457200" indent="-457200">
              <a:buFont typeface="Arial" panose="020B0604020202020204" pitchFamily="34" charset="0"/>
              <a:buChar char="•"/>
            </a:pPr>
            <a:r>
              <a:rPr lang="en-US" sz="2799" dirty="0" err="1"/>
              <a:t>Modelos</a:t>
            </a:r>
            <a:r>
              <a:rPr lang="en-US" sz="2799" dirty="0"/>
              <a:t> de </a:t>
            </a:r>
            <a:r>
              <a:rPr lang="en-US" sz="2799" dirty="0" err="1"/>
              <a:t>Evaluación</a:t>
            </a:r>
            <a:r>
              <a:rPr lang="en-US" sz="2799" dirty="0"/>
              <a:t> </a:t>
            </a:r>
            <a:r>
              <a:rPr lang="en-US" sz="2799" dirty="0" err="1"/>
              <a:t>Integrada</a:t>
            </a:r>
            <a:r>
              <a:rPr lang="en-US" sz="2799" dirty="0"/>
              <a:t> (IAMs)</a:t>
            </a:r>
          </a:p>
          <a:p>
            <a:pPr marL="457200" indent="-457200">
              <a:buFont typeface="Arial" panose="020B0604020202020204" pitchFamily="34" charset="0"/>
              <a:buChar char="•"/>
            </a:pPr>
            <a:r>
              <a:rPr lang="es-ES" sz="2799" dirty="0"/>
              <a:t>Flujo de trabajo de PREMISE y herramientas de código abierto</a:t>
            </a:r>
          </a:p>
          <a:p>
            <a:pPr marL="457200" indent="-457200">
              <a:buFont typeface="Arial" panose="020B0604020202020204" pitchFamily="34" charset="0"/>
              <a:buChar char="•"/>
            </a:pPr>
            <a:r>
              <a:rPr lang="en-US" sz="2799" dirty="0" err="1"/>
              <a:t>Efectos</a:t>
            </a:r>
            <a:r>
              <a:rPr lang="en-US" sz="2799" dirty="0"/>
              <a:t> de </a:t>
            </a:r>
            <a:r>
              <a:rPr lang="en-US" sz="2799" dirty="0" err="1"/>
              <a:t>los</a:t>
            </a:r>
            <a:r>
              <a:rPr lang="en-US" sz="2799" dirty="0"/>
              <a:t> </a:t>
            </a:r>
            <a:r>
              <a:rPr lang="en-US" sz="2799" dirty="0" err="1"/>
              <a:t>inventarios</a:t>
            </a:r>
            <a:r>
              <a:rPr lang="en-US" sz="2799" dirty="0"/>
              <a:t> </a:t>
            </a:r>
            <a:r>
              <a:rPr lang="en-US" sz="2799" dirty="0" err="1"/>
              <a:t>modificados</a:t>
            </a:r>
            <a:r>
              <a:rPr lang="en-US" sz="2799" dirty="0"/>
              <a:t> </a:t>
            </a:r>
            <a:r>
              <a:rPr lang="en-US" sz="2799" dirty="0" err="1"/>
              <a:t>temporalmente</a:t>
            </a:r>
            <a:endParaRPr lang="en-US" sz="2799" dirty="0"/>
          </a:p>
          <a:p>
            <a:pPr marL="457200" indent="-457200">
              <a:buFont typeface="Arial" panose="020B0604020202020204" pitchFamily="34" charset="0"/>
              <a:buChar char="•"/>
            </a:pPr>
            <a:r>
              <a:rPr lang="en-US" sz="2799" dirty="0" err="1"/>
              <a:t>Cómo</a:t>
            </a:r>
            <a:r>
              <a:rPr lang="en-US" sz="2799" dirty="0"/>
              <a:t>  usar PREMISE</a:t>
            </a:r>
          </a:p>
        </p:txBody>
      </p:sp>
    </p:spTree>
    <p:extLst>
      <p:ext uri="{BB962C8B-B14F-4D97-AF65-F5344CB8AC3E}">
        <p14:creationId xmlns:p14="http://schemas.microsoft.com/office/powerpoint/2010/main" val="3654606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96FF510-B021-909D-1788-5171CA772505}"/>
              </a:ext>
            </a:extLst>
          </p:cNvPr>
          <p:cNvSpPr>
            <a:spLocks noGrp="1"/>
          </p:cNvSpPr>
          <p:nvPr>
            <p:ph type="sldNum" sz="quarter" idx="19"/>
          </p:nvPr>
        </p:nvSpPr>
        <p:spPr/>
        <p:txBody>
          <a:bodyPr/>
          <a:lstStyle/>
          <a:p>
            <a:fld id="{28A3D32B-9EE4-634E-8394-5B7C42BAEC12}" type="slidenum">
              <a:rPr lang="en-US" smtClean="0"/>
              <a:t>3</a:t>
            </a:fld>
            <a:endParaRPr lang="en-US"/>
          </a:p>
        </p:txBody>
      </p:sp>
      <p:sp>
        <p:nvSpPr>
          <p:cNvPr id="4" name="object 2">
            <a:extLst>
              <a:ext uri="{FF2B5EF4-FFF2-40B4-BE49-F238E27FC236}">
                <a16:creationId xmlns:a16="http://schemas.microsoft.com/office/drawing/2014/main" id="{D58BE7D3-B180-39D3-57E7-CA49E664F143}"/>
              </a:ext>
            </a:extLst>
          </p:cNvPr>
          <p:cNvSpPr txBox="1">
            <a:spLocks noGrp="1"/>
          </p:cNvSpPr>
          <p:nvPr>
            <p:ph type="title"/>
          </p:nvPr>
        </p:nvSpPr>
        <p:spPr>
          <a:xfrm>
            <a:off x="316456" y="332316"/>
            <a:ext cx="11510008" cy="417178"/>
          </a:xfrm>
          <a:prstGeom prst="rect">
            <a:avLst/>
          </a:prstGeom>
        </p:spPr>
        <p:txBody>
          <a:bodyPr vert="horz" wrap="square" lIns="0" tIns="16903" rIns="0" bIns="0" rtlCol="0" anchor="ctr" anchorCtr="0">
            <a:spAutoFit/>
          </a:bodyPr>
          <a:lstStyle/>
          <a:p>
            <a:pPr marL="16905">
              <a:spcBef>
                <a:spcPts val="133"/>
              </a:spcBef>
            </a:pPr>
            <a:r>
              <a:rPr lang="es-ES" dirty="0"/>
              <a:t>Herramientas de código abierto en el ecosistema BRIGHTWAY</a:t>
            </a:r>
            <a:endParaRPr sz="2600" dirty="0"/>
          </a:p>
        </p:txBody>
      </p:sp>
      <p:pic>
        <p:nvPicPr>
          <p:cNvPr id="18" name="Picture 17" descr="A diagram of a data flow&#10;&#10;Description automatically generated">
            <a:extLst>
              <a:ext uri="{FF2B5EF4-FFF2-40B4-BE49-F238E27FC236}">
                <a16:creationId xmlns:a16="http://schemas.microsoft.com/office/drawing/2014/main" id="{E1138BA8-C5B4-085D-BA21-15D763011CA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65791" y="817331"/>
            <a:ext cx="7772400" cy="5223338"/>
          </a:xfrm>
          <a:prstGeom prst="rect">
            <a:avLst/>
          </a:prstGeom>
        </p:spPr>
      </p:pic>
      <p:sp>
        <p:nvSpPr>
          <p:cNvPr id="19" name="Rectangle 18">
            <a:extLst>
              <a:ext uri="{FF2B5EF4-FFF2-40B4-BE49-F238E27FC236}">
                <a16:creationId xmlns:a16="http://schemas.microsoft.com/office/drawing/2014/main" id="{36030A52-4C83-3492-8945-73940DF12CC6}"/>
              </a:ext>
            </a:extLst>
          </p:cNvPr>
          <p:cNvSpPr/>
          <p:nvPr/>
        </p:nvSpPr>
        <p:spPr>
          <a:xfrm>
            <a:off x="7206343" y="1959429"/>
            <a:ext cx="1099457" cy="50074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0" name="Rectangle 19">
            <a:extLst>
              <a:ext uri="{FF2B5EF4-FFF2-40B4-BE49-F238E27FC236}">
                <a16:creationId xmlns:a16="http://schemas.microsoft.com/office/drawing/2014/main" id="{52D81F07-4770-23FF-98C0-0EA05D946F10}"/>
              </a:ext>
            </a:extLst>
          </p:cNvPr>
          <p:cNvSpPr/>
          <p:nvPr/>
        </p:nvSpPr>
        <p:spPr>
          <a:xfrm>
            <a:off x="4332514" y="5236029"/>
            <a:ext cx="1099457" cy="50074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1" name="Rectangle 20">
            <a:extLst>
              <a:ext uri="{FF2B5EF4-FFF2-40B4-BE49-F238E27FC236}">
                <a16:creationId xmlns:a16="http://schemas.microsoft.com/office/drawing/2014/main" id="{C98FC3EA-8EAE-5646-A2BF-502879380AD4}"/>
              </a:ext>
            </a:extLst>
          </p:cNvPr>
          <p:cNvSpPr/>
          <p:nvPr/>
        </p:nvSpPr>
        <p:spPr>
          <a:xfrm>
            <a:off x="7206343" y="5236029"/>
            <a:ext cx="1099457" cy="50074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2" name="Rectangle 21">
            <a:extLst>
              <a:ext uri="{FF2B5EF4-FFF2-40B4-BE49-F238E27FC236}">
                <a16:creationId xmlns:a16="http://schemas.microsoft.com/office/drawing/2014/main" id="{A78E4A01-4566-ADCB-FDA4-A32F65C26C43}"/>
              </a:ext>
            </a:extLst>
          </p:cNvPr>
          <p:cNvSpPr/>
          <p:nvPr/>
        </p:nvSpPr>
        <p:spPr>
          <a:xfrm>
            <a:off x="4332514" y="1817915"/>
            <a:ext cx="1099457" cy="40277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Tree>
    <p:extLst>
      <p:ext uri="{BB962C8B-B14F-4D97-AF65-F5344CB8AC3E}">
        <p14:creationId xmlns:p14="http://schemas.microsoft.com/office/powerpoint/2010/main" val="574456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27032-83D1-2A2F-703A-4E73D51643A1}"/>
              </a:ext>
            </a:extLst>
          </p:cNvPr>
          <p:cNvSpPr>
            <a:spLocks noGrp="1"/>
          </p:cNvSpPr>
          <p:nvPr>
            <p:ph type="title"/>
          </p:nvPr>
        </p:nvSpPr>
        <p:spPr/>
        <p:txBody>
          <a:bodyPr>
            <a:normAutofit/>
          </a:bodyPr>
          <a:lstStyle/>
          <a:p>
            <a:r>
              <a:rPr lang="de-CH" b="1" dirty="0"/>
              <a:t>¿</a:t>
            </a:r>
            <a:r>
              <a:rPr lang="de-CH" b="1" dirty="0" err="1"/>
              <a:t>Qué</a:t>
            </a:r>
            <a:r>
              <a:rPr lang="de-CH" b="1" dirty="0"/>
              <a:t> es </a:t>
            </a:r>
            <a:r>
              <a:rPr lang="de-CH" b="1" dirty="0" err="1"/>
              <a:t>un</a:t>
            </a:r>
            <a:r>
              <a:rPr lang="de-CH" b="1" dirty="0"/>
              <a:t> </a:t>
            </a:r>
            <a:r>
              <a:rPr lang="de-CH" b="1" dirty="0" err="1"/>
              <a:t>escenario</a:t>
            </a:r>
            <a:r>
              <a:rPr lang="de-CH" b="1" dirty="0"/>
              <a:t>?</a:t>
            </a:r>
            <a:endParaRPr lang="en-CH" sz="2600" dirty="0"/>
          </a:p>
        </p:txBody>
      </p:sp>
      <p:sp>
        <p:nvSpPr>
          <p:cNvPr id="9" name="Slide Number Placeholder 8">
            <a:extLst>
              <a:ext uri="{FF2B5EF4-FFF2-40B4-BE49-F238E27FC236}">
                <a16:creationId xmlns:a16="http://schemas.microsoft.com/office/drawing/2014/main" id="{B3E80470-C451-3940-441E-6F93D70B5556}"/>
              </a:ext>
            </a:extLst>
          </p:cNvPr>
          <p:cNvSpPr>
            <a:spLocks noGrp="1"/>
          </p:cNvSpPr>
          <p:nvPr>
            <p:ph type="sldNum" sz="quarter" idx="19"/>
          </p:nvPr>
        </p:nvSpPr>
        <p:spPr/>
        <p:txBody>
          <a:bodyPr/>
          <a:lstStyle/>
          <a:p>
            <a:fld id="{5EE7099E-8998-4851-915A-4F4831808297}" type="slidenum">
              <a:rPr lang="nl-NL" smtClean="0"/>
              <a:pPr/>
              <a:t>4</a:t>
            </a:fld>
            <a:endParaRPr lang="nl-NL"/>
          </a:p>
        </p:txBody>
      </p:sp>
      <p:sp>
        <p:nvSpPr>
          <p:cNvPr id="3" name="Vertical Text Placeholder 2">
            <a:extLst>
              <a:ext uri="{FF2B5EF4-FFF2-40B4-BE49-F238E27FC236}">
                <a16:creationId xmlns:a16="http://schemas.microsoft.com/office/drawing/2014/main" id="{004AEBDF-07C2-FE86-F3F2-DC52D041F2CB}"/>
              </a:ext>
            </a:extLst>
          </p:cNvPr>
          <p:cNvSpPr>
            <a:spLocks noGrp="1"/>
          </p:cNvSpPr>
          <p:nvPr>
            <p:ph sz="quarter" idx="20"/>
          </p:nvPr>
        </p:nvSpPr>
        <p:spPr/>
        <p:txBody>
          <a:bodyPr>
            <a:noAutofit/>
          </a:bodyPr>
          <a:lstStyle/>
          <a:p>
            <a:r>
              <a:rPr lang="es-ES" sz="3200" dirty="0"/>
              <a:t>Un </a:t>
            </a:r>
            <a:r>
              <a:rPr lang="es-ES" sz="3200" b="1" dirty="0"/>
              <a:t>escenario</a:t>
            </a:r>
            <a:r>
              <a:rPr lang="es-ES" sz="3200" dirty="0"/>
              <a:t> es una descripción de cómo podría desarrollarse el futuro, basada en un conjunto </a:t>
            </a:r>
            <a:r>
              <a:rPr lang="es-ES" sz="3200" b="1" dirty="0"/>
              <a:t>coherente</a:t>
            </a:r>
            <a:r>
              <a:rPr lang="es-ES" sz="3200" dirty="0"/>
              <a:t> e </a:t>
            </a:r>
            <a:r>
              <a:rPr lang="es-ES" sz="3200" b="1" dirty="0"/>
              <a:t>internamente consistente</a:t>
            </a:r>
            <a:r>
              <a:rPr lang="es-ES" sz="3200" dirty="0"/>
              <a:t> de suposiciones...</a:t>
            </a:r>
            <a:r>
              <a:rPr lang="en-US" sz="3598" dirty="0">
                <a:solidFill>
                  <a:srgbClr val="211D1E"/>
                </a:solidFill>
                <a:latin typeface="+mn-lt"/>
              </a:rPr>
              <a:t>…</a:t>
            </a:r>
          </a:p>
          <a:p>
            <a:r>
              <a:rPr lang="es-ES" sz="2800" i="1" dirty="0">
                <a:solidFill>
                  <a:schemeClr val="bg1">
                    <a:lumMod val="50000"/>
                  </a:schemeClr>
                </a:solidFill>
                <a:latin typeface="+mn-lt"/>
              </a:rPr>
              <a:t>sobre factores clave como la demografía, los procesos económicos, la innovación tecnológica, la gobernanza, los estilos de vida y las relaciones entre estas fuerzas impulsoras </a:t>
            </a:r>
            <a:r>
              <a:rPr lang="en-US" sz="1999" dirty="0">
                <a:solidFill>
                  <a:srgbClr val="211D1E"/>
                </a:solidFill>
                <a:latin typeface="+mn-lt"/>
              </a:rPr>
              <a:t>(IPCC 2021)</a:t>
            </a:r>
            <a:endParaRPr lang="en-US" sz="3598" dirty="0">
              <a:solidFill>
                <a:srgbClr val="211D1E"/>
              </a:solidFill>
              <a:latin typeface="+mn-lt"/>
            </a:endParaRPr>
          </a:p>
        </p:txBody>
      </p:sp>
    </p:spTree>
    <p:extLst>
      <p:ext uri="{BB962C8B-B14F-4D97-AF65-F5344CB8AC3E}">
        <p14:creationId xmlns:p14="http://schemas.microsoft.com/office/powerpoint/2010/main" val="11313247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7AD97-F0CA-7C06-8610-1D7F7396B168}"/>
              </a:ext>
            </a:extLst>
          </p:cNvPr>
          <p:cNvSpPr>
            <a:spLocks noGrp="1"/>
          </p:cNvSpPr>
          <p:nvPr>
            <p:ph type="title"/>
          </p:nvPr>
        </p:nvSpPr>
        <p:spPr>
          <a:xfrm>
            <a:off x="327342" y="360000"/>
            <a:ext cx="11510008" cy="492443"/>
          </a:xfrm>
        </p:spPr>
        <p:txBody>
          <a:bodyPr>
            <a:normAutofit/>
          </a:bodyPr>
          <a:lstStyle/>
          <a:p>
            <a:r>
              <a:rPr lang="de-CH" b="1" dirty="0" err="1"/>
              <a:t>Diferentes</a:t>
            </a:r>
            <a:r>
              <a:rPr lang="de-CH" b="1" dirty="0"/>
              <a:t> </a:t>
            </a:r>
            <a:r>
              <a:rPr lang="de-CH" b="1" dirty="0" err="1"/>
              <a:t>tipos</a:t>
            </a:r>
            <a:r>
              <a:rPr lang="de-CH" b="1" dirty="0"/>
              <a:t> de </a:t>
            </a:r>
            <a:r>
              <a:rPr lang="de-CH" b="1" dirty="0" err="1"/>
              <a:t>escenarios</a:t>
            </a:r>
            <a:endParaRPr lang="en-CH" sz="2600" dirty="0"/>
          </a:p>
        </p:txBody>
      </p:sp>
      <p:sp>
        <p:nvSpPr>
          <p:cNvPr id="8" name="Slide Number Placeholder 7">
            <a:extLst>
              <a:ext uri="{FF2B5EF4-FFF2-40B4-BE49-F238E27FC236}">
                <a16:creationId xmlns:a16="http://schemas.microsoft.com/office/drawing/2014/main" id="{9A0E593A-7CD3-3986-50E1-38A7EC87A154}"/>
              </a:ext>
            </a:extLst>
          </p:cNvPr>
          <p:cNvSpPr>
            <a:spLocks noGrp="1"/>
          </p:cNvSpPr>
          <p:nvPr>
            <p:ph type="sldNum" sz="quarter" idx="19"/>
          </p:nvPr>
        </p:nvSpPr>
        <p:spPr/>
        <p:txBody>
          <a:bodyPr/>
          <a:lstStyle/>
          <a:p>
            <a:fld id="{5EE7099E-8998-4851-915A-4F4831808297}" type="slidenum">
              <a:rPr lang="nl-NL" smtClean="0"/>
              <a:pPr/>
              <a:t>5</a:t>
            </a:fld>
            <a:endParaRPr lang="nl-NL"/>
          </a:p>
        </p:txBody>
      </p:sp>
      <p:sp>
        <p:nvSpPr>
          <p:cNvPr id="10" name="Vertical Text Placeholder 9">
            <a:extLst>
              <a:ext uri="{FF2B5EF4-FFF2-40B4-BE49-F238E27FC236}">
                <a16:creationId xmlns:a16="http://schemas.microsoft.com/office/drawing/2014/main" id="{978812ED-1EC9-F38B-4F8D-BADBEEFEA774}"/>
              </a:ext>
            </a:extLst>
          </p:cNvPr>
          <p:cNvSpPr>
            <a:spLocks noGrp="1"/>
          </p:cNvSpPr>
          <p:nvPr>
            <p:ph sz="quarter" idx="20"/>
          </p:nvPr>
        </p:nvSpPr>
        <p:spPr/>
        <p:txBody>
          <a:bodyPr/>
          <a:lstStyle/>
          <a:p>
            <a:r>
              <a:rPr lang="en-US" b="1" dirty="0" err="1"/>
              <a:t>Globales</a:t>
            </a:r>
            <a:endParaRPr lang="en-US" b="1" dirty="0"/>
          </a:p>
          <a:p>
            <a:pPr>
              <a:buFontTx/>
              <a:buChar char="-"/>
            </a:pPr>
            <a:r>
              <a:rPr lang="en-US" dirty="0"/>
              <a:t> </a:t>
            </a:r>
            <a:r>
              <a:rPr lang="es-ES" dirty="0"/>
              <a:t>Para la economía mundial (</a:t>
            </a:r>
            <a:r>
              <a:rPr lang="es-ES" b="1" dirty="0"/>
              <a:t>modelos CGE, IAM</a:t>
            </a:r>
            <a:r>
              <a:rPr lang="es-ES" dirty="0"/>
              <a:t>)</a:t>
            </a:r>
            <a:endParaRPr lang="en-US" dirty="0"/>
          </a:p>
          <a:p>
            <a:pPr marL="0" lvl="1" indent="0">
              <a:buNone/>
            </a:pPr>
            <a:r>
              <a:rPr lang="en-US" dirty="0"/>
              <a:t>- </a:t>
            </a:r>
            <a:r>
              <a:rPr lang="es-ES" dirty="0"/>
              <a:t>Relevantes para los ACV prospectivos en general</a:t>
            </a:r>
          </a:p>
          <a:p>
            <a:pPr marL="0" lvl="1" indent="0">
              <a:buNone/>
            </a:pPr>
            <a:r>
              <a:rPr lang="es-ES" b="1" dirty="0"/>
              <a:t>   -   Escenarios </a:t>
            </a:r>
            <a:r>
              <a:rPr lang="en-US" b="1" dirty="0"/>
              <a:t>Background</a:t>
            </a:r>
          </a:p>
        </p:txBody>
      </p:sp>
      <p:sp>
        <p:nvSpPr>
          <p:cNvPr id="11" name="Vertical Text Placeholder 10">
            <a:extLst>
              <a:ext uri="{FF2B5EF4-FFF2-40B4-BE49-F238E27FC236}">
                <a16:creationId xmlns:a16="http://schemas.microsoft.com/office/drawing/2014/main" id="{C792168D-B74B-BF31-899B-B9EE1F4DDB84}"/>
              </a:ext>
            </a:extLst>
          </p:cNvPr>
          <p:cNvSpPr>
            <a:spLocks noGrp="1"/>
          </p:cNvSpPr>
          <p:nvPr>
            <p:ph sz="quarter" idx="21"/>
          </p:nvPr>
        </p:nvSpPr>
        <p:spPr/>
        <p:txBody>
          <a:bodyPr/>
          <a:lstStyle/>
          <a:p>
            <a:r>
              <a:rPr lang="de-CH" b="1" dirty="0" err="1"/>
              <a:t>Específicos</a:t>
            </a:r>
            <a:r>
              <a:rPr lang="de-CH" b="1" dirty="0"/>
              <a:t> o </a:t>
            </a:r>
            <a:r>
              <a:rPr lang="de-CH" b="1" dirty="0" err="1"/>
              <a:t>locales</a:t>
            </a:r>
            <a:endParaRPr lang="en-US" b="1" dirty="0"/>
          </a:p>
          <a:p>
            <a:pPr>
              <a:buFontTx/>
              <a:buChar char="-"/>
            </a:pPr>
            <a:r>
              <a:rPr lang="en-US" dirty="0"/>
              <a:t> </a:t>
            </a:r>
            <a:r>
              <a:rPr lang="es-ES" dirty="0"/>
              <a:t>Para tecnologías concretas (</a:t>
            </a:r>
            <a:r>
              <a:rPr lang="es-ES" b="1" dirty="0"/>
              <a:t>hidrógeno, baterías, etc.</a:t>
            </a:r>
            <a:r>
              <a:rPr lang="es-ES" dirty="0"/>
              <a:t>)</a:t>
            </a:r>
            <a:endParaRPr lang="en-US" dirty="0"/>
          </a:p>
          <a:p>
            <a:pPr>
              <a:buFontTx/>
              <a:buChar char="-"/>
            </a:pPr>
            <a:r>
              <a:rPr lang="en-US" dirty="0"/>
              <a:t> </a:t>
            </a:r>
            <a:r>
              <a:rPr lang="de-CH" dirty="0" err="1"/>
              <a:t>Limitados</a:t>
            </a:r>
            <a:r>
              <a:rPr lang="de-CH" dirty="0"/>
              <a:t> a </a:t>
            </a:r>
            <a:r>
              <a:rPr lang="de-CH" dirty="0" err="1"/>
              <a:t>un</a:t>
            </a:r>
            <a:r>
              <a:rPr lang="de-CH" dirty="0"/>
              <a:t> ACV </a:t>
            </a:r>
            <a:r>
              <a:rPr lang="de-CH" dirty="0" err="1"/>
              <a:t>prospectivo</a:t>
            </a:r>
            <a:r>
              <a:rPr lang="de-CH" dirty="0"/>
              <a:t> </a:t>
            </a:r>
            <a:r>
              <a:rPr lang="de-CH" dirty="0" err="1"/>
              <a:t>particular</a:t>
            </a:r>
            <a:endParaRPr lang="en-CH" dirty="0"/>
          </a:p>
          <a:p>
            <a:pPr lvl="2">
              <a:buFontTx/>
              <a:buChar char="-"/>
            </a:pPr>
            <a:r>
              <a:rPr lang="en-US" b="1" dirty="0" err="1"/>
              <a:t>Escenarios</a:t>
            </a:r>
            <a:r>
              <a:rPr lang="en-US" b="1" dirty="0"/>
              <a:t> Foreground</a:t>
            </a:r>
          </a:p>
        </p:txBody>
      </p:sp>
      <p:pic>
        <p:nvPicPr>
          <p:cNvPr id="17" name="Picture 16">
            <a:extLst>
              <a:ext uri="{FF2B5EF4-FFF2-40B4-BE49-F238E27FC236}">
                <a16:creationId xmlns:a16="http://schemas.microsoft.com/office/drawing/2014/main" id="{2B0EED77-25E9-9D61-8B5A-48A778EC0AD9}"/>
              </a:ext>
            </a:extLst>
          </p:cNvPr>
          <p:cNvPicPr>
            <a:picLocks noChangeAspect="1"/>
          </p:cNvPicPr>
          <p:nvPr/>
        </p:nvPicPr>
        <p:blipFill>
          <a:blip r:embed="rId2"/>
          <a:stretch>
            <a:fillRect/>
          </a:stretch>
        </p:blipFill>
        <p:spPr>
          <a:xfrm>
            <a:off x="5967330" y="3553731"/>
            <a:ext cx="3059979" cy="1986222"/>
          </a:xfrm>
          <a:prstGeom prst="rect">
            <a:avLst/>
          </a:prstGeom>
        </p:spPr>
      </p:pic>
      <p:pic>
        <p:nvPicPr>
          <p:cNvPr id="19" name="Picture 18">
            <a:extLst>
              <a:ext uri="{FF2B5EF4-FFF2-40B4-BE49-F238E27FC236}">
                <a16:creationId xmlns:a16="http://schemas.microsoft.com/office/drawing/2014/main" id="{818D70C7-9743-A651-932B-D225DF9FB37D}"/>
              </a:ext>
            </a:extLst>
          </p:cNvPr>
          <p:cNvPicPr>
            <a:picLocks noChangeAspect="1"/>
          </p:cNvPicPr>
          <p:nvPr/>
        </p:nvPicPr>
        <p:blipFill rotWithShape="1">
          <a:blip r:embed="rId3"/>
          <a:srcRect/>
          <a:stretch/>
        </p:blipFill>
        <p:spPr>
          <a:xfrm>
            <a:off x="9242295" y="3553732"/>
            <a:ext cx="2785000" cy="1885232"/>
          </a:xfrm>
          <a:prstGeom prst="rect">
            <a:avLst/>
          </a:prstGeom>
        </p:spPr>
      </p:pic>
      <p:sp>
        <p:nvSpPr>
          <p:cNvPr id="20" name="TextBox 19">
            <a:extLst>
              <a:ext uri="{FF2B5EF4-FFF2-40B4-BE49-F238E27FC236}">
                <a16:creationId xmlns:a16="http://schemas.microsoft.com/office/drawing/2014/main" id="{37855E36-3563-C446-046F-6E36440C4AA8}"/>
              </a:ext>
            </a:extLst>
          </p:cNvPr>
          <p:cNvSpPr txBox="1"/>
          <p:nvPr/>
        </p:nvSpPr>
        <p:spPr>
          <a:xfrm>
            <a:off x="8606307" y="4248921"/>
            <a:ext cx="417562" cy="494722"/>
          </a:xfrm>
          <a:prstGeom prst="rect">
            <a:avLst/>
          </a:prstGeom>
          <a:noFill/>
        </p:spPr>
        <p:txBody>
          <a:bodyPr wrap="none" lIns="107944" tIns="107944" rIns="107944" bIns="107944" rtlCol="0">
            <a:spAutoFit/>
          </a:bodyPr>
          <a:lstStyle/>
          <a:p>
            <a:pPr algn="l"/>
            <a:r>
              <a:rPr lang="en-US" sz="1799" b="1" dirty="0">
                <a:solidFill>
                  <a:schemeClr val="bg2"/>
                </a:solidFill>
              </a:rPr>
              <a:t>vs</a:t>
            </a:r>
            <a:endParaRPr lang="en-CH" sz="1799" b="1" dirty="0">
              <a:solidFill>
                <a:schemeClr val="bg2"/>
              </a:solidFill>
            </a:endParaRPr>
          </a:p>
        </p:txBody>
      </p:sp>
      <p:sp>
        <p:nvSpPr>
          <p:cNvPr id="22" name="TextBox 21">
            <a:extLst>
              <a:ext uri="{FF2B5EF4-FFF2-40B4-BE49-F238E27FC236}">
                <a16:creationId xmlns:a16="http://schemas.microsoft.com/office/drawing/2014/main" id="{7409689B-E7D1-6B57-68A1-63E655FA1573}"/>
              </a:ext>
            </a:extLst>
          </p:cNvPr>
          <p:cNvSpPr txBox="1"/>
          <p:nvPr/>
        </p:nvSpPr>
        <p:spPr>
          <a:xfrm>
            <a:off x="10381772" y="5382573"/>
            <a:ext cx="1079559" cy="199951"/>
          </a:xfrm>
          <a:prstGeom prst="rect">
            <a:avLst/>
          </a:prstGeom>
          <a:noFill/>
        </p:spPr>
        <p:txBody>
          <a:bodyPr wrap="square">
            <a:spAutoFit/>
          </a:bodyPr>
          <a:lstStyle/>
          <a:p>
            <a:r>
              <a:rPr lang="da-DK" sz="700" dirty="0">
                <a:latin typeface="Arial" panose="020B0604020202020204" pitchFamily="34" charset="0"/>
              </a:rPr>
              <a:t>Yujing Guo et al 2019</a:t>
            </a:r>
            <a:endParaRPr lang="en-CH" sz="700" dirty="0"/>
          </a:p>
        </p:txBody>
      </p:sp>
      <p:pic>
        <p:nvPicPr>
          <p:cNvPr id="4" name="Picture 3" descr="A black background with a black square&#10;&#10;Description automatically generated with medium confidence">
            <a:extLst>
              <a:ext uri="{FF2B5EF4-FFF2-40B4-BE49-F238E27FC236}">
                <a16:creationId xmlns:a16="http://schemas.microsoft.com/office/drawing/2014/main" id="{845A515B-0E68-0EB8-7595-BDBDFDD1B81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36696" y="3170584"/>
            <a:ext cx="2238703" cy="2238703"/>
          </a:xfrm>
          <a:prstGeom prst="rect">
            <a:avLst/>
          </a:prstGeom>
        </p:spPr>
      </p:pic>
    </p:spTree>
    <p:extLst>
      <p:ext uri="{BB962C8B-B14F-4D97-AF65-F5344CB8AC3E}">
        <p14:creationId xmlns:p14="http://schemas.microsoft.com/office/powerpoint/2010/main" val="36325745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17FAFC2-2CE7-E965-5BC0-73532CBFCF23}"/>
              </a:ext>
            </a:extLst>
          </p:cNvPr>
          <p:cNvPicPr>
            <a:picLocks noChangeAspect="1"/>
          </p:cNvPicPr>
          <p:nvPr/>
        </p:nvPicPr>
        <p:blipFill rotWithShape="1">
          <a:blip r:embed="rId3">
            <a:clrChange>
              <a:clrFrom>
                <a:srgbClr val="FFFFFF"/>
              </a:clrFrom>
              <a:clrTo>
                <a:srgbClr val="FFFFFF">
                  <a:alpha val="0"/>
                </a:srgbClr>
              </a:clrTo>
            </a:clrChange>
          </a:blip>
          <a:srcRect t="14851" r="62050" b="10378"/>
          <a:stretch/>
        </p:blipFill>
        <p:spPr>
          <a:xfrm>
            <a:off x="3384378" y="2067875"/>
            <a:ext cx="2915716" cy="2673624"/>
          </a:xfrm>
          <a:prstGeom prst="rect">
            <a:avLst/>
          </a:prstGeom>
        </p:spPr>
      </p:pic>
      <p:sp>
        <p:nvSpPr>
          <p:cNvPr id="9" name="Rectangle 8">
            <a:extLst>
              <a:ext uri="{FF2B5EF4-FFF2-40B4-BE49-F238E27FC236}">
                <a16:creationId xmlns:a16="http://schemas.microsoft.com/office/drawing/2014/main" id="{D58193CB-77B2-9549-A4E8-D2759F1D4EA0}"/>
              </a:ext>
            </a:extLst>
          </p:cNvPr>
          <p:cNvSpPr/>
          <p:nvPr/>
        </p:nvSpPr>
        <p:spPr>
          <a:xfrm>
            <a:off x="4164874" y="932485"/>
            <a:ext cx="824902" cy="41184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sz="1799"/>
          </a:p>
        </p:txBody>
      </p:sp>
      <p:sp>
        <p:nvSpPr>
          <p:cNvPr id="10" name="Rectangle 9">
            <a:extLst>
              <a:ext uri="{FF2B5EF4-FFF2-40B4-BE49-F238E27FC236}">
                <a16:creationId xmlns:a16="http://schemas.microsoft.com/office/drawing/2014/main" id="{74221B50-9349-9AEF-4C84-5505206D4B6A}"/>
              </a:ext>
            </a:extLst>
          </p:cNvPr>
          <p:cNvSpPr/>
          <p:nvPr/>
        </p:nvSpPr>
        <p:spPr>
          <a:xfrm>
            <a:off x="972389" y="1065265"/>
            <a:ext cx="403354" cy="41184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sz="1799"/>
          </a:p>
        </p:txBody>
      </p:sp>
      <p:sp>
        <p:nvSpPr>
          <p:cNvPr id="11" name="Rectangle 10">
            <a:extLst>
              <a:ext uri="{FF2B5EF4-FFF2-40B4-BE49-F238E27FC236}">
                <a16:creationId xmlns:a16="http://schemas.microsoft.com/office/drawing/2014/main" id="{953C1D7A-9556-FE25-75F8-44143F413BF5}"/>
              </a:ext>
            </a:extLst>
          </p:cNvPr>
          <p:cNvSpPr/>
          <p:nvPr/>
        </p:nvSpPr>
        <p:spPr>
          <a:xfrm>
            <a:off x="2573708" y="4753877"/>
            <a:ext cx="824902" cy="41184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sz="1799"/>
          </a:p>
        </p:txBody>
      </p:sp>
      <p:pic>
        <p:nvPicPr>
          <p:cNvPr id="12" name="Picture 11">
            <a:extLst>
              <a:ext uri="{FF2B5EF4-FFF2-40B4-BE49-F238E27FC236}">
                <a16:creationId xmlns:a16="http://schemas.microsoft.com/office/drawing/2014/main" id="{2C9EB1E2-D5D4-BBDE-C13D-D04FBF865E64}"/>
              </a:ext>
            </a:extLst>
          </p:cNvPr>
          <p:cNvPicPr>
            <a:picLocks noChangeAspect="1"/>
          </p:cNvPicPr>
          <p:nvPr/>
        </p:nvPicPr>
        <p:blipFill rotWithShape="1">
          <a:blip r:embed="rId3"/>
          <a:srcRect l="26425" t="27799" r="68158" b="61964"/>
          <a:stretch/>
        </p:blipFill>
        <p:spPr>
          <a:xfrm>
            <a:off x="6471278" y="1629034"/>
            <a:ext cx="498893" cy="438840"/>
          </a:xfrm>
          <a:prstGeom prst="rect">
            <a:avLst/>
          </a:prstGeom>
        </p:spPr>
      </p:pic>
      <p:sp>
        <p:nvSpPr>
          <p:cNvPr id="13" name="Rectangle 12">
            <a:extLst>
              <a:ext uri="{FF2B5EF4-FFF2-40B4-BE49-F238E27FC236}">
                <a16:creationId xmlns:a16="http://schemas.microsoft.com/office/drawing/2014/main" id="{BCCBEC2E-81D5-2000-2D49-1A1F2E1D2719}"/>
              </a:ext>
            </a:extLst>
          </p:cNvPr>
          <p:cNvSpPr/>
          <p:nvPr/>
        </p:nvSpPr>
        <p:spPr>
          <a:xfrm>
            <a:off x="5529897" y="3226896"/>
            <a:ext cx="696073" cy="43435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sz="1799"/>
          </a:p>
        </p:txBody>
      </p:sp>
      <p:pic>
        <p:nvPicPr>
          <p:cNvPr id="14" name="Picture 13" descr="Icon&#10;&#10;Description automatically generated">
            <a:extLst>
              <a:ext uri="{FF2B5EF4-FFF2-40B4-BE49-F238E27FC236}">
                <a16:creationId xmlns:a16="http://schemas.microsoft.com/office/drawing/2014/main" id="{3C8FE4D6-B1FF-A7E4-550D-09C2A50E4755}"/>
              </a:ext>
            </a:extLst>
          </p:cNvPr>
          <p:cNvPicPr>
            <a:picLocks noChangeAspect="1"/>
          </p:cNvPicPr>
          <p:nvPr/>
        </p:nvPicPr>
        <p:blipFill>
          <a:blip r:embed="rId4">
            <a:duotone>
              <a:prstClr val="black"/>
              <a:schemeClr val="accent5">
                <a:tint val="45000"/>
                <a:satMod val="400000"/>
              </a:schemeClr>
            </a:duotone>
          </a:blip>
          <a:stretch>
            <a:fillRect/>
          </a:stretch>
        </p:blipFill>
        <p:spPr>
          <a:xfrm>
            <a:off x="5650258" y="3249400"/>
            <a:ext cx="381456" cy="381456"/>
          </a:xfrm>
          <a:prstGeom prst="rect">
            <a:avLst/>
          </a:prstGeom>
        </p:spPr>
      </p:pic>
      <p:pic>
        <p:nvPicPr>
          <p:cNvPr id="15" name="Picture 14">
            <a:extLst>
              <a:ext uri="{FF2B5EF4-FFF2-40B4-BE49-F238E27FC236}">
                <a16:creationId xmlns:a16="http://schemas.microsoft.com/office/drawing/2014/main" id="{35B890F5-1811-0B61-6BA3-2CE46E4D3561}"/>
              </a:ext>
            </a:extLst>
          </p:cNvPr>
          <p:cNvPicPr>
            <a:picLocks noChangeAspect="1"/>
          </p:cNvPicPr>
          <p:nvPr/>
        </p:nvPicPr>
        <p:blipFill rotWithShape="1">
          <a:blip r:embed="rId3">
            <a:clrChange>
              <a:clrFrom>
                <a:srgbClr val="FFFFFF"/>
              </a:clrFrom>
              <a:clrTo>
                <a:srgbClr val="FFFFFF">
                  <a:alpha val="0"/>
                </a:srgbClr>
              </a:clrTo>
            </a:clrChange>
          </a:blip>
          <a:srcRect l="4537" t="70489" r="89979" b="19818"/>
          <a:stretch/>
        </p:blipFill>
        <p:spPr>
          <a:xfrm>
            <a:off x="2871054" y="4822932"/>
            <a:ext cx="421331" cy="346581"/>
          </a:xfrm>
          <a:prstGeom prst="rect">
            <a:avLst/>
          </a:prstGeom>
        </p:spPr>
      </p:pic>
      <p:pic>
        <p:nvPicPr>
          <p:cNvPr id="16" name="Picture 15">
            <a:extLst>
              <a:ext uri="{FF2B5EF4-FFF2-40B4-BE49-F238E27FC236}">
                <a16:creationId xmlns:a16="http://schemas.microsoft.com/office/drawing/2014/main" id="{7E4FC516-3A34-B446-B6B8-016AF9F07CCB}"/>
              </a:ext>
            </a:extLst>
          </p:cNvPr>
          <p:cNvPicPr>
            <a:picLocks noChangeAspect="1"/>
          </p:cNvPicPr>
          <p:nvPr/>
        </p:nvPicPr>
        <p:blipFill rotWithShape="1">
          <a:blip r:embed="rId3">
            <a:clrChange>
              <a:clrFrom>
                <a:srgbClr val="FFFFFF"/>
              </a:clrFrom>
              <a:clrTo>
                <a:srgbClr val="FFFFFF">
                  <a:alpha val="0"/>
                </a:srgbClr>
              </a:clrTo>
            </a:clrChange>
          </a:blip>
          <a:srcRect l="105" t="48083" r="95140" b="39392"/>
          <a:stretch/>
        </p:blipFill>
        <p:spPr>
          <a:xfrm>
            <a:off x="936812" y="3174008"/>
            <a:ext cx="365349" cy="447854"/>
          </a:xfrm>
          <a:prstGeom prst="rect">
            <a:avLst/>
          </a:prstGeom>
        </p:spPr>
      </p:pic>
      <p:pic>
        <p:nvPicPr>
          <p:cNvPr id="17" name="Picture 16">
            <a:extLst>
              <a:ext uri="{FF2B5EF4-FFF2-40B4-BE49-F238E27FC236}">
                <a16:creationId xmlns:a16="http://schemas.microsoft.com/office/drawing/2014/main" id="{3526C2DE-3E2B-21E3-06FF-B61B89C8D5CD}"/>
              </a:ext>
            </a:extLst>
          </p:cNvPr>
          <p:cNvPicPr>
            <a:picLocks noChangeAspect="1"/>
          </p:cNvPicPr>
          <p:nvPr/>
        </p:nvPicPr>
        <p:blipFill rotWithShape="1">
          <a:blip r:embed="rId3">
            <a:clrChange>
              <a:clrFrom>
                <a:srgbClr val="FFFFFF"/>
              </a:clrFrom>
              <a:clrTo>
                <a:srgbClr val="FFFFFF">
                  <a:alpha val="0"/>
                </a:srgbClr>
              </a:clrTo>
            </a:clrChange>
          </a:blip>
          <a:srcRect l="3209" t="30176" r="91833" b="60483"/>
          <a:stretch/>
        </p:blipFill>
        <p:spPr>
          <a:xfrm>
            <a:off x="2456925" y="2067874"/>
            <a:ext cx="380919" cy="334011"/>
          </a:xfrm>
          <a:prstGeom prst="rect">
            <a:avLst/>
          </a:prstGeom>
        </p:spPr>
      </p:pic>
      <p:pic>
        <p:nvPicPr>
          <p:cNvPr id="18" name="Picture 17">
            <a:extLst>
              <a:ext uri="{FF2B5EF4-FFF2-40B4-BE49-F238E27FC236}">
                <a16:creationId xmlns:a16="http://schemas.microsoft.com/office/drawing/2014/main" id="{B671E628-C893-415C-E2A4-FA592AEEFB94}"/>
              </a:ext>
            </a:extLst>
          </p:cNvPr>
          <p:cNvPicPr>
            <a:picLocks noChangeAspect="1"/>
          </p:cNvPicPr>
          <p:nvPr/>
        </p:nvPicPr>
        <p:blipFill rotWithShape="1">
          <a:blip r:embed="rId3">
            <a:clrChange>
              <a:clrFrom>
                <a:srgbClr val="FFFFFF"/>
              </a:clrFrom>
              <a:clrTo>
                <a:srgbClr val="FFFFFF">
                  <a:alpha val="0"/>
                </a:srgbClr>
              </a:clrTo>
            </a:clrChange>
          </a:blip>
          <a:srcRect l="17131" t="21405" r="79018" b="73407"/>
          <a:stretch/>
        </p:blipFill>
        <p:spPr>
          <a:xfrm>
            <a:off x="4328619" y="1065263"/>
            <a:ext cx="440772" cy="276344"/>
          </a:xfrm>
          <a:prstGeom prst="rect">
            <a:avLst/>
          </a:prstGeom>
        </p:spPr>
      </p:pic>
      <p:pic>
        <p:nvPicPr>
          <p:cNvPr id="19" name="Picture 18" descr="Icon&#10;&#10;Description automatically generated">
            <a:extLst>
              <a:ext uri="{FF2B5EF4-FFF2-40B4-BE49-F238E27FC236}">
                <a16:creationId xmlns:a16="http://schemas.microsoft.com/office/drawing/2014/main" id="{8193E902-B068-FF3F-50DC-643DF25CBF67}"/>
              </a:ext>
            </a:extLst>
          </p:cNvPr>
          <p:cNvPicPr>
            <a:picLocks noChangeAspect="1"/>
          </p:cNvPicPr>
          <p:nvPr/>
        </p:nvPicPr>
        <p:blipFill>
          <a:blip r:embed="rId4">
            <a:duotone>
              <a:prstClr val="black"/>
              <a:schemeClr val="accent6">
                <a:tint val="45000"/>
                <a:satMod val="400000"/>
              </a:schemeClr>
            </a:duotone>
          </a:blip>
          <a:stretch>
            <a:fillRect/>
          </a:stretch>
        </p:blipFill>
        <p:spPr>
          <a:xfrm>
            <a:off x="6978357" y="3937508"/>
            <a:ext cx="381456" cy="381456"/>
          </a:xfrm>
          <a:prstGeom prst="rect">
            <a:avLst/>
          </a:prstGeom>
        </p:spPr>
      </p:pic>
      <p:cxnSp>
        <p:nvCxnSpPr>
          <p:cNvPr id="20" name="Straight Connector 19">
            <a:extLst>
              <a:ext uri="{FF2B5EF4-FFF2-40B4-BE49-F238E27FC236}">
                <a16:creationId xmlns:a16="http://schemas.microsoft.com/office/drawing/2014/main" id="{EC5B7092-5E4F-AB26-CED3-4F57481CFD97}"/>
              </a:ext>
            </a:extLst>
          </p:cNvPr>
          <p:cNvCxnSpPr>
            <a:cxnSpLocks/>
          </p:cNvCxnSpPr>
          <p:nvPr/>
        </p:nvCxnSpPr>
        <p:spPr>
          <a:xfrm flipV="1">
            <a:off x="5777189" y="2401884"/>
            <a:ext cx="254526" cy="197113"/>
          </a:xfrm>
          <a:prstGeom prst="line">
            <a:avLst/>
          </a:prstGeom>
          <a:ln w="28575">
            <a:solidFill>
              <a:srgbClr val="4E813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0459EDB-0BA4-E765-DBF8-DAC5B343B998}"/>
              </a:ext>
            </a:extLst>
          </p:cNvPr>
          <p:cNvCxnSpPr>
            <a:cxnSpLocks/>
          </p:cNvCxnSpPr>
          <p:nvPr/>
        </p:nvCxnSpPr>
        <p:spPr>
          <a:xfrm>
            <a:off x="7359813" y="2401886"/>
            <a:ext cx="523443" cy="304322"/>
          </a:xfrm>
          <a:prstGeom prst="line">
            <a:avLst/>
          </a:prstGeom>
          <a:ln w="28575">
            <a:solidFill>
              <a:srgbClr val="4E813F"/>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D03977D-DB94-02E1-B561-A2214FE7F5B5}"/>
              </a:ext>
            </a:extLst>
          </p:cNvPr>
          <p:cNvCxnSpPr>
            <a:cxnSpLocks/>
          </p:cNvCxnSpPr>
          <p:nvPr/>
        </p:nvCxnSpPr>
        <p:spPr>
          <a:xfrm>
            <a:off x="8378233" y="1676283"/>
            <a:ext cx="150447" cy="431226"/>
          </a:xfrm>
          <a:prstGeom prst="line">
            <a:avLst/>
          </a:prstGeom>
          <a:ln w="28575">
            <a:solidFill>
              <a:srgbClr val="4E813F"/>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1F0D2FB-61A3-3B92-C5C7-C9C65B47344C}"/>
              </a:ext>
            </a:extLst>
          </p:cNvPr>
          <p:cNvCxnSpPr>
            <a:cxnSpLocks/>
          </p:cNvCxnSpPr>
          <p:nvPr/>
        </p:nvCxnSpPr>
        <p:spPr>
          <a:xfrm flipH="1">
            <a:off x="7261471" y="1390136"/>
            <a:ext cx="185694" cy="138571"/>
          </a:xfrm>
          <a:prstGeom prst="line">
            <a:avLst/>
          </a:prstGeom>
          <a:ln w="28575">
            <a:solidFill>
              <a:srgbClr val="4E813F"/>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955C9F7-FC88-1660-A97B-FF5B861B6013}"/>
              </a:ext>
            </a:extLst>
          </p:cNvPr>
          <p:cNvCxnSpPr>
            <a:cxnSpLocks/>
          </p:cNvCxnSpPr>
          <p:nvPr/>
        </p:nvCxnSpPr>
        <p:spPr>
          <a:xfrm>
            <a:off x="6131442" y="3568675"/>
            <a:ext cx="339835" cy="92570"/>
          </a:xfrm>
          <a:prstGeom prst="line">
            <a:avLst/>
          </a:prstGeom>
          <a:ln w="28575">
            <a:solidFill>
              <a:srgbClr val="68769F"/>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A4B3175-6C94-F9CE-AA16-808E7062DF9D}"/>
              </a:ext>
            </a:extLst>
          </p:cNvPr>
          <p:cNvCxnSpPr>
            <a:cxnSpLocks/>
          </p:cNvCxnSpPr>
          <p:nvPr/>
        </p:nvCxnSpPr>
        <p:spPr>
          <a:xfrm>
            <a:off x="5578256" y="4462850"/>
            <a:ext cx="198930" cy="243549"/>
          </a:xfrm>
          <a:prstGeom prst="line">
            <a:avLst/>
          </a:prstGeom>
          <a:ln w="28575">
            <a:solidFill>
              <a:srgbClr val="68769F"/>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07DA9A2-E73E-0C6C-13DD-CD9C020F2B24}"/>
              </a:ext>
            </a:extLst>
          </p:cNvPr>
          <p:cNvCxnSpPr>
            <a:cxnSpLocks/>
          </p:cNvCxnSpPr>
          <p:nvPr/>
        </p:nvCxnSpPr>
        <p:spPr>
          <a:xfrm>
            <a:off x="7883709" y="4579033"/>
            <a:ext cx="1368385" cy="254736"/>
          </a:xfrm>
          <a:prstGeom prst="line">
            <a:avLst/>
          </a:prstGeom>
          <a:ln w="28575">
            <a:solidFill>
              <a:srgbClr val="68769F"/>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E3D8469-BB50-D72F-82BC-84A164A81B8C}"/>
              </a:ext>
            </a:extLst>
          </p:cNvPr>
          <p:cNvCxnSpPr>
            <a:cxnSpLocks/>
          </p:cNvCxnSpPr>
          <p:nvPr/>
        </p:nvCxnSpPr>
        <p:spPr>
          <a:xfrm flipH="1" flipV="1">
            <a:off x="4613086" y="1767453"/>
            <a:ext cx="31437" cy="286850"/>
          </a:xfrm>
          <a:prstGeom prst="line">
            <a:avLst/>
          </a:prstGeom>
          <a:ln w="28575">
            <a:solidFill>
              <a:srgbClr val="4E813F"/>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3D76BF9-844C-9A8B-C5BE-DFD44BB3F2A7}"/>
              </a:ext>
            </a:extLst>
          </p:cNvPr>
          <p:cNvCxnSpPr>
            <a:cxnSpLocks/>
          </p:cNvCxnSpPr>
          <p:nvPr/>
        </p:nvCxnSpPr>
        <p:spPr>
          <a:xfrm flipH="1">
            <a:off x="3624163" y="4415176"/>
            <a:ext cx="145803" cy="163855"/>
          </a:xfrm>
          <a:prstGeom prst="line">
            <a:avLst/>
          </a:prstGeom>
          <a:ln w="28575">
            <a:solidFill>
              <a:srgbClr val="68769F"/>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87D4FBF-79D8-6A3F-B771-226BC857B777}"/>
              </a:ext>
            </a:extLst>
          </p:cNvPr>
          <p:cNvCxnSpPr>
            <a:cxnSpLocks/>
          </p:cNvCxnSpPr>
          <p:nvPr/>
        </p:nvCxnSpPr>
        <p:spPr>
          <a:xfrm>
            <a:off x="1755876" y="3418611"/>
            <a:ext cx="1499201" cy="131658"/>
          </a:xfrm>
          <a:prstGeom prst="line">
            <a:avLst/>
          </a:prstGeom>
          <a:ln w="28575">
            <a:solidFill>
              <a:srgbClr val="BE4A1A"/>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B89B1B3-8642-EA58-8996-0FC100284C39}"/>
              </a:ext>
            </a:extLst>
          </p:cNvPr>
          <p:cNvCxnSpPr>
            <a:cxnSpLocks/>
          </p:cNvCxnSpPr>
          <p:nvPr/>
        </p:nvCxnSpPr>
        <p:spPr>
          <a:xfrm>
            <a:off x="3481675" y="2511228"/>
            <a:ext cx="193020" cy="87768"/>
          </a:xfrm>
          <a:prstGeom prst="line">
            <a:avLst/>
          </a:prstGeom>
          <a:ln w="28575">
            <a:solidFill>
              <a:srgbClr val="BE4A1A"/>
            </a:solidFill>
          </a:ln>
        </p:spPr>
        <p:style>
          <a:lnRef idx="1">
            <a:schemeClr val="accent1"/>
          </a:lnRef>
          <a:fillRef idx="0">
            <a:schemeClr val="accent1"/>
          </a:fillRef>
          <a:effectRef idx="0">
            <a:schemeClr val="accent1"/>
          </a:effectRef>
          <a:fontRef idx="minor">
            <a:schemeClr val="tx1"/>
          </a:fontRef>
        </p:style>
      </p:cxnSp>
      <p:pic>
        <p:nvPicPr>
          <p:cNvPr id="31" name="Picture 30" descr="Icon&#10;&#10;Description automatically generated">
            <a:extLst>
              <a:ext uri="{FF2B5EF4-FFF2-40B4-BE49-F238E27FC236}">
                <a16:creationId xmlns:a16="http://schemas.microsoft.com/office/drawing/2014/main" id="{DBDA3270-FD6F-52F8-ECC5-46EBB8F7E9C5}"/>
              </a:ext>
            </a:extLst>
          </p:cNvPr>
          <p:cNvPicPr>
            <a:picLocks noChangeAspect="1"/>
          </p:cNvPicPr>
          <p:nvPr/>
        </p:nvPicPr>
        <p:blipFill>
          <a:blip r:embed="rId5"/>
          <a:stretch>
            <a:fillRect/>
          </a:stretch>
        </p:blipFill>
        <p:spPr>
          <a:xfrm>
            <a:off x="2508256" y="1173488"/>
            <a:ext cx="324902" cy="324902"/>
          </a:xfrm>
          <a:prstGeom prst="rect">
            <a:avLst/>
          </a:prstGeom>
        </p:spPr>
      </p:pic>
      <p:pic>
        <p:nvPicPr>
          <p:cNvPr id="32" name="Picture 31" descr="Icon&#10;&#10;Description automatically generated">
            <a:extLst>
              <a:ext uri="{FF2B5EF4-FFF2-40B4-BE49-F238E27FC236}">
                <a16:creationId xmlns:a16="http://schemas.microsoft.com/office/drawing/2014/main" id="{5B8B1106-4A8F-6ECB-CF28-F8A46FD1D2DC}"/>
              </a:ext>
            </a:extLst>
          </p:cNvPr>
          <p:cNvPicPr>
            <a:picLocks noChangeAspect="1"/>
          </p:cNvPicPr>
          <p:nvPr/>
        </p:nvPicPr>
        <p:blipFill>
          <a:blip r:embed="rId5"/>
          <a:stretch>
            <a:fillRect/>
          </a:stretch>
        </p:blipFill>
        <p:spPr>
          <a:xfrm>
            <a:off x="935275" y="2526723"/>
            <a:ext cx="324902" cy="324902"/>
          </a:xfrm>
          <a:prstGeom prst="rect">
            <a:avLst/>
          </a:prstGeom>
        </p:spPr>
      </p:pic>
      <p:pic>
        <p:nvPicPr>
          <p:cNvPr id="33" name="Picture 32" descr="Icon&#10;&#10;Description automatically generated">
            <a:extLst>
              <a:ext uri="{FF2B5EF4-FFF2-40B4-BE49-F238E27FC236}">
                <a16:creationId xmlns:a16="http://schemas.microsoft.com/office/drawing/2014/main" id="{A85E5450-75B8-8005-B36F-8CC79C75B494}"/>
              </a:ext>
            </a:extLst>
          </p:cNvPr>
          <p:cNvPicPr>
            <a:picLocks noChangeAspect="1"/>
          </p:cNvPicPr>
          <p:nvPr/>
        </p:nvPicPr>
        <p:blipFill>
          <a:blip r:embed="rId5"/>
          <a:stretch>
            <a:fillRect/>
          </a:stretch>
        </p:blipFill>
        <p:spPr>
          <a:xfrm>
            <a:off x="2919270" y="4029030"/>
            <a:ext cx="324902" cy="324902"/>
          </a:xfrm>
          <a:prstGeom prst="rect">
            <a:avLst/>
          </a:prstGeom>
        </p:spPr>
      </p:pic>
      <p:pic>
        <p:nvPicPr>
          <p:cNvPr id="34" name="Picture 33" descr="Icon&#10;&#10;Description automatically generated">
            <a:extLst>
              <a:ext uri="{FF2B5EF4-FFF2-40B4-BE49-F238E27FC236}">
                <a16:creationId xmlns:a16="http://schemas.microsoft.com/office/drawing/2014/main" id="{6A1BC8EF-6318-02CD-2019-46245E640A03}"/>
              </a:ext>
            </a:extLst>
          </p:cNvPr>
          <p:cNvPicPr>
            <a:picLocks noChangeAspect="1"/>
          </p:cNvPicPr>
          <p:nvPr/>
        </p:nvPicPr>
        <p:blipFill>
          <a:blip r:embed="rId5"/>
          <a:stretch>
            <a:fillRect/>
          </a:stretch>
        </p:blipFill>
        <p:spPr>
          <a:xfrm>
            <a:off x="972391" y="4462851"/>
            <a:ext cx="324902" cy="324902"/>
          </a:xfrm>
          <a:prstGeom prst="rect">
            <a:avLst/>
          </a:prstGeom>
        </p:spPr>
      </p:pic>
      <p:pic>
        <p:nvPicPr>
          <p:cNvPr id="35" name="Picture 34" descr="Icon&#10;&#10;Description automatically generated">
            <a:extLst>
              <a:ext uri="{FF2B5EF4-FFF2-40B4-BE49-F238E27FC236}">
                <a16:creationId xmlns:a16="http://schemas.microsoft.com/office/drawing/2014/main" id="{31ABD489-802F-B787-012D-DE11E53398D9}"/>
              </a:ext>
            </a:extLst>
          </p:cNvPr>
          <p:cNvPicPr>
            <a:picLocks noChangeAspect="1"/>
          </p:cNvPicPr>
          <p:nvPr/>
        </p:nvPicPr>
        <p:blipFill>
          <a:blip r:embed="rId5"/>
          <a:stretch>
            <a:fillRect/>
          </a:stretch>
        </p:blipFill>
        <p:spPr>
          <a:xfrm>
            <a:off x="5968992" y="4354701"/>
            <a:ext cx="324902" cy="324902"/>
          </a:xfrm>
          <a:prstGeom prst="rect">
            <a:avLst/>
          </a:prstGeom>
        </p:spPr>
      </p:pic>
      <p:pic>
        <p:nvPicPr>
          <p:cNvPr id="36" name="Picture 35" descr="Icon&#10;&#10;Description automatically generated">
            <a:extLst>
              <a:ext uri="{FF2B5EF4-FFF2-40B4-BE49-F238E27FC236}">
                <a16:creationId xmlns:a16="http://schemas.microsoft.com/office/drawing/2014/main" id="{2D934587-FA54-EA29-2B27-AE7DEE307960}"/>
              </a:ext>
            </a:extLst>
          </p:cNvPr>
          <p:cNvPicPr>
            <a:picLocks noChangeAspect="1"/>
          </p:cNvPicPr>
          <p:nvPr/>
        </p:nvPicPr>
        <p:blipFill>
          <a:blip r:embed="rId5"/>
          <a:stretch>
            <a:fillRect/>
          </a:stretch>
        </p:blipFill>
        <p:spPr>
          <a:xfrm>
            <a:off x="7022524" y="2924855"/>
            <a:ext cx="324902" cy="324902"/>
          </a:xfrm>
          <a:prstGeom prst="rect">
            <a:avLst/>
          </a:prstGeom>
        </p:spPr>
      </p:pic>
      <p:pic>
        <p:nvPicPr>
          <p:cNvPr id="37" name="Picture 36" descr="Icon&#10;&#10;Description automatically generated">
            <a:extLst>
              <a:ext uri="{FF2B5EF4-FFF2-40B4-BE49-F238E27FC236}">
                <a16:creationId xmlns:a16="http://schemas.microsoft.com/office/drawing/2014/main" id="{EB69CCEE-1260-CD8F-EEB4-EDE9B41107E0}"/>
              </a:ext>
            </a:extLst>
          </p:cNvPr>
          <p:cNvPicPr>
            <a:picLocks noChangeAspect="1"/>
          </p:cNvPicPr>
          <p:nvPr/>
        </p:nvPicPr>
        <p:blipFill>
          <a:blip r:embed="rId5"/>
          <a:stretch>
            <a:fillRect/>
          </a:stretch>
        </p:blipFill>
        <p:spPr>
          <a:xfrm>
            <a:off x="6570250" y="1030492"/>
            <a:ext cx="324902" cy="324902"/>
          </a:xfrm>
          <a:prstGeom prst="rect">
            <a:avLst/>
          </a:prstGeom>
        </p:spPr>
      </p:pic>
      <p:pic>
        <p:nvPicPr>
          <p:cNvPr id="38" name="Picture 37" descr="Icon&#10;&#10;Description automatically generated">
            <a:extLst>
              <a:ext uri="{FF2B5EF4-FFF2-40B4-BE49-F238E27FC236}">
                <a16:creationId xmlns:a16="http://schemas.microsoft.com/office/drawing/2014/main" id="{150C2D0D-1845-E974-84DF-DF11C0F98DCE}"/>
              </a:ext>
            </a:extLst>
          </p:cNvPr>
          <p:cNvPicPr>
            <a:picLocks noChangeAspect="1"/>
          </p:cNvPicPr>
          <p:nvPr/>
        </p:nvPicPr>
        <p:blipFill>
          <a:blip r:embed="rId5"/>
          <a:stretch>
            <a:fillRect/>
          </a:stretch>
        </p:blipFill>
        <p:spPr>
          <a:xfrm>
            <a:off x="8605558" y="1964365"/>
            <a:ext cx="324902" cy="324902"/>
          </a:xfrm>
          <a:prstGeom prst="rect">
            <a:avLst/>
          </a:prstGeom>
        </p:spPr>
      </p:pic>
      <p:pic>
        <p:nvPicPr>
          <p:cNvPr id="39" name="Picture 38" descr="A picture containing text, envelope, businesscard&#10;&#10;Description automatically generated">
            <a:extLst>
              <a:ext uri="{FF2B5EF4-FFF2-40B4-BE49-F238E27FC236}">
                <a16:creationId xmlns:a16="http://schemas.microsoft.com/office/drawing/2014/main" id="{ECC675CC-E07A-0F57-13BB-F40BFC8165F7}"/>
              </a:ext>
            </a:extLst>
          </p:cNvPr>
          <p:cNvPicPr>
            <a:picLocks noChangeAspect="1"/>
          </p:cNvPicPr>
          <p:nvPr/>
        </p:nvPicPr>
        <p:blipFill>
          <a:blip r:embed="rId6">
            <a:duotone>
              <a:prstClr val="black"/>
              <a:schemeClr val="accent6">
                <a:tint val="45000"/>
                <a:satMod val="400000"/>
              </a:schemeClr>
            </a:duotone>
          </a:blip>
          <a:stretch>
            <a:fillRect/>
          </a:stretch>
        </p:blipFill>
        <p:spPr>
          <a:xfrm>
            <a:off x="8392182" y="2840777"/>
            <a:ext cx="399468" cy="399468"/>
          </a:xfrm>
          <a:prstGeom prst="rect">
            <a:avLst/>
          </a:prstGeom>
        </p:spPr>
      </p:pic>
      <p:pic>
        <p:nvPicPr>
          <p:cNvPr id="40" name="Picture 39" descr="Icon&#10;&#10;Description automatically generated">
            <a:extLst>
              <a:ext uri="{FF2B5EF4-FFF2-40B4-BE49-F238E27FC236}">
                <a16:creationId xmlns:a16="http://schemas.microsoft.com/office/drawing/2014/main" id="{1DB5376D-D981-F012-FBFF-79BF5E9D7A92}"/>
              </a:ext>
            </a:extLst>
          </p:cNvPr>
          <p:cNvPicPr>
            <a:picLocks noChangeAspect="1"/>
          </p:cNvPicPr>
          <p:nvPr/>
        </p:nvPicPr>
        <p:blipFill>
          <a:blip r:embed="rId7">
            <a:duotone>
              <a:schemeClr val="accent2">
                <a:shade val="45000"/>
                <a:satMod val="135000"/>
              </a:schemeClr>
              <a:prstClr val="white"/>
            </a:duotone>
          </a:blip>
          <a:stretch>
            <a:fillRect/>
          </a:stretch>
        </p:blipFill>
        <p:spPr>
          <a:xfrm>
            <a:off x="915559" y="1059598"/>
            <a:ext cx="526810" cy="526810"/>
          </a:xfrm>
          <a:prstGeom prst="rect">
            <a:avLst/>
          </a:prstGeom>
        </p:spPr>
      </p:pic>
      <p:pic>
        <p:nvPicPr>
          <p:cNvPr id="41" name="Picture 40" descr="Icon&#10;&#10;Description automatically generated">
            <a:extLst>
              <a:ext uri="{FF2B5EF4-FFF2-40B4-BE49-F238E27FC236}">
                <a16:creationId xmlns:a16="http://schemas.microsoft.com/office/drawing/2014/main" id="{C33DB806-D18F-587B-DF9A-573A3C096907}"/>
              </a:ext>
            </a:extLst>
          </p:cNvPr>
          <p:cNvPicPr>
            <a:picLocks noChangeAspect="1"/>
          </p:cNvPicPr>
          <p:nvPr/>
        </p:nvPicPr>
        <p:blipFill>
          <a:blip r:embed="rId8">
            <a:duotone>
              <a:prstClr val="black"/>
              <a:schemeClr val="accent5">
                <a:tint val="45000"/>
                <a:satMod val="400000"/>
              </a:schemeClr>
            </a:duotone>
          </a:blip>
          <a:stretch>
            <a:fillRect/>
          </a:stretch>
        </p:blipFill>
        <p:spPr>
          <a:xfrm>
            <a:off x="942913" y="5130305"/>
            <a:ext cx="516403" cy="516404"/>
          </a:xfrm>
          <a:prstGeom prst="rect">
            <a:avLst/>
          </a:prstGeom>
        </p:spPr>
      </p:pic>
      <p:pic>
        <p:nvPicPr>
          <p:cNvPr id="42" name="Picture 41" descr="Icon&#10;&#10;Description automatically generated">
            <a:extLst>
              <a:ext uri="{FF2B5EF4-FFF2-40B4-BE49-F238E27FC236}">
                <a16:creationId xmlns:a16="http://schemas.microsoft.com/office/drawing/2014/main" id="{55F85BE5-8A55-B0D9-C869-31303A705576}"/>
              </a:ext>
            </a:extLst>
          </p:cNvPr>
          <p:cNvPicPr>
            <a:picLocks noChangeAspect="1"/>
          </p:cNvPicPr>
          <p:nvPr/>
        </p:nvPicPr>
        <p:blipFill>
          <a:blip r:embed="rId9">
            <a:duotone>
              <a:prstClr val="black"/>
              <a:schemeClr val="accent5">
                <a:tint val="45000"/>
                <a:satMod val="400000"/>
              </a:schemeClr>
            </a:duotone>
          </a:blip>
          <a:stretch>
            <a:fillRect/>
          </a:stretch>
        </p:blipFill>
        <p:spPr>
          <a:xfrm>
            <a:off x="5889922" y="5066426"/>
            <a:ext cx="558130" cy="558130"/>
          </a:xfrm>
          <a:prstGeom prst="rect">
            <a:avLst/>
          </a:prstGeom>
        </p:spPr>
      </p:pic>
      <p:pic>
        <p:nvPicPr>
          <p:cNvPr id="43" name="Picture 42" descr="Shape, arrow&#10;&#10;Description automatically generated">
            <a:extLst>
              <a:ext uri="{FF2B5EF4-FFF2-40B4-BE49-F238E27FC236}">
                <a16:creationId xmlns:a16="http://schemas.microsoft.com/office/drawing/2014/main" id="{2A4DC5E7-C6F3-ED23-CCD4-9F51ABB9758D}"/>
              </a:ext>
            </a:extLst>
          </p:cNvPr>
          <p:cNvPicPr>
            <a:picLocks noChangeAspect="1"/>
          </p:cNvPicPr>
          <p:nvPr/>
        </p:nvPicPr>
        <p:blipFill>
          <a:blip r:embed="rId10">
            <a:duotone>
              <a:prstClr val="black"/>
              <a:schemeClr val="accent6">
                <a:tint val="45000"/>
                <a:satMod val="400000"/>
              </a:schemeClr>
            </a:duotone>
          </a:blip>
          <a:stretch>
            <a:fillRect/>
          </a:stretch>
        </p:blipFill>
        <p:spPr>
          <a:xfrm>
            <a:off x="7805253" y="783059"/>
            <a:ext cx="587980" cy="587980"/>
          </a:xfrm>
          <a:prstGeom prst="rect">
            <a:avLst/>
          </a:prstGeom>
        </p:spPr>
      </p:pic>
      <p:cxnSp>
        <p:nvCxnSpPr>
          <p:cNvPr id="44" name="Straight Connector 43">
            <a:extLst>
              <a:ext uri="{FF2B5EF4-FFF2-40B4-BE49-F238E27FC236}">
                <a16:creationId xmlns:a16="http://schemas.microsoft.com/office/drawing/2014/main" id="{4CA352C1-9686-E573-4C82-83E537265DA6}"/>
              </a:ext>
            </a:extLst>
          </p:cNvPr>
          <p:cNvCxnSpPr>
            <a:cxnSpLocks/>
          </p:cNvCxnSpPr>
          <p:nvPr/>
        </p:nvCxnSpPr>
        <p:spPr>
          <a:xfrm>
            <a:off x="1716175" y="1528707"/>
            <a:ext cx="377107" cy="188095"/>
          </a:xfrm>
          <a:prstGeom prst="line">
            <a:avLst/>
          </a:prstGeom>
          <a:ln w="28575">
            <a:solidFill>
              <a:srgbClr val="BE4A1A"/>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B497761B-5742-E0DA-FDBD-9454D05EEF5D}"/>
              </a:ext>
            </a:extLst>
          </p:cNvPr>
          <p:cNvCxnSpPr>
            <a:cxnSpLocks/>
          </p:cNvCxnSpPr>
          <p:nvPr/>
        </p:nvCxnSpPr>
        <p:spPr>
          <a:xfrm flipH="1">
            <a:off x="3321465" y="1477110"/>
            <a:ext cx="424764" cy="145249"/>
          </a:xfrm>
          <a:prstGeom prst="line">
            <a:avLst/>
          </a:prstGeom>
          <a:ln w="28575">
            <a:solidFill>
              <a:srgbClr val="BE4A1A"/>
            </a:solidFill>
          </a:ln>
        </p:spPr>
        <p:style>
          <a:lnRef idx="1">
            <a:schemeClr val="accent1"/>
          </a:lnRef>
          <a:fillRef idx="0">
            <a:schemeClr val="accent1"/>
          </a:fillRef>
          <a:effectRef idx="0">
            <a:schemeClr val="accent1"/>
          </a:effectRef>
          <a:fontRef idx="minor">
            <a:schemeClr val="tx1"/>
          </a:fontRef>
        </p:style>
      </p:cxnSp>
      <p:grpSp>
        <p:nvGrpSpPr>
          <p:cNvPr id="46" name="Group 45">
            <a:extLst>
              <a:ext uri="{FF2B5EF4-FFF2-40B4-BE49-F238E27FC236}">
                <a16:creationId xmlns:a16="http://schemas.microsoft.com/office/drawing/2014/main" id="{C0F75511-A6F5-A8A6-FAAB-D3B7C6561605}"/>
              </a:ext>
            </a:extLst>
          </p:cNvPr>
          <p:cNvGrpSpPr/>
          <p:nvPr/>
        </p:nvGrpSpPr>
        <p:grpSpPr>
          <a:xfrm>
            <a:off x="673846" y="804777"/>
            <a:ext cx="1000280" cy="1000586"/>
            <a:chOff x="961211" y="-926720"/>
            <a:chExt cx="1472532" cy="1472983"/>
          </a:xfrm>
        </p:grpSpPr>
        <p:sp>
          <p:nvSpPr>
            <p:cNvPr id="47" name="Arc 46">
              <a:extLst>
                <a:ext uri="{FF2B5EF4-FFF2-40B4-BE49-F238E27FC236}">
                  <a16:creationId xmlns:a16="http://schemas.microsoft.com/office/drawing/2014/main" id="{03AFD8C7-0FC7-2191-2E0D-B9D4AE0B3F61}"/>
                </a:ext>
              </a:extLst>
            </p:cNvPr>
            <p:cNvSpPr/>
            <p:nvPr/>
          </p:nvSpPr>
          <p:spPr>
            <a:xfrm>
              <a:off x="962020" y="-926720"/>
              <a:ext cx="1470214" cy="1470214"/>
            </a:xfrm>
            <a:prstGeom prst="arc">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sp>
          <p:nvSpPr>
            <p:cNvPr id="48" name="Arc 47">
              <a:extLst>
                <a:ext uri="{FF2B5EF4-FFF2-40B4-BE49-F238E27FC236}">
                  <a16:creationId xmlns:a16="http://schemas.microsoft.com/office/drawing/2014/main" id="{1610AE7F-60FE-7A42-65E6-E958AD2C8883}"/>
                </a:ext>
              </a:extLst>
            </p:cNvPr>
            <p:cNvSpPr/>
            <p:nvPr/>
          </p:nvSpPr>
          <p:spPr>
            <a:xfrm rot="5400000">
              <a:off x="962020" y="-923952"/>
              <a:ext cx="1470214" cy="1470214"/>
            </a:xfrm>
            <a:prstGeom prst="arc">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sp>
          <p:nvSpPr>
            <p:cNvPr id="49" name="Arc 48">
              <a:extLst>
                <a:ext uri="{FF2B5EF4-FFF2-40B4-BE49-F238E27FC236}">
                  <a16:creationId xmlns:a16="http://schemas.microsoft.com/office/drawing/2014/main" id="{8992EF77-9D41-59F9-A6C8-1A9C2C90372B}"/>
                </a:ext>
              </a:extLst>
            </p:cNvPr>
            <p:cNvSpPr/>
            <p:nvPr/>
          </p:nvSpPr>
          <p:spPr>
            <a:xfrm rot="10800000">
              <a:off x="961211" y="-923951"/>
              <a:ext cx="1470214" cy="1470214"/>
            </a:xfrm>
            <a:prstGeom prst="arc">
              <a:avLst/>
            </a:prstGeom>
            <a:ln w="28575">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sp>
          <p:nvSpPr>
            <p:cNvPr id="50" name="Arc 49">
              <a:extLst>
                <a:ext uri="{FF2B5EF4-FFF2-40B4-BE49-F238E27FC236}">
                  <a16:creationId xmlns:a16="http://schemas.microsoft.com/office/drawing/2014/main" id="{F0483F03-2359-AFBF-DE29-37FD2B8B9FED}"/>
                </a:ext>
              </a:extLst>
            </p:cNvPr>
            <p:cNvSpPr/>
            <p:nvPr/>
          </p:nvSpPr>
          <p:spPr>
            <a:xfrm rot="16200000">
              <a:off x="963529" y="-926720"/>
              <a:ext cx="1470214" cy="1470214"/>
            </a:xfrm>
            <a:prstGeom prst="arc">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grpSp>
      <p:grpSp>
        <p:nvGrpSpPr>
          <p:cNvPr id="51" name="Group 50">
            <a:extLst>
              <a:ext uri="{FF2B5EF4-FFF2-40B4-BE49-F238E27FC236}">
                <a16:creationId xmlns:a16="http://schemas.microsoft.com/office/drawing/2014/main" id="{EAD9321E-6CC0-0038-068A-2916AC1ECE77}"/>
              </a:ext>
            </a:extLst>
          </p:cNvPr>
          <p:cNvGrpSpPr/>
          <p:nvPr/>
        </p:nvGrpSpPr>
        <p:grpSpPr>
          <a:xfrm>
            <a:off x="602915" y="2897641"/>
            <a:ext cx="1000280" cy="1000586"/>
            <a:chOff x="961211" y="-926720"/>
            <a:chExt cx="1472532" cy="1472983"/>
          </a:xfrm>
        </p:grpSpPr>
        <p:sp>
          <p:nvSpPr>
            <p:cNvPr id="52" name="Arc 51">
              <a:extLst>
                <a:ext uri="{FF2B5EF4-FFF2-40B4-BE49-F238E27FC236}">
                  <a16:creationId xmlns:a16="http://schemas.microsoft.com/office/drawing/2014/main" id="{C0ADACC0-9BD9-EEF9-689D-0B9E4DB2BE16}"/>
                </a:ext>
              </a:extLst>
            </p:cNvPr>
            <p:cNvSpPr/>
            <p:nvPr/>
          </p:nvSpPr>
          <p:spPr>
            <a:xfrm>
              <a:off x="962020" y="-926720"/>
              <a:ext cx="1470214" cy="1470214"/>
            </a:xfrm>
            <a:prstGeom prst="arc">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sp>
          <p:nvSpPr>
            <p:cNvPr id="53" name="Arc 52">
              <a:extLst>
                <a:ext uri="{FF2B5EF4-FFF2-40B4-BE49-F238E27FC236}">
                  <a16:creationId xmlns:a16="http://schemas.microsoft.com/office/drawing/2014/main" id="{CAAF7C69-B545-38F5-89D5-16149157DD5F}"/>
                </a:ext>
              </a:extLst>
            </p:cNvPr>
            <p:cNvSpPr/>
            <p:nvPr/>
          </p:nvSpPr>
          <p:spPr>
            <a:xfrm rot="5400000">
              <a:off x="962020" y="-923952"/>
              <a:ext cx="1470214" cy="1470214"/>
            </a:xfrm>
            <a:prstGeom prst="arc">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sp>
          <p:nvSpPr>
            <p:cNvPr id="54" name="Arc 53">
              <a:extLst>
                <a:ext uri="{FF2B5EF4-FFF2-40B4-BE49-F238E27FC236}">
                  <a16:creationId xmlns:a16="http://schemas.microsoft.com/office/drawing/2014/main" id="{CB851CB4-4F8A-2FA1-D9FE-76895F6CB1E6}"/>
                </a:ext>
              </a:extLst>
            </p:cNvPr>
            <p:cNvSpPr/>
            <p:nvPr/>
          </p:nvSpPr>
          <p:spPr>
            <a:xfrm rot="10800000">
              <a:off x="961211" y="-923951"/>
              <a:ext cx="1470214" cy="1470214"/>
            </a:xfrm>
            <a:prstGeom prst="arc">
              <a:avLst/>
            </a:prstGeom>
            <a:ln w="28575">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sp>
          <p:nvSpPr>
            <p:cNvPr id="55" name="Arc 54">
              <a:extLst>
                <a:ext uri="{FF2B5EF4-FFF2-40B4-BE49-F238E27FC236}">
                  <a16:creationId xmlns:a16="http://schemas.microsoft.com/office/drawing/2014/main" id="{8F86B369-721C-698C-9359-02BAAE24B74A}"/>
                </a:ext>
              </a:extLst>
            </p:cNvPr>
            <p:cNvSpPr/>
            <p:nvPr/>
          </p:nvSpPr>
          <p:spPr>
            <a:xfrm rot="16200000">
              <a:off x="963529" y="-926720"/>
              <a:ext cx="1470214" cy="1470214"/>
            </a:xfrm>
            <a:prstGeom prst="arc">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grpSp>
      <p:grpSp>
        <p:nvGrpSpPr>
          <p:cNvPr id="56" name="Group 55">
            <a:extLst>
              <a:ext uri="{FF2B5EF4-FFF2-40B4-BE49-F238E27FC236}">
                <a16:creationId xmlns:a16="http://schemas.microsoft.com/office/drawing/2014/main" id="{D0BCFB38-4D4E-98CD-FBFD-A7600FD6DB72}"/>
              </a:ext>
            </a:extLst>
          </p:cNvPr>
          <p:cNvGrpSpPr/>
          <p:nvPr/>
        </p:nvGrpSpPr>
        <p:grpSpPr>
          <a:xfrm>
            <a:off x="2001306" y="1549735"/>
            <a:ext cx="1324625" cy="1325031"/>
            <a:chOff x="961211" y="-926720"/>
            <a:chExt cx="1472532" cy="1472983"/>
          </a:xfrm>
        </p:grpSpPr>
        <p:sp>
          <p:nvSpPr>
            <p:cNvPr id="57" name="Arc 56">
              <a:extLst>
                <a:ext uri="{FF2B5EF4-FFF2-40B4-BE49-F238E27FC236}">
                  <a16:creationId xmlns:a16="http://schemas.microsoft.com/office/drawing/2014/main" id="{9B0DA62D-3D72-6C0B-C5AB-1482B5EC164F}"/>
                </a:ext>
              </a:extLst>
            </p:cNvPr>
            <p:cNvSpPr/>
            <p:nvPr/>
          </p:nvSpPr>
          <p:spPr>
            <a:xfrm>
              <a:off x="962020" y="-926720"/>
              <a:ext cx="1470214" cy="1470214"/>
            </a:xfrm>
            <a:prstGeom prst="arc">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sp>
          <p:nvSpPr>
            <p:cNvPr id="58" name="Arc 57">
              <a:extLst>
                <a:ext uri="{FF2B5EF4-FFF2-40B4-BE49-F238E27FC236}">
                  <a16:creationId xmlns:a16="http://schemas.microsoft.com/office/drawing/2014/main" id="{138935EB-A738-77A0-4D2C-C1C584713A55}"/>
                </a:ext>
              </a:extLst>
            </p:cNvPr>
            <p:cNvSpPr/>
            <p:nvPr/>
          </p:nvSpPr>
          <p:spPr>
            <a:xfrm rot="5400000">
              <a:off x="962020" y="-923952"/>
              <a:ext cx="1470214" cy="1470214"/>
            </a:xfrm>
            <a:prstGeom prst="arc">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sp>
          <p:nvSpPr>
            <p:cNvPr id="59" name="Arc 58">
              <a:extLst>
                <a:ext uri="{FF2B5EF4-FFF2-40B4-BE49-F238E27FC236}">
                  <a16:creationId xmlns:a16="http://schemas.microsoft.com/office/drawing/2014/main" id="{1B8C1B15-F999-4617-9055-C1B73B6AC1CF}"/>
                </a:ext>
              </a:extLst>
            </p:cNvPr>
            <p:cNvSpPr/>
            <p:nvPr/>
          </p:nvSpPr>
          <p:spPr>
            <a:xfrm rot="10800000">
              <a:off x="961211" y="-923951"/>
              <a:ext cx="1470214" cy="1470214"/>
            </a:xfrm>
            <a:prstGeom prst="arc">
              <a:avLst/>
            </a:prstGeom>
            <a:ln w="28575">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sp>
          <p:nvSpPr>
            <p:cNvPr id="60" name="Arc 59">
              <a:extLst>
                <a:ext uri="{FF2B5EF4-FFF2-40B4-BE49-F238E27FC236}">
                  <a16:creationId xmlns:a16="http://schemas.microsoft.com/office/drawing/2014/main" id="{7854D026-FEBB-AAC2-BFC8-80D864832474}"/>
                </a:ext>
              </a:extLst>
            </p:cNvPr>
            <p:cNvSpPr/>
            <p:nvPr/>
          </p:nvSpPr>
          <p:spPr>
            <a:xfrm rot="16200000">
              <a:off x="963529" y="-926720"/>
              <a:ext cx="1470214" cy="1470214"/>
            </a:xfrm>
            <a:prstGeom prst="arc">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grpSp>
      <p:grpSp>
        <p:nvGrpSpPr>
          <p:cNvPr id="61" name="Group 60">
            <a:extLst>
              <a:ext uri="{FF2B5EF4-FFF2-40B4-BE49-F238E27FC236}">
                <a16:creationId xmlns:a16="http://schemas.microsoft.com/office/drawing/2014/main" id="{7EB34C21-7003-958B-8E49-7F5144F3965C}"/>
              </a:ext>
            </a:extLst>
          </p:cNvPr>
          <p:cNvGrpSpPr/>
          <p:nvPr/>
        </p:nvGrpSpPr>
        <p:grpSpPr>
          <a:xfrm>
            <a:off x="4028866" y="704084"/>
            <a:ext cx="998400" cy="998705"/>
            <a:chOff x="961211" y="-926720"/>
            <a:chExt cx="1472532" cy="1472983"/>
          </a:xfrm>
        </p:grpSpPr>
        <p:sp>
          <p:nvSpPr>
            <p:cNvPr id="62" name="Arc 61">
              <a:extLst>
                <a:ext uri="{FF2B5EF4-FFF2-40B4-BE49-F238E27FC236}">
                  <a16:creationId xmlns:a16="http://schemas.microsoft.com/office/drawing/2014/main" id="{069FD629-C1AF-BFB5-B3CD-B441A5D448B2}"/>
                </a:ext>
              </a:extLst>
            </p:cNvPr>
            <p:cNvSpPr/>
            <p:nvPr/>
          </p:nvSpPr>
          <p:spPr>
            <a:xfrm>
              <a:off x="962020" y="-926720"/>
              <a:ext cx="1470214" cy="1470214"/>
            </a:xfrm>
            <a:prstGeom prst="arc">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sp>
          <p:nvSpPr>
            <p:cNvPr id="63" name="Arc 62">
              <a:extLst>
                <a:ext uri="{FF2B5EF4-FFF2-40B4-BE49-F238E27FC236}">
                  <a16:creationId xmlns:a16="http://schemas.microsoft.com/office/drawing/2014/main" id="{3E30DE3C-C9AD-49C5-7E49-9BC446642D15}"/>
                </a:ext>
              </a:extLst>
            </p:cNvPr>
            <p:cNvSpPr/>
            <p:nvPr/>
          </p:nvSpPr>
          <p:spPr>
            <a:xfrm rot="5400000">
              <a:off x="962020" y="-923952"/>
              <a:ext cx="1470214" cy="1470214"/>
            </a:xfrm>
            <a:prstGeom prst="arc">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sp>
          <p:nvSpPr>
            <p:cNvPr id="64" name="Arc 63">
              <a:extLst>
                <a:ext uri="{FF2B5EF4-FFF2-40B4-BE49-F238E27FC236}">
                  <a16:creationId xmlns:a16="http://schemas.microsoft.com/office/drawing/2014/main" id="{2AB99E18-3BD3-2AA8-03A7-0C54AED1EA3D}"/>
                </a:ext>
              </a:extLst>
            </p:cNvPr>
            <p:cNvSpPr/>
            <p:nvPr/>
          </p:nvSpPr>
          <p:spPr>
            <a:xfrm rot="10800000">
              <a:off x="961211" y="-923951"/>
              <a:ext cx="1470214" cy="1470214"/>
            </a:xfrm>
            <a:prstGeom prst="arc">
              <a:avLst/>
            </a:prstGeom>
            <a:ln w="28575">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sp>
          <p:nvSpPr>
            <p:cNvPr id="65" name="Arc 64">
              <a:extLst>
                <a:ext uri="{FF2B5EF4-FFF2-40B4-BE49-F238E27FC236}">
                  <a16:creationId xmlns:a16="http://schemas.microsoft.com/office/drawing/2014/main" id="{4040E185-BC26-336E-7FA7-45163948044A}"/>
                </a:ext>
              </a:extLst>
            </p:cNvPr>
            <p:cNvSpPr/>
            <p:nvPr/>
          </p:nvSpPr>
          <p:spPr>
            <a:xfrm rot="16200000">
              <a:off x="963529" y="-926720"/>
              <a:ext cx="1470214" cy="1470214"/>
            </a:xfrm>
            <a:prstGeom prst="arc">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grpSp>
      <p:grpSp>
        <p:nvGrpSpPr>
          <p:cNvPr id="66" name="Group 65">
            <a:extLst>
              <a:ext uri="{FF2B5EF4-FFF2-40B4-BE49-F238E27FC236}">
                <a16:creationId xmlns:a16="http://schemas.microsoft.com/office/drawing/2014/main" id="{3F1253F0-C27E-253D-A44F-560FD49EBB1A}"/>
              </a:ext>
            </a:extLst>
          </p:cNvPr>
          <p:cNvGrpSpPr/>
          <p:nvPr/>
        </p:nvGrpSpPr>
        <p:grpSpPr>
          <a:xfrm>
            <a:off x="6205023" y="1403180"/>
            <a:ext cx="998400" cy="998705"/>
            <a:chOff x="961211" y="-926720"/>
            <a:chExt cx="1472532" cy="1472983"/>
          </a:xfrm>
        </p:grpSpPr>
        <p:sp>
          <p:nvSpPr>
            <p:cNvPr id="67" name="Arc 66">
              <a:extLst>
                <a:ext uri="{FF2B5EF4-FFF2-40B4-BE49-F238E27FC236}">
                  <a16:creationId xmlns:a16="http://schemas.microsoft.com/office/drawing/2014/main" id="{1FC05076-E03C-12C3-219C-BD99CE7A8ADC}"/>
                </a:ext>
              </a:extLst>
            </p:cNvPr>
            <p:cNvSpPr/>
            <p:nvPr/>
          </p:nvSpPr>
          <p:spPr>
            <a:xfrm>
              <a:off x="962020" y="-926720"/>
              <a:ext cx="1470214" cy="1470214"/>
            </a:xfrm>
            <a:prstGeom prst="arc">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sp>
          <p:nvSpPr>
            <p:cNvPr id="68" name="Arc 67">
              <a:extLst>
                <a:ext uri="{FF2B5EF4-FFF2-40B4-BE49-F238E27FC236}">
                  <a16:creationId xmlns:a16="http://schemas.microsoft.com/office/drawing/2014/main" id="{96120D4C-1E30-BB71-CF65-A0FC12AAC255}"/>
                </a:ext>
              </a:extLst>
            </p:cNvPr>
            <p:cNvSpPr/>
            <p:nvPr/>
          </p:nvSpPr>
          <p:spPr>
            <a:xfrm rot="5400000">
              <a:off x="962020" y="-923952"/>
              <a:ext cx="1470214" cy="1470214"/>
            </a:xfrm>
            <a:prstGeom prst="arc">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sp>
          <p:nvSpPr>
            <p:cNvPr id="69" name="Arc 68">
              <a:extLst>
                <a:ext uri="{FF2B5EF4-FFF2-40B4-BE49-F238E27FC236}">
                  <a16:creationId xmlns:a16="http://schemas.microsoft.com/office/drawing/2014/main" id="{CCAAB119-BE87-80DB-40DA-A00FA1D51214}"/>
                </a:ext>
              </a:extLst>
            </p:cNvPr>
            <p:cNvSpPr/>
            <p:nvPr/>
          </p:nvSpPr>
          <p:spPr>
            <a:xfrm rot="10800000">
              <a:off x="961211" y="-923951"/>
              <a:ext cx="1470214" cy="1470214"/>
            </a:xfrm>
            <a:prstGeom prst="arc">
              <a:avLst/>
            </a:prstGeom>
            <a:ln w="28575">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sp>
          <p:nvSpPr>
            <p:cNvPr id="70" name="Arc 69">
              <a:extLst>
                <a:ext uri="{FF2B5EF4-FFF2-40B4-BE49-F238E27FC236}">
                  <a16:creationId xmlns:a16="http://schemas.microsoft.com/office/drawing/2014/main" id="{1A58A308-4DE5-6405-16D6-96DDC1FE41AF}"/>
                </a:ext>
              </a:extLst>
            </p:cNvPr>
            <p:cNvSpPr/>
            <p:nvPr/>
          </p:nvSpPr>
          <p:spPr>
            <a:xfrm rot="16200000">
              <a:off x="963529" y="-926720"/>
              <a:ext cx="1470214" cy="1470214"/>
            </a:xfrm>
            <a:prstGeom prst="arc">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grpSp>
      <p:grpSp>
        <p:nvGrpSpPr>
          <p:cNvPr id="71" name="Group 70">
            <a:extLst>
              <a:ext uri="{FF2B5EF4-FFF2-40B4-BE49-F238E27FC236}">
                <a16:creationId xmlns:a16="http://schemas.microsoft.com/office/drawing/2014/main" id="{C56D7E07-578D-111A-6018-8BA981D7A932}"/>
              </a:ext>
            </a:extLst>
          </p:cNvPr>
          <p:cNvGrpSpPr/>
          <p:nvPr/>
        </p:nvGrpSpPr>
        <p:grpSpPr>
          <a:xfrm>
            <a:off x="6376583" y="3320590"/>
            <a:ext cx="1552010" cy="1587445"/>
            <a:chOff x="961211" y="-926720"/>
            <a:chExt cx="1472532" cy="1472983"/>
          </a:xfrm>
        </p:grpSpPr>
        <p:sp>
          <p:nvSpPr>
            <p:cNvPr id="72" name="Arc 71">
              <a:extLst>
                <a:ext uri="{FF2B5EF4-FFF2-40B4-BE49-F238E27FC236}">
                  <a16:creationId xmlns:a16="http://schemas.microsoft.com/office/drawing/2014/main" id="{846DDEA6-CF87-F789-857D-726EE282D340}"/>
                </a:ext>
              </a:extLst>
            </p:cNvPr>
            <p:cNvSpPr/>
            <p:nvPr/>
          </p:nvSpPr>
          <p:spPr>
            <a:xfrm>
              <a:off x="962020" y="-926720"/>
              <a:ext cx="1470214" cy="1470214"/>
            </a:xfrm>
            <a:prstGeom prst="arc">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sp>
          <p:nvSpPr>
            <p:cNvPr id="73" name="Arc 72">
              <a:extLst>
                <a:ext uri="{FF2B5EF4-FFF2-40B4-BE49-F238E27FC236}">
                  <a16:creationId xmlns:a16="http://schemas.microsoft.com/office/drawing/2014/main" id="{8335032D-4092-F039-33B0-BA1C27D65859}"/>
                </a:ext>
              </a:extLst>
            </p:cNvPr>
            <p:cNvSpPr/>
            <p:nvPr/>
          </p:nvSpPr>
          <p:spPr>
            <a:xfrm rot="5400000">
              <a:off x="962020" y="-923952"/>
              <a:ext cx="1470214" cy="1470214"/>
            </a:xfrm>
            <a:prstGeom prst="arc">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sp>
          <p:nvSpPr>
            <p:cNvPr id="74" name="Arc 73">
              <a:extLst>
                <a:ext uri="{FF2B5EF4-FFF2-40B4-BE49-F238E27FC236}">
                  <a16:creationId xmlns:a16="http://schemas.microsoft.com/office/drawing/2014/main" id="{32E1FC70-FC15-3459-C22F-2829E787AAD8}"/>
                </a:ext>
              </a:extLst>
            </p:cNvPr>
            <p:cNvSpPr/>
            <p:nvPr/>
          </p:nvSpPr>
          <p:spPr>
            <a:xfrm rot="10800000">
              <a:off x="961211" y="-923951"/>
              <a:ext cx="1470214" cy="1470214"/>
            </a:xfrm>
            <a:prstGeom prst="arc">
              <a:avLst/>
            </a:prstGeom>
            <a:ln w="28575">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sp>
          <p:nvSpPr>
            <p:cNvPr id="75" name="Arc 74">
              <a:extLst>
                <a:ext uri="{FF2B5EF4-FFF2-40B4-BE49-F238E27FC236}">
                  <a16:creationId xmlns:a16="http://schemas.microsoft.com/office/drawing/2014/main" id="{04C91F2D-DB71-6C99-77B1-922508C4A8AF}"/>
                </a:ext>
              </a:extLst>
            </p:cNvPr>
            <p:cNvSpPr/>
            <p:nvPr/>
          </p:nvSpPr>
          <p:spPr>
            <a:xfrm rot="16200000">
              <a:off x="963529" y="-926720"/>
              <a:ext cx="1470214" cy="1470214"/>
            </a:xfrm>
            <a:prstGeom prst="arc">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grpSp>
      <p:grpSp>
        <p:nvGrpSpPr>
          <p:cNvPr id="76" name="Group 75">
            <a:extLst>
              <a:ext uri="{FF2B5EF4-FFF2-40B4-BE49-F238E27FC236}">
                <a16:creationId xmlns:a16="http://schemas.microsoft.com/office/drawing/2014/main" id="{AC42B056-2DDC-4FD3-EE28-D68AB8A493E1}"/>
              </a:ext>
            </a:extLst>
          </p:cNvPr>
          <p:cNvGrpSpPr/>
          <p:nvPr/>
        </p:nvGrpSpPr>
        <p:grpSpPr>
          <a:xfrm>
            <a:off x="5412482" y="4741498"/>
            <a:ext cx="1552010" cy="1587445"/>
            <a:chOff x="961211" y="-926720"/>
            <a:chExt cx="1472532" cy="1472983"/>
          </a:xfrm>
        </p:grpSpPr>
        <p:sp>
          <p:nvSpPr>
            <p:cNvPr id="77" name="Arc 76">
              <a:extLst>
                <a:ext uri="{FF2B5EF4-FFF2-40B4-BE49-F238E27FC236}">
                  <a16:creationId xmlns:a16="http://schemas.microsoft.com/office/drawing/2014/main" id="{5DB6AB84-6E83-060D-7E89-C9FAEB440979}"/>
                </a:ext>
              </a:extLst>
            </p:cNvPr>
            <p:cNvSpPr/>
            <p:nvPr/>
          </p:nvSpPr>
          <p:spPr>
            <a:xfrm>
              <a:off x="962020" y="-926720"/>
              <a:ext cx="1470214" cy="1470214"/>
            </a:xfrm>
            <a:prstGeom prst="arc">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sp>
          <p:nvSpPr>
            <p:cNvPr id="78" name="Arc 77">
              <a:extLst>
                <a:ext uri="{FF2B5EF4-FFF2-40B4-BE49-F238E27FC236}">
                  <a16:creationId xmlns:a16="http://schemas.microsoft.com/office/drawing/2014/main" id="{0A03DE5A-6030-2F90-2139-2F03D9FD730F}"/>
                </a:ext>
              </a:extLst>
            </p:cNvPr>
            <p:cNvSpPr/>
            <p:nvPr/>
          </p:nvSpPr>
          <p:spPr>
            <a:xfrm rot="5400000">
              <a:off x="962020" y="-923952"/>
              <a:ext cx="1470214" cy="1470214"/>
            </a:xfrm>
            <a:prstGeom prst="arc">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sp>
          <p:nvSpPr>
            <p:cNvPr id="79" name="Arc 78">
              <a:extLst>
                <a:ext uri="{FF2B5EF4-FFF2-40B4-BE49-F238E27FC236}">
                  <a16:creationId xmlns:a16="http://schemas.microsoft.com/office/drawing/2014/main" id="{B4F15F67-CCC2-BDA0-E704-8BF1053D8727}"/>
                </a:ext>
              </a:extLst>
            </p:cNvPr>
            <p:cNvSpPr/>
            <p:nvPr/>
          </p:nvSpPr>
          <p:spPr>
            <a:xfrm rot="10800000">
              <a:off x="961211" y="-923951"/>
              <a:ext cx="1470214" cy="1470214"/>
            </a:xfrm>
            <a:prstGeom prst="arc">
              <a:avLst/>
            </a:prstGeom>
            <a:ln w="28575">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sp>
          <p:nvSpPr>
            <p:cNvPr id="80" name="Arc 79">
              <a:extLst>
                <a:ext uri="{FF2B5EF4-FFF2-40B4-BE49-F238E27FC236}">
                  <a16:creationId xmlns:a16="http://schemas.microsoft.com/office/drawing/2014/main" id="{DBFEC8CC-BFC7-90FE-E6BD-5018E6935404}"/>
                </a:ext>
              </a:extLst>
            </p:cNvPr>
            <p:cNvSpPr/>
            <p:nvPr/>
          </p:nvSpPr>
          <p:spPr>
            <a:xfrm rot="16200000">
              <a:off x="963529" y="-926720"/>
              <a:ext cx="1470214" cy="1470214"/>
            </a:xfrm>
            <a:prstGeom prst="arc">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grpSp>
      <p:grpSp>
        <p:nvGrpSpPr>
          <p:cNvPr id="81" name="Group 80">
            <a:extLst>
              <a:ext uri="{FF2B5EF4-FFF2-40B4-BE49-F238E27FC236}">
                <a16:creationId xmlns:a16="http://schemas.microsoft.com/office/drawing/2014/main" id="{A23FD973-B785-6061-9F66-AEBC9D332EBC}"/>
              </a:ext>
            </a:extLst>
          </p:cNvPr>
          <p:cNvGrpSpPr/>
          <p:nvPr/>
        </p:nvGrpSpPr>
        <p:grpSpPr>
          <a:xfrm>
            <a:off x="2460876" y="4437108"/>
            <a:ext cx="1230968" cy="1259074"/>
            <a:chOff x="961211" y="-926720"/>
            <a:chExt cx="1472532" cy="1472983"/>
          </a:xfrm>
        </p:grpSpPr>
        <p:sp>
          <p:nvSpPr>
            <p:cNvPr id="82" name="Arc 81">
              <a:extLst>
                <a:ext uri="{FF2B5EF4-FFF2-40B4-BE49-F238E27FC236}">
                  <a16:creationId xmlns:a16="http://schemas.microsoft.com/office/drawing/2014/main" id="{346D43BB-5FDF-AF5C-D18E-179E87853047}"/>
                </a:ext>
              </a:extLst>
            </p:cNvPr>
            <p:cNvSpPr/>
            <p:nvPr/>
          </p:nvSpPr>
          <p:spPr>
            <a:xfrm>
              <a:off x="962020" y="-926720"/>
              <a:ext cx="1470214" cy="1470214"/>
            </a:xfrm>
            <a:prstGeom prst="arc">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sp>
          <p:nvSpPr>
            <p:cNvPr id="83" name="Arc 82">
              <a:extLst>
                <a:ext uri="{FF2B5EF4-FFF2-40B4-BE49-F238E27FC236}">
                  <a16:creationId xmlns:a16="http://schemas.microsoft.com/office/drawing/2014/main" id="{90C63D5C-F616-A98C-774D-310D7189C38E}"/>
                </a:ext>
              </a:extLst>
            </p:cNvPr>
            <p:cNvSpPr/>
            <p:nvPr/>
          </p:nvSpPr>
          <p:spPr>
            <a:xfrm rot="5400000">
              <a:off x="962020" y="-923952"/>
              <a:ext cx="1470214" cy="1470214"/>
            </a:xfrm>
            <a:prstGeom prst="arc">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sp>
          <p:nvSpPr>
            <p:cNvPr id="84" name="Arc 83">
              <a:extLst>
                <a:ext uri="{FF2B5EF4-FFF2-40B4-BE49-F238E27FC236}">
                  <a16:creationId xmlns:a16="http://schemas.microsoft.com/office/drawing/2014/main" id="{BC122916-F895-A8FE-23C9-A6054C211E85}"/>
                </a:ext>
              </a:extLst>
            </p:cNvPr>
            <p:cNvSpPr/>
            <p:nvPr/>
          </p:nvSpPr>
          <p:spPr>
            <a:xfrm rot="10800000">
              <a:off x="961211" y="-923951"/>
              <a:ext cx="1470214" cy="1470214"/>
            </a:xfrm>
            <a:prstGeom prst="arc">
              <a:avLst/>
            </a:prstGeom>
            <a:ln w="28575">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sp>
          <p:nvSpPr>
            <p:cNvPr id="85" name="Arc 84">
              <a:extLst>
                <a:ext uri="{FF2B5EF4-FFF2-40B4-BE49-F238E27FC236}">
                  <a16:creationId xmlns:a16="http://schemas.microsoft.com/office/drawing/2014/main" id="{49E2625F-734F-C2A7-9E0D-0B9B6FB15318}"/>
                </a:ext>
              </a:extLst>
            </p:cNvPr>
            <p:cNvSpPr/>
            <p:nvPr/>
          </p:nvSpPr>
          <p:spPr>
            <a:xfrm rot="16200000">
              <a:off x="963529" y="-926720"/>
              <a:ext cx="1470214" cy="1470214"/>
            </a:xfrm>
            <a:prstGeom prst="arc">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grpSp>
      <p:grpSp>
        <p:nvGrpSpPr>
          <p:cNvPr id="86" name="Group 85">
            <a:extLst>
              <a:ext uri="{FF2B5EF4-FFF2-40B4-BE49-F238E27FC236}">
                <a16:creationId xmlns:a16="http://schemas.microsoft.com/office/drawing/2014/main" id="{E8BA6AFD-7F4E-DD81-AD85-EC0F8C39C4EF}"/>
              </a:ext>
            </a:extLst>
          </p:cNvPr>
          <p:cNvGrpSpPr/>
          <p:nvPr/>
        </p:nvGrpSpPr>
        <p:grpSpPr>
          <a:xfrm>
            <a:off x="657884" y="4833769"/>
            <a:ext cx="1000280" cy="1000586"/>
            <a:chOff x="961211" y="-926720"/>
            <a:chExt cx="1472532" cy="1472983"/>
          </a:xfrm>
        </p:grpSpPr>
        <p:sp>
          <p:nvSpPr>
            <p:cNvPr id="87" name="Arc 86">
              <a:extLst>
                <a:ext uri="{FF2B5EF4-FFF2-40B4-BE49-F238E27FC236}">
                  <a16:creationId xmlns:a16="http://schemas.microsoft.com/office/drawing/2014/main" id="{3C351EC8-7A82-4119-0B8B-1517AB3A6EDB}"/>
                </a:ext>
              </a:extLst>
            </p:cNvPr>
            <p:cNvSpPr/>
            <p:nvPr/>
          </p:nvSpPr>
          <p:spPr>
            <a:xfrm>
              <a:off x="962020" y="-926720"/>
              <a:ext cx="1470214" cy="1470214"/>
            </a:xfrm>
            <a:prstGeom prst="arc">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sp>
          <p:nvSpPr>
            <p:cNvPr id="88" name="Arc 87">
              <a:extLst>
                <a:ext uri="{FF2B5EF4-FFF2-40B4-BE49-F238E27FC236}">
                  <a16:creationId xmlns:a16="http://schemas.microsoft.com/office/drawing/2014/main" id="{FAED19C0-778A-ED8E-A2DB-3EEC7B3A49DF}"/>
                </a:ext>
              </a:extLst>
            </p:cNvPr>
            <p:cNvSpPr/>
            <p:nvPr/>
          </p:nvSpPr>
          <p:spPr>
            <a:xfrm rot="5400000">
              <a:off x="962020" y="-923952"/>
              <a:ext cx="1470214" cy="1470214"/>
            </a:xfrm>
            <a:prstGeom prst="arc">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sp>
          <p:nvSpPr>
            <p:cNvPr id="89" name="Arc 88">
              <a:extLst>
                <a:ext uri="{FF2B5EF4-FFF2-40B4-BE49-F238E27FC236}">
                  <a16:creationId xmlns:a16="http://schemas.microsoft.com/office/drawing/2014/main" id="{BBD68E2E-A2BD-B4F0-6438-D3667CCA4AC1}"/>
                </a:ext>
              </a:extLst>
            </p:cNvPr>
            <p:cNvSpPr/>
            <p:nvPr/>
          </p:nvSpPr>
          <p:spPr>
            <a:xfrm rot="10800000">
              <a:off x="961211" y="-923951"/>
              <a:ext cx="1470214" cy="1470214"/>
            </a:xfrm>
            <a:prstGeom prst="arc">
              <a:avLst/>
            </a:prstGeom>
            <a:ln w="28575">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sp>
          <p:nvSpPr>
            <p:cNvPr id="90" name="Arc 89">
              <a:extLst>
                <a:ext uri="{FF2B5EF4-FFF2-40B4-BE49-F238E27FC236}">
                  <a16:creationId xmlns:a16="http://schemas.microsoft.com/office/drawing/2014/main" id="{F8A4ABC0-25B8-AAD8-5A3E-B02CAA4AB9A0}"/>
                </a:ext>
              </a:extLst>
            </p:cNvPr>
            <p:cNvSpPr/>
            <p:nvPr/>
          </p:nvSpPr>
          <p:spPr>
            <a:xfrm rot="16200000">
              <a:off x="963529" y="-926720"/>
              <a:ext cx="1470214" cy="1470214"/>
            </a:xfrm>
            <a:prstGeom prst="arc">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grpSp>
      <p:grpSp>
        <p:nvGrpSpPr>
          <p:cNvPr id="91" name="Group 90">
            <a:extLst>
              <a:ext uri="{FF2B5EF4-FFF2-40B4-BE49-F238E27FC236}">
                <a16:creationId xmlns:a16="http://schemas.microsoft.com/office/drawing/2014/main" id="{793A7CAE-9E2B-A96C-5374-07CBD974904E}"/>
              </a:ext>
            </a:extLst>
          </p:cNvPr>
          <p:cNvGrpSpPr/>
          <p:nvPr/>
        </p:nvGrpSpPr>
        <p:grpSpPr>
          <a:xfrm>
            <a:off x="7927046" y="2310551"/>
            <a:ext cx="1384694" cy="1385118"/>
            <a:chOff x="961211" y="-926720"/>
            <a:chExt cx="1472532" cy="1472983"/>
          </a:xfrm>
        </p:grpSpPr>
        <p:sp>
          <p:nvSpPr>
            <p:cNvPr id="92" name="Arc 91">
              <a:extLst>
                <a:ext uri="{FF2B5EF4-FFF2-40B4-BE49-F238E27FC236}">
                  <a16:creationId xmlns:a16="http://schemas.microsoft.com/office/drawing/2014/main" id="{0BDE6134-A684-91CC-4EDD-202918C59878}"/>
                </a:ext>
              </a:extLst>
            </p:cNvPr>
            <p:cNvSpPr/>
            <p:nvPr/>
          </p:nvSpPr>
          <p:spPr>
            <a:xfrm>
              <a:off x="962020" y="-926720"/>
              <a:ext cx="1470214" cy="1470214"/>
            </a:xfrm>
            <a:prstGeom prst="arc">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sp>
          <p:nvSpPr>
            <p:cNvPr id="93" name="Arc 92">
              <a:extLst>
                <a:ext uri="{FF2B5EF4-FFF2-40B4-BE49-F238E27FC236}">
                  <a16:creationId xmlns:a16="http://schemas.microsoft.com/office/drawing/2014/main" id="{D5BA3CE8-38A3-C15D-6544-F601E384865A}"/>
                </a:ext>
              </a:extLst>
            </p:cNvPr>
            <p:cNvSpPr/>
            <p:nvPr/>
          </p:nvSpPr>
          <p:spPr>
            <a:xfrm rot="5400000">
              <a:off x="962020" y="-923952"/>
              <a:ext cx="1470214" cy="1470214"/>
            </a:xfrm>
            <a:prstGeom prst="arc">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sp>
          <p:nvSpPr>
            <p:cNvPr id="94" name="Arc 93">
              <a:extLst>
                <a:ext uri="{FF2B5EF4-FFF2-40B4-BE49-F238E27FC236}">
                  <a16:creationId xmlns:a16="http://schemas.microsoft.com/office/drawing/2014/main" id="{74952261-85A2-7023-BE53-1D5A1A788B40}"/>
                </a:ext>
              </a:extLst>
            </p:cNvPr>
            <p:cNvSpPr/>
            <p:nvPr/>
          </p:nvSpPr>
          <p:spPr>
            <a:xfrm rot="10800000">
              <a:off x="961211" y="-923951"/>
              <a:ext cx="1470214" cy="1470214"/>
            </a:xfrm>
            <a:prstGeom prst="arc">
              <a:avLst/>
            </a:prstGeom>
            <a:ln w="28575">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sp>
          <p:nvSpPr>
            <p:cNvPr id="95" name="Arc 94">
              <a:extLst>
                <a:ext uri="{FF2B5EF4-FFF2-40B4-BE49-F238E27FC236}">
                  <a16:creationId xmlns:a16="http://schemas.microsoft.com/office/drawing/2014/main" id="{D94B6BC3-10B9-D43A-72BE-259162E1B52E}"/>
                </a:ext>
              </a:extLst>
            </p:cNvPr>
            <p:cNvSpPr/>
            <p:nvPr/>
          </p:nvSpPr>
          <p:spPr>
            <a:xfrm rot="16200000">
              <a:off x="963529" y="-926720"/>
              <a:ext cx="1470214" cy="1470214"/>
            </a:xfrm>
            <a:prstGeom prst="arc">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grpSp>
      <p:grpSp>
        <p:nvGrpSpPr>
          <p:cNvPr id="96" name="Group 95">
            <a:extLst>
              <a:ext uri="{FF2B5EF4-FFF2-40B4-BE49-F238E27FC236}">
                <a16:creationId xmlns:a16="http://schemas.microsoft.com/office/drawing/2014/main" id="{99087A2B-8D03-2A17-A27B-28299D9F0A6E}"/>
              </a:ext>
            </a:extLst>
          </p:cNvPr>
          <p:cNvGrpSpPr/>
          <p:nvPr/>
        </p:nvGrpSpPr>
        <p:grpSpPr>
          <a:xfrm>
            <a:off x="7426437" y="321660"/>
            <a:ext cx="1384694" cy="1385118"/>
            <a:chOff x="961211" y="-926720"/>
            <a:chExt cx="1472532" cy="1472983"/>
          </a:xfrm>
        </p:grpSpPr>
        <p:sp>
          <p:nvSpPr>
            <p:cNvPr id="97" name="Arc 96">
              <a:extLst>
                <a:ext uri="{FF2B5EF4-FFF2-40B4-BE49-F238E27FC236}">
                  <a16:creationId xmlns:a16="http://schemas.microsoft.com/office/drawing/2014/main" id="{AEC62969-39BC-DF37-C0D7-25AB6A558166}"/>
                </a:ext>
              </a:extLst>
            </p:cNvPr>
            <p:cNvSpPr/>
            <p:nvPr/>
          </p:nvSpPr>
          <p:spPr>
            <a:xfrm>
              <a:off x="962020" y="-926720"/>
              <a:ext cx="1470214" cy="1470214"/>
            </a:xfrm>
            <a:prstGeom prst="arc">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sp>
          <p:nvSpPr>
            <p:cNvPr id="98" name="Arc 97">
              <a:extLst>
                <a:ext uri="{FF2B5EF4-FFF2-40B4-BE49-F238E27FC236}">
                  <a16:creationId xmlns:a16="http://schemas.microsoft.com/office/drawing/2014/main" id="{4A525B4E-3ED6-577C-99D4-A82809C1DCC5}"/>
                </a:ext>
              </a:extLst>
            </p:cNvPr>
            <p:cNvSpPr/>
            <p:nvPr/>
          </p:nvSpPr>
          <p:spPr>
            <a:xfrm rot="5400000">
              <a:off x="962020" y="-923952"/>
              <a:ext cx="1470214" cy="1470214"/>
            </a:xfrm>
            <a:prstGeom prst="arc">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sp>
          <p:nvSpPr>
            <p:cNvPr id="99" name="Arc 98">
              <a:extLst>
                <a:ext uri="{FF2B5EF4-FFF2-40B4-BE49-F238E27FC236}">
                  <a16:creationId xmlns:a16="http://schemas.microsoft.com/office/drawing/2014/main" id="{C5024676-D7E1-8D75-99B6-51BF18BF4158}"/>
                </a:ext>
              </a:extLst>
            </p:cNvPr>
            <p:cNvSpPr/>
            <p:nvPr/>
          </p:nvSpPr>
          <p:spPr>
            <a:xfrm rot="10800000">
              <a:off x="961211" y="-923951"/>
              <a:ext cx="1470214" cy="1470214"/>
            </a:xfrm>
            <a:prstGeom prst="arc">
              <a:avLst/>
            </a:prstGeom>
            <a:ln w="28575">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sp>
          <p:nvSpPr>
            <p:cNvPr id="100" name="Arc 99">
              <a:extLst>
                <a:ext uri="{FF2B5EF4-FFF2-40B4-BE49-F238E27FC236}">
                  <a16:creationId xmlns:a16="http://schemas.microsoft.com/office/drawing/2014/main" id="{0F056D5B-6E56-4C5B-0A90-F1570F318848}"/>
                </a:ext>
              </a:extLst>
            </p:cNvPr>
            <p:cNvSpPr/>
            <p:nvPr/>
          </p:nvSpPr>
          <p:spPr>
            <a:xfrm rot="16200000">
              <a:off x="963529" y="-926720"/>
              <a:ext cx="1470214" cy="1470214"/>
            </a:xfrm>
            <a:prstGeom prst="arc">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grpSp>
      <p:cxnSp>
        <p:nvCxnSpPr>
          <p:cNvPr id="101" name="Straight Connector 100">
            <a:extLst>
              <a:ext uri="{FF2B5EF4-FFF2-40B4-BE49-F238E27FC236}">
                <a16:creationId xmlns:a16="http://schemas.microsoft.com/office/drawing/2014/main" id="{572B3845-082C-069B-2F90-1A85C3CFF3F6}"/>
              </a:ext>
            </a:extLst>
          </p:cNvPr>
          <p:cNvCxnSpPr>
            <a:cxnSpLocks/>
          </p:cNvCxnSpPr>
          <p:nvPr/>
        </p:nvCxnSpPr>
        <p:spPr>
          <a:xfrm flipH="1">
            <a:off x="1755876" y="5065462"/>
            <a:ext cx="496925" cy="64843"/>
          </a:xfrm>
          <a:prstGeom prst="line">
            <a:avLst/>
          </a:prstGeom>
          <a:ln w="28575">
            <a:solidFill>
              <a:srgbClr val="68769F"/>
            </a:solidFill>
          </a:ln>
        </p:spPr>
        <p:style>
          <a:lnRef idx="1">
            <a:schemeClr val="accent1"/>
          </a:lnRef>
          <a:fillRef idx="0">
            <a:schemeClr val="accent1"/>
          </a:fillRef>
          <a:effectRef idx="0">
            <a:schemeClr val="accent1"/>
          </a:effectRef>
          <a:fontRef idx="minor">
            <a:schemeClr val="tx1"/>
          </a:fontRef>
        </p:style>
      </p:cxnSp>
      <p:sp>
        <p:nvSpPr>
          <p:cNvPr id="102" name="TextBox 101">
            <a:extLst>
              <a:ext uri="{FF2B5EF4-FFF2-40B4-BE49-F238E27FC236}">
                <a16:creationId xmlns:a16="http://schemas.microsoft.com/office/drawing/2014/main" id="{859A384E-49C8-A7B4-C97B-601CCB56050D}"/>
              </a:ext>
            </a:extLst>
          </p:cNvPr>
          <p:cNvSpPr txBox="1"/>
          <p:nvPr/>
        </p:nvSpPr>
        <p:spPr>
          <a:xfrm>
            <a:off x="9490768" y="663212"/>
            <a:ext cx="2399050" cy="2554545"/>
          </a:xfrm>
          <a:prstGeom prst="rect">
            <a:avLst/>
          </a:prstGeom>
          <a:noFill/>
        </p:spPr>
        <p:txBody>
          <a:bodyPr wrap="square" rtlCol="0">
            <a:spAutoFit/>
          </a:bodyPr>
          <a:lstStyle/>
          <a:p>
            <a:r>
              <a:rPr lang="es-ES" sz="1600" dirty="0"/>
              <a:t>El </a:t>
            </a:r>
            <a:r>
              <a:rPr lang="es-ES" sz="1600" b="1" dirty="0"/>
              <a:t>ACV</a:t>
            </a:r>
            <a:r>
              <a:rPr lang="es-ES" sz="1600" dirty="0"/>
              <a:t> consiste en contabilizar de manera sistemática los impactos ambientales asociados a un servicio, considerando las relaciones dentro de la cadena de suministro entre los distintos procesos.</a:t>
            </a:r>
            <a:endParaRPr lang="en-US" sz="1600" dirty="0"/>
          </a:p>
        </p:txBody>
      </p:sp>
      <p:sp>
        <p:nvSpPr>
          <p:cNvPr id="103" name="TextBox 102">
            <a:extLst>
              <a:ext uri="{FF2B5EF4-FFF2-40B4-BE49-F238E27FC236}">
                <a16:creationId xmlns:a16="http://schemas.microsoft.com/office/drawing/2014/main" id="{42313273-5764-CC7B-E994-29D3813747BD}"/>
              </a:ext>
            </a:extLst>
          </p:cNvPr>
          <p:cNvSpPr txBox="1"/>
          <p:nvPr/>
        </p:nvSpPr>
        <p:spPr>
          <a:xfrm>
            <a:off x="9506285" y="3541377"/>
            <a:ext cx="2399050" cy="2554545"/>
          </a:xfrm>
          <a:prstGeom prst="rect">
            <a:avLst/>
          </a:prstGeom>
          <a:noFill/>
        </p:spPr>
        <p:txBody>
          <a:bodyPr wrap="square" rtlCol="0">
            <a:spAutoFit/>
          </a:bodyPr>
          <a:lstStyle/>
          <a:p>
            <a:r>
              <a:rPr lang="de-CH" sz="1600" dirty="0"/>
              <a:t>El </a:t>
            </a:r>
            <a:r>
              <a:rPr lang="de-CH" sz="1600" b="1" dirty="0"/>
              <a:t>ACV </a:t>
            </a:r>
            <a:r>
              <a:rPr lang="de-CH" sz="1600" b="1" dirty="0" err="1"/>
              <a:t>prospectivo</a:t>
            </a:r>
            <a:r>
              <a:rPr lang="de-CH" sz="1600" b="1" dirty="0"/>
              <a:t> </a:t>
            </a:r>
            <a:r>
              <a:rPr lang="es-ES" sz="1600" dirty="0"/>
              <a:t>consiste en proyectar cambios en la eficiencia de los procesos y en las relaciones dentro de la cadena de suministro, tanto en el </a:t>
            </a:r>
            <a:r>
              <a:rPr lang="es-ES" sz="1600" dirty="0" err="1"/>
              <a:t>foreground</a:t>
            </a:r>
            <a:r>
              <a:rPr lang="es-ES" sz="1600" dirty="0"/>
              <a:t> como en el </a:t>
            </a:r>
            <a:r>
              <a:rPr lang="es-ES" sz="1600" dirty="0" err="1"/>
              <a:t>background</a:t>
            </a:r>
            <a:r>
              <a:rPr lang="es-ES" sz="1600" dirty="0"/>
              <a:t>, siguiendo una narrativa coherente.</a:t>
            </a:r>
            <a:endParaRPr lang="en-US" sz="1600" dirty="0"/>
          </a:p>
        </p:txBody>
      </p:sp>
      <p:grpSp>
        <p:nvGrpSpPr>
          <p:cNvPr id="104" name="Group 103">
            <a:extLst>
              <a:ext uri="{FF2B5EF4-FFF2-40B4-BE49-F238E27FC236}">
                <a16:creationId xmlns:a16="http://schemas.microsoft.com/office/drawing/2014/main" id="{E327E8AA-E5DB-9B14-36D5-BF9E2CD7A6D2}"/>
              </a:ext>
            </a:extLst>
          </p:cNvPr>
          <p:cNvGrpSpPr/>
          <p:nvPr/>
        </p:nvGrpSpPr>
        <p:grpSpPr>
          <a:xfrm>
            <a:off x="3330067" y="1757600"/>
            <a:ext cx="2876240" cy="2983896"/>
            <a:chOff x="3328625" y="1756730"/>
            <a:chExt cx="2877738" cy="2985450"/>
          </a:xfrm>
        </p:grpSpPr>
        <p:sp>
          <p:nvSpPr>
            <p:cNvPr id="105" name="Rectangle 104">
              <a:extLst>
                <a:ext uri="{FF2B5EF4-FFF2-40B4-BE49-F238E27FC236}">
                  <a16:creationId xmlns:a16="http://schemas.microsoft.com/office/drawing/2014/main" id="{F8526E82-8E0E-8C31-4427-61F46904610C}"/>
                </a:ext>
              </a:extLst>
            </p:cNvPr>
            <p:cNvSpPr/>
            <p:nvPr/>
          </p:nvSpPr>
          <p:spPr>
            <a:xfrm>
              <a:off x="3328625" y="2106819"/>
              <a:ext cx="2698795" cy="2635361"/>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06" name="TextBox 105">
              <a:extLst>
                <a:ext uri="{FF2B5EF4-FFF2-40B4-BE49-F238E27FC236}">
                  <a16:creationId xmlns:a16="http://schemas.microsoft.com/office/drawing/2014/main" id="{CE4FD955-579D-7AAD-675C-BC48A31F68C8}"/>
                </a:ext>
              </a:extLst>
            </p:cNvPr>
            <p:cNvSpPr txBox="1"/>
            <p:nvPr/>
          </p:nvSpPr>
          <p:spPr>
            <a:xfrm>
              <a:off x="4640453" y="1756730"/>
              <a:ext cx="1565910" cy="400110"/>
            </a:xfrm>
            <a:prstGeom prst="rect">
              <a:avLst/>
            </a:prstGeom>
            <a:noFill/>
          </p:spPr>
          <p:txBody>
            <a:bodyPr wrap="square" rtlCol="0">
              <a:spAutoFit/>
            </a:bodyPr>
            <a:lstStyle/>
            <a:p>
              <a:r>
                <a:rPr lang="en-US" sz="1999">
                  <a:solidFill>
                    <a:srgbClr val="C00000"/>
                  </a:solidFill>
                </a:rPr>
                <a:t>Foreground</a:t>
              </a:r>
            </a:p>
          </p:txBody>
        </p:sp>
      </p:grpSp>
      <p:grpSp>
        <p:nvGrpSpPr>
          <p:cNvPr id="107" name="Group 106">
            <a:extLst>
              <a:ext uri="{FF2B5EF4-FFF2-40B4-BE49-F238E27FC236}">
                <a16:creationId xmlns:a16="http://schemas.microsoft.com/office/drawing/2014/main" id="{ECB120DF-848A-0614-1D8C-B3B24D00A4D3}"/>
              </a:ext>
            </a:extLst>
          </p:cNvPr>
          <p:cNvGrpSpPr/>
          <p:nvPr/>
        </p:nvGrpSpPr>
        <p:grpSpPr>
          <a:xfrm>
            <a:off x="296391" y="148858"/>
            <a:ext cx="9108929" cy="6225275"/>
            <a:chOff x="322535" y="5317"/>
            <a:chExt cx="9554863" cy="6530038"/>
          </a:xfrm>
        </p:grpSpPr>
        <p:sp>
          <p:nvSpPr>
            <p:cNvPr id="108" name="Rectangle 107">
              <a:extLst>
                <a:ext uri="{FF2B5EF4-FFF2-40B4-BE49-F238E27FC236}">
                  <a16:creationId xmlns:a16="http://schemas.microsoft.com/office/drawing/2014/main" id="{9A8B7807-A541-9093-91C5-886B9406598E}"/>
                </a:ext>
              </a:extLst>
            </p:cNvPr>
            <p:cNvSpPr/>
            <p:nvPr/>
          </p:nvSpPr>
          <p:spPr>
            <a:xfrm>
              <a:off x="322535" y="8800"/>
              <a:ext cx="9554863" cy="6526555"/>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9">
                <a:solidFill>
                  <a:schemeClr val="accent2"/>
                </a:solidFill>
              </a:endParaRPr>
            </a:p>
          </p:txBody>
        </p:sp>
        <p:sp>
          <p:nvSpPr>
            <p:cNvPr id="109" name="TextBox 108">
              <a:extLst>
                <a:ext uri="{FF2B5EF4-FFF2-40B4-BE49-F238E27FC236}">
                  <a16:creationId xmlns:a16="http://schemas.microsoft.com/office/drawing/2014/main" id="{2EDD8B5B-3571-90A4-E8BE-750F35815F97}"/>
                </a:ext>
              </a:extLst>
            </p:cNvPr>
            <p:cNvSpPr txBox="1"/>
            <p:nvPr/>
          </p:nvSpPr>
          <p:spPr>
            <a:xfrm>
              <a:off x="332357" y="5317"/>
              <a:ext cx="3912585" cy="419479"/>
            </a:xfrm>
            <a:prstGeom prst="rect">
              <a:avLst/>
            </a:prstGeom>
            <a:noFill/>
          </p:spPr>
          <p:txBody>
            <a:bodyPr wrap="square" rtlCol="0">
              <a:spAutoFit/>
            </a:bodyPr>
            <a:lstStyle/>
            <a:p>
              <a:r>
                <a:rPr lang="en-US" sz="1999">
                  <a:solidFill>
                    <a:schemeClr val="accent2"/>
                  </a:solidFill>
                </a:rPr>
                <a:t>Background (LCA database)</a:t>
              </a:r>
            </a:p>
          </p:txBody>
        </p:sp>
      </p:grpSp>
      <p:grpSp>
        <p:nvGrpSpPr>
          <p:cNvPr id="110" name="Group 109">
            <a:extLst>
              <a:ext uri="{FF2B5EF4-FFF2-40B4-BE49-F238E27FC236}">
                <a16:creationId xmlns:a16="http://schemas.microsoft.com/office/drawing/2014/main" id="{18C29E22-9831-A5C2-2F84-B9FBBD8557F7}"/>
              </a:ext>
            </a:extLst>
          </p:cNvPr>
          <p:cNvGrpSpPr/>
          <p:nvPr/>
        </p:nvGrpSpPr>
        <p:grpSpPr>
          <a:xfrm>
            <a:off x="932836" y="245215"/>
            <a:ext cx="8034832" cy="5974942"/>
            <a:chOff x="930145" y="243557"/>
            <a:chExt cx="8039017" cy="5978054"/>
          </a:xfrm>
        </p:grpSpPr>
        <p:pic>
          <p:nvPicPr>
            <p:cNvPr id="111" name="Picture 110" descr="Icon&#10;&#10;Description automatically generated">
              <a:extLst>
                <a:ext uri="{FF2B5EF4-FFF2-40B4-BE49-F238E27FC236}">
                  <a16:creationId xmlns:a16="http://schemas.microsoft.com/office/drawing/2014/main" id="{A1FFBA6A-6358-423B-30AE-13AEFE2130DF}"/>
                </a:ext>
              </a:extLst>
            </p:cNvPr>
            <p:cNvPicPr>
              <a:picLocks noChangeAspect="1"/>
            </p:cNvPicPr>
            <p:nvPr/>
          </p:nvPicPr>
          <p:blipFill>
            <a:blip r:embed="rId5">
              <a:duotone>
                <a:schemeClr val="accent3">
                  <a:shade val="45000"/>
                  <a:satMod val="135000"/>
                </a:schemeClr>
                <a:prstClr val="white"/>
              </a:duotone>
            </a:blip>
            <a:stretch>
              <a:fillRect/>
            </a:stretch>
          </p:blipFill>
          <p:spPr>
            <a:xfrm>
              <a:off x="6637268" y="821234"/>
              <a:ext cx="248583" cy="248583"/>
            </a:xfrm>
            <a:prstGeom prst="rect">
              <a:avLst/>
            </a:prstGeom>
          </p:spPr>
        </p:pic>
        <p:pic>
          <p:nvPicPr>
            <p:cNvPr id="112" name="Picture 111" descr="Icon&#10;&#10;Description automatically generated">
              <a:extLst>
                <a:ext uri="{FF2B5EF4-FFF2-40B4-BE49-F238E27FC236}">
                  <a16:creationId xmlns:a16="http://schemas.microsoft.com/office/drawing/2014/main" id="{79352C3C-2A14-53DF-8550-ED1A315D5102}"/>
                </a:ext>
              </a:extLst>
            </p:cNvPr>
            <p:cNvPicPr>
              <a:picLocks noChangeAspect="1"/>
            </p:cNvPicPr>
            <p:nvPr/>
          </p:nvPicPr>
          <p:blipFill>
            <a:blip r:embed="rId5">
              <a:duotone>
                <a:schemeClr val="accent3">
                  <a:shade val="45000"/>
                  <a:satMod val="135000"/>
                </a:schemeClr>
                <a:prstClr val="white"/>
              </a:duotone>
            </a:blip>
            <a:stretch>
              <a:fillRect/>
            </a:stretch>
          </p:blipFill>
          <p:spPr>
            <a:xfrm>
              <a:off x="7014298" y="2614569"/>
              <a:ext cx="376259" cy="376259"/>
            </a:xfrm>
            <a:prstGeom prst="rect">
              <a:avLst/>
            </a:prstGeom>
          </p:spPr>
        </p:pic>
        <p:pic>
          <p:nvPicPr>
            <p:cNvPr id="113" name="Picture 112" descr="Icon&#10;&#10;Description automatically generated">
              <a:extLst>
                <a:ext uri="{FF2B5EF4-FFF2-40B4-BE49-F238E27FC236}">
                  <a16:creationId xmlns:a16="http://schemas.microsoft.com/office/drawing/2014/main" id="{D834C76B-E7C5-E8E0-6238-52F583F99F8E}"/>
                </a:ext>
              </a:extLst>
            </p:cNvPr>
            <p:cNvPicPr>
              <a:picLocks noChangeAspect="1"/>
            </p:cNvPicPr>
            <p:nvPr/>
          </p:nvPicPr>
          <p:blipFill>
            <a:blip r:embed="rId5">
              <a:duotone>
                <a:schemeClr val="accent3">
                  <a:shade val="45000"/>
                  <a:satMod val="135000"/>
                </a:schemeClr>
                <a:prstClr val="white"/>
              </a:duotone>
            </a:blip>
            <a:stretch>
              <a:fillRect/>
            </a:stretch>
          </p:blipFill>
          <p:spPr>
            <a:xfrm>
              <a:off x="8633966" y="1722405"/>
              <a:ext cx="284214" cy="284214"/>
            </a:xfrm>
            <a:prstGeom prst="rect">
              <a:avLst/>
            </a:prstGeom>
          </p:spPr>
        </p:pic>
        <p:pic>
          <p:nvPicPr>
            <p:cNvPr id="114" name="Picture 113" descr="Icon&#10;&#10;Description automatically generated">
              <a:extLst>
                <a:ext uri="{FF2B5EF4-FFF2-40B4-BE49-F238E27FC236}">
                  <a16:creationId xmlns:a16="http://schemas.microsoft.com/office/drawing/2014/main" id="{62A58C52-5309-6499-9AFB-E011D77F23AA}"/>
                </a:ext>
              </a:extLst>
            </p:cNvPr>
            <p:cNvPicPr>
              <a:picLocks noChangeAspect="1"/>
            </p:cNvPicPr>
            <p:nvPr/>
          </p:nvPicPr>
          <p:blipFill>
            <a:blip r:embed="rId5">
              <a:duotone>
                <a:schemeClr val="accent3">
                  <a:shade val="45000"/>
                  <a:satMod val="135000"/>
                </a:schemeClr>
                <a:prstClr val="white"/>
              </a:duotone>
            </a:blip>
            <a:stretch>
              <a:fillRect/>
            </a:stretch>
          </p:blipFill>
          <p:spPr>
            <a:xfrm>
              <a:off x="2564636" y="1008905"/>
              <a:ext cx="209044" cy="209044"/>
            </a:xfrm>
            <a:prstGeom prst="rect">
              <a:avLst/>
            </a:prstGeom>
          </p:spPr>
        </p:pic>
        <p:pic>
          <p:nvPicPr>
            <p:cNvPr id="115" name="Picture 114" descr="Icon&#10;&#10;Description automatically generated">
              <a:extLst>
                <a:ext uri="{FF2B5EF4-FFF2-40B4-BE49-F238E27FC236}">
                  <a16:creationId xmlns:a16="http://schemas.microsoft.com/office/drawing/2014/main" id="{6A4C574C-7EB7-9D66-41AB-00760D3309CD}"/>
                </a:ext>
              </a:extLst>
            </p:cNvPr>
            <p:cNvPicPr>
              <a:picLocks noChangeAspect="1"/>
            </p:cNvPicPr>
            <p:nvPr/>
          </p:nvPicPr>
          <p:blipFill>
            <a:blip r:embed="rId5">
              <a:duotone>
                <a:schemeClr val="accent3">
                  <a:shade val="45000"/>
                  <a:satMod val="135000"/>
                </a:schemeClr>
                <a:prstClr val="white"/>
              </a:duotone>
            </a:blip>
            <a:stretch>
              <a:fillRect/>
            </a:stretch>
          </p:blipFill>
          <p:spPr>
            <a:xfrm>
              <a:off x="953005" y="2225398"/>
              <a:ext cx="318431" cy="318431"/>
            </a:xfrm>
            <a:prstGeom prst="rect">
              <a:avLst/>
            </a:prstGeom>
          </p:spPr>
        </p:pic>
        <p:pic>
          <p:nvPicPr>
            <p:cNvPr id="116" name="Picture 115" descr="Icon&#10;&#10;Description automatically generated">
              <a:extLst>
                <a:ext uri="{FF2B5EF4-FFF2-40B4-BE49-F238E27FC236}">
                  <a16:creationId xmlns:a16="http://schemas.microsoft.com/office/drawing/2014/main" id="{AA642C9A-E14D-996A-B9B4-D2D0F88EA6C2}"/>
                </a:ext>
              </a:extLst>
            </p:cNvPr>
            <p:cNvPicPr>
              <a:picLocks noChangeAspect="1"/>
            </p:cNvPicPr>
            <p:nvPr/>
          </p:nvPicPr>
          <p:blipFill>
            <a:blip r:embed="rId5">
              <a:duotone>
                <a:schemeClr val="accent3">
                  <a:shade val="45000"/>
                  <a:satMod val="135000"/>
                </a:schemeClr>
                <a:prstClr val="white"/>
              </a:duotone>
            </a:blip>
            <a:stretch>
              <a:fillRect/>
            </a:stretch>
          </p:blipFill>
          <p:spPr>
            <a:xfrm>
              <a:off x="930145" y="4062952"/>
              <a:ext cx="435408" cy="435408"/>
            </a:xfrm>
            <a:prstGeom prst="rect">
              <a:avLst/>
            </a:prstGeom>
          </p:spPr>
        </p:pic>
        <p:pic>
          <p:nvPicPr>
            <p:cNvPr id="117" name="Picture 116" descr="Icon&#10;&#10;Description automatically generated">
              <a:extLst>
                <a:ext uri="{FF2B5EF4-FFF2-40B4-BE49-F238E27FC236}">
                  <a16:creationId xmlns:a16="http://schemas.microsoft.com/office/drawing/2014/main" id="{87043CE9-CA8D-B6EA-CBD6-2951D6D407E2}"/>
                </a:ext>
              </a:extLst>
            </p:cNvPr>
            <p:cNvPicPr>
              <a:picLocks noChangeAspect="1"/>
            </p:cNvPicPr>
            <p:nvPr/>
          </p:nvPicPr>
          <p:blipFill>
            <a:blip r:embed="rId5">
              <a:duotone>
                <a:schemeClr val="accent3">
                  <a:shade val="45000"/>
                  <a:satMod val="135000"/>
                </a:schemeClr>
                <a:prstClr val="white"/>
              </a:duotone>
            </a:blip>
            <a:stretch>
              <a:fillRect/>
            </a:stretch>
          </p:blipFill>
          <p:spPr>
            <a:xfrm>
              <a:off x="2972671" y="3835647"/>
              <a:ext cx="220945" cy="220945"/>
            </a:xfrm>
            <a:prstGeom prst="rect">
              <a:avLst/>
            </a:prstGeom>
          </p:spPr>
        </p:pic>
        <p:cxnSp>
          <p:nvCxnSpPr>
            <p:cNvPr id="118" name="Straight Connector 117">
              <a:extLst>
                <a:ext uri="{FF2B5EF4-FFF2-40B4-BE49-F238E27FC236}">
                  <a16:creationId xmlns:a16="http://schemas.microsoft.com/office/drawing/2014/main" id="{DEB0F05A-6741-C86D-2765-1CA787F04667}"/>
                </a:ext>
              </a:extLst>
            </p:cNvPr>
            <p:cNvCxnSpPr/>
            <p:nvPr/>
          </p:nvCxnSpPr>
          <p:spPr>
            <a:xfrm>
              <a:off x="4182668" y="1357707"/>
              <a:ext cx="717414" cy="0"/>
            </a:xfrm>
            <a:prstGeom prst="line">
              <a:avLst/>
            </a:prstGeom>
          </p:spPr>
          <p:style>
            <a:lnRef idx="2">
              <a:schemeClr val="dk1"/>
            </a:lnRef>
            <a:fillRef idx="0">
              <a:schemeClr val="dk1"/>
            </a:fillRef>
            <a:effectRef idx="1">
              <a:schemeClr val="dk1"/>
            </a:effectRef>
            <a:fontRef idx="minor">
              <a:schemeClr val="tx1"/>
            </a:fontRef>
          </p:style>
        </p:cxnSp>
        <p:pic>
          <p:nvPicPr>
            <p:cNvPr id="119" name="Picture 118" descr="A black background with a black square&#10;&#10;Description automatically generated with medium confidence">
              <a:extLst>
                <a:ext uri="{FF2B5EF4-FFF2-40B4-BE49-F238E27FC236}">
                  <a16:creationId xmlns:a16="http://schemas.microsoft.com/office/drawing/2014/main" id="{5A66CF00-5A20-CBCA-9633-585A4A2F5741}"/>
                </a:ext>
              </a:extLst>
            </p:cNvPr>
            <p:cNvPicPr>
              <a:picLocks noChangeAspect="1"/>
            </p:cNvPicPr>
            <p:nvPr/>
          </p:nvPicPr>
          <p:blipFill>
            <a:blip r:embed="rId11">
              <a:duotone>
                <a:schemeClr val="accent3">
                  <a:shade val="45000"/>
                  <a:satMod val="135000"/>
                </a:schemeClr>
                <a:prstClr val="white"/>
              </a:duotone>
            </a:blip>
            <a:stretch>
              <a:fillRect/>
            </a:stretch>
          </p:blipFill>
          <p:spPr>
            <a:xfrm>
              <a:off x="4381001" y="1343244"/>
              <a:ext cx="322645" cy="322645"/>
            </a:xfrm>
            <a:prstGeom prst="rect">
              <a:avLst/>
            </a:prstGeom>
          </p:spPr>
        </p:pic>
        <p:cxnSp>
          <p:nvCxnSpPr>
            <p:cNvPr id="120" name="Straight Connector 119">
              <a:extLst>
                <a:ext uri="{FF2B5EF4-FFF2-40B4-BE49-F238E27FC236}">
                  <a16:creationId xmlns:a16="http://schemas.microsoft.com/office/drawing/2014/main" id="{C01862F8-25E1-0234-4A4B-665D602D42E5}"/>
                </a:ext>
              </a:extLst>
            </p:cNvPr>
            <p:cNvCxnSpPr>
              <a:cxnSpLocks/>
            </p:cNvCxnSpPr>
            <p:nvPr/>
          </p:nvCxnSpPr>
          <p:spPr>
            <a:xfrm>
              <a:off x="5810316" y="5694995"/>
              <a:ext cx="717414" cy="0"/>
            </a:xfrm>
            <a:prstGeom prst="line">
              <a:avLst/>
            </a:prstGeom>
          </p:spPr>
          <p:style>
            <a:lnRef idx="2">
              <a:schemeClr val="dk1"/>
            </a:lnRef>
            <a:fillRef idx="0">
              <a:schemeClr val="dk1"/>
            </a:fillRef>
            <a:effectRef idx="1">
              <a:schemeClr val="dk1"/>
            </a:effectRef>
            <a:fontRef idx="minor">
              <a:schemeClr val="tx1"/>
            </a:fontRef>
          </p:style>
        </p:cxnSp>
        <p:pic>
          <p:nvPicPr>
            <p:cNvPr id="121" name="Picture 120" descr="A black background with a black square&#10;&#10;Description automatically generated with medium confidence">
              <a:extLst>
                <a:ext uri="{FF2B5EF4-FFF2-40B4-BE49-F238E27FC236}">
                  <a16:creationId xmlns:a16="http://schemas.microsoft.com/office/drawing/2014/main" id="{F1AC21B5-D270-ED41-696C-5B123B477A12}"/>
                </a:ext>
              </a:extLst>
            </p:cNvPr>
            <p:cNvPicPr>
              <a:picLocks noChangeAspect="1"/>
            </p:cNvPicPr>
            <p:nvPr/>
          </p:nvPicPr>
          <p:blipFill>
            <a:blip r:embed="rId12">
              <a:duotone>
                <a:schemeClr val="accent3">
                  <a:shade val="45000"/>
                  <a:satMod val="135000"/>
                </a:schemeClr>
                <a:prstClr val="white"/>
              </a:duotone>
            </a:blip>
            <a:stretch>
              <a:fillRect/>
            </a:stretch>
          </p:blipFill>
          <p:spPr>
            <a:xfrm>
              <a:off x="5940413" y="5694995"/>
              <a:ext cx="526616" cy="526616"/>
            </a:xfrm>
            <a:prstGeom prst="rect">
              <a:avLst/>
            </a:prstGeom>
          </p:spPr>
        </p:pic>
        <p:cxnSp>
          <p:nvCxnSpPr>
            <p:cNvPr id="122" name="Straight Connector 121">
              <a:extLst>
                <a:ext uri="{FF2B5EF4-FFF2-40B4-BE49-F238E27FC236}">
                  <a16:creationId xmlns:a16="http://schemas.microsoft.com/office/drawing/2014/main" id="{1827957C-7F90-2341-2C07-00262BECA1A6}"/>
                </a:ext>
              </a:extLst>
            </p:cNvPr>
            <p:cNvCxnSpPr/>
            <p:nvPr/>
          </p:nvCxnSpPr>
          <p:spPr>
            <a:xfrm>
              <a:off x="8251748" y="3277947"/>
              <a:ext cx="717414" cy="0"/>
            </a:xfrm>
            <a:prstGeom prst="line">
              <a:avLst/>
            </a:prstGeom>
          </p:spPr>
          <p:style>
            <a:lnRef idx="2">
              <a:schemeClr val="dk1"/>
            </a:lnRef>
            <a:fillRef idx="0">
              <a:schemeClr val="dk1"/>
            </a:fillRef>
            <a:effectRef idx="1">
              <a:schemeClr val="dk1"/>
            </a:effectRef>
            <a:fontRef idx="minor">
              <a:schemeClr val="tx1"/>
            </a:fontRef>
          </p:style>
        </p:cxnSp>
        <p:pic>
          <p:nvPicPr>
            <p:cNvPr id="123" name="Picture 122" descr="A black background with a black square&#10;&#10;Description automatically generated with medium confidence">
              <a:extLst>
                <a:ext uri="{FF2B5EF4-FFF2-40B4-BE49-F238E27FC236}">
                  <a16:creationId xmlns:a16="http://schemas.microsoft.com/office/drawing/2014/main" id="{08834C64-553F-2D13-1FEB-217BC2671E1C}"/>
                </a:ext>
              </a:extLst>
            </p:cNvPr>
            <p:cNvPicPr>
              <a:picLocks noChangeAspect="1"/>
            </p:cNvPicPr>
            <p:nvPr/>
          </p:nvPicPr>
          <p:blipFill>
            <a:blip r:embed="rId13">
              <a:duotone>
                <a:schemeClr val="accent3">
                  <a:shade val="45000"/>
                  <a:satMod val="135000"/>
                </a:schemeClr>
                <a:prstClr val="white"/>
              </a:duotone>
            </a:blip>
            <a:stretch>
              <a:fillRect/>
            </a:stretch>
          </p:blipFill>
          <p:spPr>
            <a:xfrm>
              <a:off x="8439442" y="3316290"/>
              <a:ext cx="305671" cy="305671"/>
            </a:xfrm>
            <a:prstGeom prst="rect">
              <a:avLst/>
            </a:prstGeom>
          </p:spPr>
        </p:pic>
        <p:pic>
          <p:nvPicPr>
            <p:cNvPr id="124" name="Picture 123" descr="A black background with a black square&#10;&#10;Description automatically generated with medium confidence">
              <a:extLst>
                <a:ext uri="{FF2B5EF4-FFF2-40B4-BE49-F238E27FC236}">
                  <a16:creationId xmlns:a16="http://schemas.microsoft.com/office/drawing/2014/main" id="{85212D50-4390-BF40-4322-F761E10A7E32}"/>
                </a:ext>
              </a:extLst>
            </p:cNvPr>
            <p:cNvPicPr>
              <a:picLocks noChangeAspect="1"/>
            </p:cNvPicPr>
            <p:nvPr/>
          </p:nvPicPr>
          <p:blipFill>
            <a:blip r:embed="rId11">
              <a:duotone>
                <a:schemeClr val="accent3">
                  <a:shade val="45000"/>
                  <a:satMod val="135000"/>
                </a:schemeClr>
                <a:prstClr val="white"/>
              </a:duotone>
            </a:blip>
            <a:stretch>
              <a:fillRect/>
            </a:stretch>
          </p:blipFill>
          <p:spPr>
            <a:xfrm>
              <a:off x="5718311" y="566004"/>
              <a:ext cx="460001" cy="460001"/>
            </a:xfrm>
            <a:prstGeom prst="rect">
              <a:avLst/>
            </a:prstGeom>
          </p:spPr>
        </p:pic>
        <p:pic>
          <p:nvPicPr>
            <p:cNvPr id="125" name="Picture 124" descr="Icon&#10;&#10;Description automatically generated">
              <a:extLst>
                <a:ext uri="{FF2B5EF4-FFF2-40B4-BE49-F238E27FC236}">
                  <a16:creationId xmlns:a16="http://schemas.microsoft.com/office/drawing/2014/main" id="{04A291E8-9ED3-F968-00F7-D18860EAE34B}"/>
                </a:ext>
              </a:extLst>
            </p:cNvPr>
            <p:cNvPicPr>
              <a:picLocks noChangeAspect="1"/>
            </p:cNvPicPr>
            <p:nvPr/>
          </p:nvPicPr>
          <p:blipFill>
            <a:blip r:embed="rId5">
              <a:duotone>
                <a:schemeClr val="accent3">
                  <a:shade val="45000"/>
                  <a:satMod val="135000"/>
                </a:schemeClr>
                <a:prstClr val="white"/>
              </a:duotone>
            </a:blip>
            <a:stretch>
              <a:fillRect/>
            </a:stretch>
          </p:blipFill>
          <p:spPr>
            <a:xfrm>
              <a:off x="5042801" y="243557"/>
              <a:ext cx="371769" cy="371769"/>
            </a:xfrm>
            <a:prstGeom prst="rect">
              <a:avLst/>
            </a:prstGeom>
          </p:spPr>
        </p:pic>
        <p:grpSp>
          <p:nvGrpSpPr>
            <p:cNvPr id="126" name="Group 125">
              <a:extLst>
                <a:ext uri="{FF2B5EF4-FFF2-40B4-BE49-F238E27FC236}">
                  <a16:creationId xmlns:a16="http://schemas.microsoft.com/office/drawing/2014/main" id="{4FB654F6-659E-FE94-F9AA-B2D517C47D55}"/>
                </a:ext>
              </a:extLst>
            </p:cNvPr>
            <p:cNvGrpSpPr/>
            <p:nvPr/>
          </p:nvGrpSpPr>
          <p:grpSpPr>
            <a:xfrm>
              <a:off x="5422249" y="245463"/>
              <a:ext cx="998920" cy="999225"/>
              <a:chOff x="961211" y="-926720"/>
              <a:chExt cx="1472532" cy="1472983"/>
            </a:xfrm>
          </p:grpSpPr>
          <p:sp>
            <p:nvSpPr>
              <p:cNvPr id="128" name="Arc 127">
                <a:extLst>
                  <a:ext uri="{FF2B5EF4-FFF2-40B4-BE49-F238E27FC236}">
                    <a16:creationId xmlns:a16="http://schemas.microsoft.com/office/drawing/2014/main" id="{2F788C98-0E11-A030-2481-3CAF0B7F4BA9}"/>
                  </a:ext>
                </a:extLst>
              </p:cNvPr>
              <p:cNvSpPr/>
              <p:nvPr/>
            </p:nvSpPr>
            <p:spPr>
              <a:xfrm>
                <a:off x="962020" y="-926720"/>
                <a:ext cx="1470214" cy="1470214"/>
              </a:xfrm>
              <a:prstGeom prst="arc">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sp>
            <p:nvSpPr>
              <p:cNvPr id="129" name="Arc 128">
                <a:extLst>
                  <a:ext uri="{FF2B5EF4-FFF2-40B4-BE49-F238E27FC236}">
                    <a16:creationId xmlns:a16="http://schemas.microsoft.com/office/drawing/2014/main" id="{8513186D-8016-3294-159A-5B761C02B5DE}"/>
                  </a:ext>
                </a:extLst>
              </p:cNvPr>
              <p:cNvSpPr/>
              <p:nvPr/>
            </p:nvSpPr>
            <p:spPr>
              <a:xfrm rot="5400000">
                <a:off x="962020" y="-923952"/>
                <a:ext cx="1470214" cy="1470214"/>
              </a:xfrm>
              <a:prstGeom prst="arc">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sp>
            <p:nvSpPr>
              <p:cNvPr id="130" name="Arc 129">
                <a:extLst>
                  <a:ext uri="{FF2B5EF4-FFF2-40B4-BE49-F238E27FC236}">
                    <a16:creationId xmlns:a16="http://schemas.microsoft.com/office/drawing/2014/main" id="{116E06DA-26CC-3D5D-A2FC-6266A30B5F9C}"/>
                  </a:ext>
                </a:extLst>
              </p:cNvPr>
              <p:cNvSpPr/>
              <p:nvPr/>
            </p:nvSpPr>
            <p:spPr>
              <a:xfrm rot="10800000">
                <a:off x="961211" y="-923951"/>
                <a:ext cx="1470214" cy="1470214"/>
              </a:xfrm>
              <a:prstGeom prst="arc">
                <a:avLst/>
              </a:prstGeom>
              <a:ln w="28575">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sp>
            <p:nvSpPr>
              <p:cNvPr id="131" name="Arc 130">
                <a:extLst>
                  <a:ext uri="{FF2B5EF4-FFF2-40B4-BE49-F238E27FC236}">
                    <a16:creationId xmlns:a16="http://schemas.microsoft.com/office/drawing/2014/main" id="{912BC5A0-6BA9-6D29-4DF0-DBC8986FDDAD}"/>
                  </a:ext>
                </a:extLst>
              </p:cNvPr>
              <p:cNvSpPr/>
              <p:nvPr/>
            </p:nvSpPr>
            <p:spPr>
              <a:xfrm rot="16200000">
                <a:off x="963529" y="-926720"/>
                <a:ext cx="1470214" cy="1470214"/>
              </a:xfrm>
              <a:prstGeom prst="arc">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sz="1799"/>
              </a:p>
            </p:txBody>
          </p:sp>
        </p:grpSp>
        <p:cxnSp>
          <p:nvCxnSpPr>
            <p:cNvPr id="127" name="Straight Connector 126">
              <a:extLst>
                <a:ext uri="{FF2B5EF4-FFF2-40B4-BE49-F238E27FC236}">
                  <a16:creationId xmlns:a16="http://schemas.microsoft.com/office/drawing/2014/main" id="{4DDE8F57-5286-98A6-85E0-ADA4F61EDD00}"/>
                </a:ext>
              </a:extLst>
            </p:cNvPr>
            <p:cNvCxnSpPr>
              <a:cxnSpLocks/>
            </p:cNvCxnSpPr>
            <p:nvPr/>
          </p:nvCxnSpPr>
          <p:spPr>
            <a:xfrm flipV="1">
              <a:off x="5065101" y="838200"/>
              <a:ext cx="238044" cy="92983"/>
            </a:xfrm>
            <a:prstGeom prst="line">
              <a:avLst/>
            </a:prstGeom>
            <a:ln w="28575">
              <a:solidFill>
                <a:srgbClr val="4E813F"/>
              </a:solidFill>
            </a:ln>
          </p:spPr>
          <p:style>
            <a:lnRef idx="1">
              <a:schemeClr val="accent1"/>
            </a:lnRef>
            <a:fillRef idx="0">
              <a:schemeClr val="accent1"/>
            </a:fillRef>
            <a:effectRef idx="0">
              <a:schemeClr val="accent1"/>
            </a:effectRef>
            <a:fontRef idx="minor">
              <a:schemeClr val="tx1"/>
            </a:fontRef>
          </p:style>
        </p:cxnSp>
      </p:grpSp>
      <p:sp>
        <p:nvSpPr>
          <p:cNvPr id="132" name="Up Arrow 131">
            <a:extLst>
              <a:ext uri="{FF2B5EF4-FFF2-40B4-BE49-F238E27FC236}">
                <a16:creationId xmlns:a16="http://schemas.microsoft.com/office/drawing/2014/main" id="{F6A7E1BE-A846-2653-48D5-1533B5DE7646}"/>
              </a:ext>
            </a:extLst>
          </p:cNvPr>
          <p:cNvSpPr/>
          <p:nvPr/>
        </p:nvSpPr>
        <p:spPr>
          <a:xfrm flipV="1">
            <a:off x="5422601" y="3614960"/>
            <a:ext cx="155656" cy="220475"/>
          </a:xfrm>
          <a:prstGeom prst="upArrow">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33" name="Up Arrow 132">
            <a:extLst>
              <a:ext uri="{FF2B5EF4-FFF2-40B4-BE49-F238E27FC236}">
                <a16:creationId xmlns:a16="http://schemas.microsoft.com/office/drawing/2014/main" id="{F6393DAF-AA72-3B71-C422-45478EDCACC2}"/>
              </a:ext>
            </a:extLst>
          </p:cNvPr>
          <p:cNvSpPr/>
          <p:nvPr/>
        </p:nvSpPr>
        <p:spPr>
          <a:xfrm>
            <a:off x="4634342" y="2563948"/>
            <a:ext cx="155656" cy="220475"/>
          </a:xfrm>
          <a:prstGeom prst="upArrow">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34" name="Up Arrow 133">
            <a:extLst>
              <a:ext uri="{FF2B5EF4-FFF2-40B4-BE49-F238E27FC236}">
                <a16:creationId xmlns:a16="http://schemas.microsoft.com/office/drawing/2014/main" id="{B30329FA-DFC6-ACAE-5595-0022B692F229}"/>
              </a:ext>
            </a:extLst>
          </p:cNvPr>
          <p:cNvSpPr/>
          <p:nvPr/>
        </p:nvSpPr>
        <p:spPr>
          <a:xfrm>
            <a:off x="4097411" y="2678188"/>
            <a:ext cx="155656" cy="220475"/>
          </a:xfrm>
          <a:prstGeom prst="upArrow">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35" name="Up Arrow 134">
            <a:extLst>
              <a:ext uri="{FF2B5EF4-FFF2-40B4-BE49-F238E27FC236}">
                <a16:creationId xmlns:a16="http://schemas.microsoft.com/office/drawing/2014/main" id="{41F09850-57AB-6CB6-0915-E0A449E469BA}"/>
              </a:ext>
            </a:extLst>
          </p:cNvPr>
          <p:cNvSpPr/>
          <p:nvPr/>
        </p:nvSpPr>
        <p:spPr>
          <a:xfrm flipV="1">
            <a:off x="4108835" y="3934834"/>
            <a:ext cx="155656" cy="220475"/>
          </a:xfrm>
          <a:prstGeom prst="upArrow">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45" name="Slide Number Placeholder 3">
            <a:extLst>
              <a:ext uri="{FF2B5EF4-FFF2-40B4-BE49-F238E27FC236}">
                <a16:creationId xmlns:a16="http://schemas.microsoft.com/office/drawing/2014/main" id="{9D56F7C0-3637-0A9E-2A2E-7898346D7E7F}"/>
              </a:ext>
            </a:extLst>
          </p:cNvPr>
          <p:cNvSpPr>
            <a:spLocks noGrp="1"/>
          </p:cNvSpPr>
          <p:nvPr>
            <p:ph type="sldNum" sz="quarter" idx="12"/>
          </p:nvPr>
        </p:nvSpPr>
        <p:spPr>
          <a:xfrm>
            <a:off x="9201147" y="6419542"/>
            <a:ext cx="2743200" cy="365125"/>
          </a:xfrm>
        </p:spPr>
        <p:txBody>
          <a:bodyPr/>
          <a:lstStyle/>
          <a:p>
            <a:fld id="{AC5AAF23-B1E3-4AE5-95B0-7F034DD1AB5C}" type="slidenum">
              <a:rPr lang="en-US" smtClean="0"/>
              <a:t>6</a:t>
            </a:fld>
            <a:endParaRPr lang="en-US"/>
          </a:p>
        </p:txBody>
      </p:sp>
    </p:spTree>
    <p:extLst>
      <p:ext uri="{BB962C8B-B14F-4D97-AF65-F5344CB8AC3E}">
        <p14:creationId xmlns:p14="http://schemas.microsoft.com/office/powerpoint/2010/main" val="3773445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p:bldP spid="103" grpId="0"/>
      <p:bldP spid="132" grpId="0" animBg="1"/>
      <p:bldP spid="133" grpId="0" animBg="1"/>
      <p:bldP spid="134" grpId="0" animBg="1"/>
      <p:bldP spid="13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8262A-B9C3-4946-A117-D9D5DE1AF5C9}"/>
              </a:ext>
            </a:extLst>
          </p:cNvPr>
          <p:cNvSpPr>
            <a:spLocks noGrp="1"/>
          </p:cNvSpPr>
          <p:nvPr>
            <p:ph type="title"/>
          </p:nvPr>
        </p:nvSpPr>
        <p:spPr/>
        <p:txBody>
          <a:bodyPr>
            <a:normAutofit/>
          </a:bodyPr>
          <a:lstStyle/>
          <a:p>
            <a:r>
              <a:rPr lang="en-US" sz="2600" dirty="0" err="1"/>
              <a:t>Terminologia</a:t>
            </a:r>
            <a:r>
              <a:rPr lang="en-US" sz="2600" dirty="0"/>
              <a:t> “</a:t>
            </a:r>
            <a:r>
              <a:rPr lang="en-US" sz="2600" dirty="0" err="1"/>
              <a:t>pLCI</a:t>
            </a:r>
            <a:r>
              <a:rPr lang="en-US" sz="2600" dirty="0"/>
              <a:t> database”</a:t>
            </a:r>
            <a:endParaRPr lang="en-CH" sz="2600" dirty="0"/>
          </a:p>
        </p:txBody>
      </p:sp>
      <p:sp>
        <p:nvSpPr>
          <p:cNvPr id="9" name="Slide Number Placeholder 8">
            <a:extLst>
              <a:ext uri="{FF2B5EF4-FFF2-40B4-BE49-F238E27FC236}">
                <a16:creationId xmlns:a16="http://schemas.microsoft.com/office/drawing/2014/main" id="{1B801021-8878-2E70-9F23-823B66A5BBC4}"/>
              </a:ext>
            </a:extLst>
          </p:cNvPr>
          <p:cNvSpPr>
            <a:spLocks noGrp="1"/>
          </p:cNvSpPr>
          <p:nvPr>
            <p:ph type="sldNum" sz="quarter" idx="19"/>
          </p:nvPr>
        </p:nvSpPr>
        <p:spPr/>
        <p:txBody>
          <a:bodyPr/>
          <a:lstStyle/>
          <a:p>
            <a:fld id="{5EE7099E-8998-4851-915A-4F4831808297}" type="slidenum">
              <a:rPr lang="nl-NL" smtClean="0"/>
              <a:pPr/>
              <a:t>7</a:t>
            </a:fld>
            <a:endParaRPr lang="nl-NL"/>
          </a:p>
        </p:txBody>
      </p:sp>
      <p:sp>
        <p:nvSpPr>
          <p:cNvPr id="3" name="Vertical Text Placeholder 2">
            <a:extLst>
              <a:ext uri="{FF2B5EF4-FFF2-40B4-BE49-F238E27FC236}">
                <a16:creationId xmlns:a16="http://schemas.microsoft.com/office/drawing/2014/main" id="{258856A4-8377-4842-B0B9-1A5D3998F612}"/>
              </a:ext>
            </a:extLst>
          </p:cNvPr>
          <p:cNvSpPr>
            <a:spLocks noGrp="1"/>
          </p:cNvSpPr>
          <p:nvPr>
            <p:ph sz="quarter" idx="20"/>
          </p:nvPr>
        </p:nvSpPr>
        <p:spPr/>
        <p:txBody>
          <a:bodyPr>
            <a:normAutofit/>
          </a:bodyPr>
          <a:lstStyle/>
          <a:p>
            <a:endParaRPr lang="en-US" sz="2799" dirty="0">
              <a:latin typeface="+mn-lt"/>
            </a:endParaRPr>
          </a:p>
          <a:p>
            <a:r>
              <a:rPr lang="de-CH" sz="2400" dirty="0"/>
              <a:t>Base de </a:t>
            </a:r>
            <a:r>
              <a:rPr lang="de-CH" sz="2400" dirty="0" err="1"/>
              <a:t>datos</a:t>
            </a:r>
            <a:r>
              <a:rPr lang="de-CH" sz="2400" dirty="0"/>
              <a:t> </a:t>
            </a:r>
            <a:r>
              <a:rPr lang="de-CH" sz="2400" dirty="0" err="1"/>
              <a:t>pLCI</a:t>
            </a:r>
            <a:r>
              <a:rPr lang="de-CH" sz="2400" dirty="0"/>
              <a:t> = Base de </a:t>
            </a:r>
            <a:r>
              <a:rPr lang="de-CH" sz="2400" dirty="0" err="1"/>
              <a:t>datos</a:t>
            </a:r>
            <a:r>
              <a:rPr lang="de-CH" sz="2400" dirty="0"/>
              <a:t> de </a:t>
            </a:r>
            <a:r>
              <a:rPr lang="de-CH" sz="2400" dirty="0" err="1"/>
              <a:t>inventarios</a:t>
            </a:r>
            <a:r>
              <a:rPr lang="de-CH" sz="2400" dirty="0"/>
              <a:t> de </a:t>
            </a:r>
            <a:r>
              <a:rPr lang="de-CH" sz="2400" dirty="0" err="1"/>
              <a:t>ciclo</a:t>
            </a:r>
            <a:r>
              <a:rPr lang="de-CH" sz="2400" dirty="0"/>
              <a:t> de </a:t>
            </a:r>
            <a:r>
              <a:rPr lang="de-CH" sz="2400" dirty="0" err="1"/>
              <a:t>vida</a:t>
            </a:r>
            <a:r>
              <a:rPr lang="de-CH" sz="2400" dirty="0"/>
              <a:t> </a:t>
            </a:r>
            <a:r>
              <a:rPr lang="de-CH" sz="2400" dirty="0" err="1"/>
              <a:t>prospectivos</a:t>
            </a:r>
            <a:endParaRPr lang="en-US" sz="2399" dirty="0">
              <a:latin typeface="+mn-lt"/>
            </a:endParaRPr>
          </a:p>
          <a:p>
            <a:pPr lvl="2"/>
            <a:endParaRPr lang="es-ES" sz="2000" dirty="0"/>
          </a:p>
          <a:p>
            <a:pPr lvl="2"/>
            <a:r>
              <a:rPr lang="es-ES" sz="2000" dirty="0"/>
              <a:t>La diferencia con una base de datos de </a:t>
            </a:r>
            <a:r>
              <a:rPr lang="es-ES" sz="2000" b="1" dirty="0"/>
              <a:t>LCI</a:t>
            </a:r>
            <a:r>
              <a:rPr lang="es-ES" sz="2000" dirty="0"/>
              <a:t> convencional es que representa la economía, las actividades industriales y el comercio en un punto futuro en el tiempo, según un escenario determinado.</a:t>
            </a:r>
            <a:endParaRPr lang="en-US" sz="2799" dirty="0">
              <a:latin typeface="+mn-lt"/>
            </a:endParaRPr>
          </a:p>
          <a:p>
            <a:pPr marL="180885" lvl="1" indent="0">
              <a:buNone/>
            </a:pPr>
            <a:endParaRPr lang="en-US" sz="2599" dirty="0">
              <a:latin typeface="+mn-lt"/>
            </a:endParaRPr>
          </a:p>
        </p:txBody>
      </p:sp>
      <p:grpSp>
        <p:nvGrpSpPr>
          <p:cNvPr id="4" name="Group 3">
            <a:extLst>
              <a:ext uri="{FF2B5EF4-FFF2-40B4-BE49-F238E27FC236}">
                <a16:creationId xmlns:a16="http://schemas.microsoft.com/office/drawing/2014/main" id="{9B1F61EB-A9A1-FB16-9E59-58B77CAAAF60}"/>
              </a:ext>
            </a:extLst>
          </p:cNvPr>
          <p:cNvGrpSpPr/>
          <p:nvPr/>
        </p:nvGrpSpPr>
        <p:grpSpPr>
          <a:xfrm>
            <a:off x="6989052" y="2151587"/>
            <a:ext cx="4288826" cy="3263835"/>
            <a:chOff x="274410" y="1030307"/>
            <a:chExt cx="4288826" cy="3263835"/>
          </a:xfrm>
        </p:grpSpPr>
        <p:grpSp>
          <p:nvGrpSpPr>
            <p:cNvPr id="5" name="object 2">
              <a:extLst>
                <a:ext uri="{FF2B5EF4-FFF2-40B4-BE49-F238E27FC236}">
                  <a16:creationId xmlns:a16="http://schemas.microsoft.com/office/drawing/2014/main" id="{5A4232EC-9E5A-EF05-EF74-93087436C9B0}"/>
                </a:ext>
              </a:extLst>
            </p:cNvPr>
            <p:cNvGrpSpPr/>
            <p:nvPr/>
          </p:nvGrpSpPr>
          <p:grpSpPr>
            <a:xfrm>
              <a:off x="332231" y="1030307"/>
              <a:ext cx="4231005" cy="3030220"/>
              <a:chOff x="332231" y="1030307"/>
              <a:chExt cx="4231005" cy="3030220"/>
            </a:xfrm>
          </p:grpSpPr>
          <p:sp>
            <p:nvSpPr>
              <p:cNvPr id="11" name="object 3">
                <a:extLst>
                  <a:ext uri="{FF2B5EF4-FFF2-40B4-BE49-F238E27FC236}">
                    <a16:creationId xmlns:a16="http://schemas.microsoft.com/office/drawing/2014/main" id="{4CACD03E-B5E9-1F02-1FBD-1D17AF09BD21}"/>
                  </a:ext>
                </a:extLst>
              </p:cNvPr>
              <p:cNvSpPr/>
              <p:nvPr/>
            </p:nvSpPr>
            <p:spPr>
              <a:xfrm>
                <a:off x="3480851" y="3230897"/>
                <a:ext cx="775628" cy="778720"/>
              </a:xfrm>
              <a:prstGeom prst="rect">
                <a:avLst/>
              </a:prstGeom>
              <a:blipFill>
                <a:blip r:embed="rId3" cstate="print"/>
                <a:stretch>
                  <a:fillRect/>
                </a:stretch>
              </a:blipFill>
            </p:spPr>
            <p:txBody>
              <a:bodyPr wrap="square" lIns="0" tIns="0" rIns="0" bIns="0" rtlCol="0"/>
              <a:lstStyle/>
              <a:p>
                <a:endParaRPr/>
              </a:p>
            </p:txBody>
          </p:sp>
          <p:sp>
            <p:nvSpPr>
              <p:cNvPr id="12" name="object 4">
                <a:extLst>
                  <a:ext uri="{FF2B5EF4-FFF2-40B4-BE49-F238E27FC236}">
                    <a16:creationId xmlns:a16="http://schemas.microsoft.com/office/drawing/2014/main" id="{B7AE4449-51B4-30C1-3F4B-E4DC82FD3EF9}"/>
                  </a:ext>
                </a:extLst>
              </p:cNvPr>
              <p:cNvSpPr/>
              <p:nvPr/>
            </p:nvSpPr>
            <p:spPr>
              <a:xfrm>
                <a:off x="2505455" y="2785872"/>
                <a:ext cx="1246632" cy="1249680"/>
              </a:xfrm>
              <a:prstGeom prst="rect">
                <a:avLst/>
              </a:prstGeom>
              <a:blipFill>
                <a:blip r:embed="rId4" cstate="print"/>
                <a:stretch>
                  <a:fillRect/>
                </a:stretch>
              </a:blipFill>
            </p:spPr>
            <p:txBody>
              <a:bodyPr wrap="square" lIns="0" tIns="0" rIns="0" bIns="0" rtlCol="0"/>
              <a:lstStyle/>
              <a:p>
                <a:endParaRPr/>
              </a:p>
            </p:txBody>
          </p:sp>
          <p:sp>
            <p:nvSpPr>
              <p:cNvPr id="13" name="object 5">
                <a:extLst>
                  <a:ext uri="{FF2B5EF4-FFF2-40B4-BE49-F238E27FC236}">
                    <a16:creationId xmlns:a16="http://schemas.microsoft.com/office/drawing/2014/main" id="{61C4E194-2F9C-6F94-29A5-2663954C2059}"/>
                  </a:ext>
                </a:extLst>
              </p:cNvPr>
              <p:cNvSpPr/>
              <p:nvPr/>
            </p:nvSpPr>
            <p:spPr>
              <a:xfrm>
                <a:off x="801623" y="1539239"/>
                <a:ext cx="2520695" cy="2520695"/>
              </a:xfrm>
              <a:prstGeom prst="rect">
                <a:avLst/>
              </a:prstGeom>
              <a:blipFill>
                <a:blip r:embed="rId5" cstate="print"/>
                <a:stretch>
                  <a:fillRect/>
                </a:stretch>
              </a:blipFill>
            </p:spPr>
            <p:txBody>
              <a:bodyPr wrap="square" lIns="0" tIns="0" rIns="0" bIns="0" rtlCol="0"/>
              <a:lstStyle/>
              <a:p>
                <a:endParaRPr/>
              </a:p>
            </p:txBody>
          </p:sp>
          <p:sp>
            <p:nvSpPr>
              <p:cNvPr id="14" name="object 6">
                <a:extLst>
                  <a:ext uri="{FF2B5EF4-FFF2-40B4-BE49-F238E27FC236}">
                    <a16:creationId xmlns:a16="http://schemas.microsoft.com/office/drawing/2014/main" id="{DA16ED01-8C12-39AE-A973-C220F41DC1ED}"/>
                  </a:ext>
                </a:extLst>
              </p:cNvPr>
              <p:cNvSpPr/>
              <p:nvPr/>
            </p:nvSpPr>
            <p:spPr>
              <a:xfrm>
                <a:off x="1461515" y="2766079"/>
                <a:ext cx="1475740" cy="797560"/>
              </a:xfrm>
              <a:custGeom>
                <a:avLst/>
                <a:gdLst/>
                <a:ahLst/>
                <a:cxnLst/>
                <a:rect l="l" t="t" r="r" b="b"/>
                <a:pathLst>
                  <a:path w="1475739" h="797560">
                    <a:moveTo>
                      <a:pt x="1014984" y="192004"/>
                    </a:moveTo>
                    <a:lnTo>
                      <a:pt x="1026441" y="142990"/>
                    </a:lnTo>
                    <a:lnTo>
                      <a:pt x="1043781" y="97167"/>
                    </a:lnTo>
                    <a:lnTo>
                      <a:pt x="1072884" y="57773"/>
                    </a:lnTo>
                    <a:lnTo>
                      <a:pt x="1119632" y="28047"/>
                    </a:lnTo>
                    <a:lnTo>
                      <a:pt x="1156165" y="16439"/>
                    </a:lnTo>
                    <a:lnTo>
                      <a:pt x="1199282" y="8430"/>
                    </a:lnTo>
                    <a:lnTo>
                      <a:pt x="1247887" y="3421"/>
                    </a:lnTo>
                    <a:lnTo>
                      <a:pt x="1300882" y="810"/>
                    </a:lnTo>
                    <a:lnTo>
                      <a:pt x="1357170" y="0"/>
                    </a:lnTo>
                    <a:lnTo>
                      <a:pt x="1415652" y="388"/>
                    </a:lnTo>
                    <a:lnTo>
                      <a:pt x="1475232" y="1377"/>
                    </a:lnTo>
                  </a:path>
                  <a:path w="1475739" h="797560">
                    <a:moveTo>
                      <a:pt x="1164336" y="784840"/>
                    </a:moveTo>
                    <a:lnTo>
                      <a:pt x="1181352" y="771654"/>
                    </a:lnTo>
                    <a:lnTo>
                      <a:pt x="1199784" y="759932"/>
                    </a:lnTo>
                    <a:lnTo>
                      <a:pt x="1221003" y="751139"/>
                    </a:lnTo>
                    <a:lnTo>
                      <a:pt x="1246378" y="746740"/>
                    </a:lnTo>
                    <a:lnTo>
                      <a:pt x="1277363" y="755570"/>
                    </a:lnTo>
                    <a:lnTo>
                      <a:pt x="1318274" y="775775"/>
                    </a:lnTo>
                    <a:lnTo>
                      <a:pt x="1357788" y="794042"/>
                    </a:lnTo>
                    <a:lnTo>
                      <a:pt x="1384586" y="797056"/>
                    </a:lnTo>
                    <a:lnTo>
                      <a:pt x="1387348" y="771505"/>
                    </a:lnTo>
                  </a:path>
                  <a:path w="1475739" h="797560">
                    <a:moveTo>
                      <a:pt x="313944" y="304780"/>
                    </a:moveTo>
                    <a:lnTo>
                      <a:pt x="273675" y="318252"/>
                    </a:lnTo>
                    <a:lnTo>
                      <a:pt x="233537" y="334165"/>
                    </a:lnTo>
                    <a:lnTo>
                      <a:pt x="193661" y="354911"/>
                    </a:lnTo>
                    <a:lnTo>
                      <a:pt x="154178" y="382885"/>
                    </a:lnTo>
                    <a:lnTo>
                      <a:pt x="122940" y="411667"/>
                    </a:lnTo>
                    <a:lnTo>
                      <a:pt x="91970" y="445381"/>
                    </a:lnTo>
                    <a:lnTo>
                      <a:pt x="61201" y="482801"/>
                    </a:lnTo>
                    <a:lnTo>
                      <a:pt x="30567" y="522703"/>
                    </a:lnTo>
                    <a:lnTo>
                      <a:pt x="0" y="563860"/>
                    </a:lnTo>
                  </a:path>
                </a:pathLst>
              </a:custGeom>
              <a:ln w="9144">
                <a:solidFill>
                  <a:srgbClr val="FFFFFF"/>
                </a:solidFill>
              </a:ln>
            </p:spPr>
            <p:txBody>
              <a:bodyPr wrap="square" lIns="0" tIns="0" rIns="0" bIns="0" rtlCol="0"/>
              <a:lstStyle/>
              <a:p>
                <a:endParaRPr/>
              </a:p>
            </p:txBody>
          </p:sp>
          <p:sp>
            <p:nvSpPr>
              <p:cNvPr id="15" name="object 7">
                <a:extLst>
                  <a:ext uri="{FF2B5EF4-FFF2-40B4-BE49-F238E27FC236}">
                    <a16:creationId xmlns:a16="http://schemas.microsoft.com/office/drawing/2014/main" id="{8CDE315E-996E-E03D-43F4-2C7DB9B22B38}"/>
                  </a:ext>
                </a:extLst>
              </p:cNvPr>
              <p:cNvSpPr/>
              <p:nvPr/>
            </p:nvSpPr>
            <p:spPr>
              <a:xfrm>
                <a:off x="893063" y="2514600"/>
                <a:ext cx="249935" cy="115824"/>
              </a:xfrm>
              <a:prstGeom prst="rect">
                <a:avLst/>
              </a:prstGeom>
              <a:blipFill>
                <a:blip r:embed="rId6" cstate="print"/>
                <a:stretch>
                  <a:fillRect/>
                </a:stretch>
              </a:blipFill>
            </p:spPr>
            <p:txBody>
              <a:bodyPr wrap="square" lIns="0" tIns="0" rIns="0" bIns="0" rtlCol="0"/>
              <a:lstStyle/>
              <a:p>
                <a:endParaRPr/>
              </a:p>
            </p:txBody>
          </p:sp>
          <p:sp>
            <p:nvSpPr>
              <p:cNvPr id="16" name="object 8">
                <a:extLst>
                  <a:ext uri="{FF2B5EF4-FFF2-40B4-BE49-F238E27FC236}">
                    <a16:creationId xmlns:a16="http://schemas.microsoft.com/office/drawing/2014/main" id="{D1336FC7-A18D-22D5-C36E-9DD7358E44CD}"/>
                  </a:ext>
                </a:extLst>
              </p:cNvPr>
              <p:cNvSpPr/>
              <p:nvPr/>
            </p:nvSpPr>
            <p:spPr>
              <a:xfrm>
                <a:off x="982980" y="2272315"/>
                <a:ext cx="607060" cy="73660"/>
              </a:xfrm>
              <a:custGeom>
                <a:avLst/>
                <a:gdLst/>
                <a:ahLst/>
                <a:cxnLst/>
                <a:rect l="l" t="t" r="r" b="b"/>
                <a:pathLst>
                  <a:path w="607060" h="73660">
                    <a:moveTo>
                      <a:pt x="606551" y="55467"/>
                    </a:moveTo>
                    <a:lnTo>
                      <a:pt x="579874" y="63809"/>
                    </a:lnTo>
                    <a:lnTo>
                      <a:pt x="553624" y="70294"/>
                    </a:lnTo>
                    <a:lnTo>
                      <a:pt x="528185" y="73112"/>
                    </a:lnTo>
                    <a:lnTo>
                      <a:pt x="503935" y="70453"/>
                    </a:lnTo>
                    <a:lnTo>
                      <a:pt x="489078" y="58598"/>
                    </a:lnTo>
                    <a:lnTo>
                      <a:pt x="480806" y="39624"/>
                    </a:lnTo>
                    <a:lnTo>
                      <a:pt x="462698" y="20125"/>
                    </a:lnTo>
                    <a:lnTo>
                      <a:pt x="418338" y="6699"/>
                    </a:lnTo>
                    <a:lnTo>
                      <a:pt x="341065" y="1170"/>
                    </a:lnTo>
                    <a:lnTo>
                      <a:pt x="293160" y="131"/>
                    </a:lnTo>
                    <a:lnTo>
                      <a:pt x="240377" y="0"/>
                    </a:lnTo>
                    <a:lnTo>
                      <a:pt x="183693" y="594"/>
                    </a:lnTo>
                    <a:lnTo>
                      <a:pt x="124085" y="1734"/>
                    </a:lnTo>
                    <a:lnTo>
                      <a:pt x="62528" y="3237"/>
                    </a:lnTo>
                    <a:lnTo>
                      <a:pt x="0" y="4921"/>
                    </a:lnTo>
                  </a:path>
                </a:pathLst>
              </a:custGeom>
              <a:ln w="9144">
                <a:solidFill>
                  <a:srgbClr val="FFFFFF"/>
                </a:solidFill>
              </a:ln>
            </p:spPr>
            <p:txBody>
              <a:bodyPr wrap="square" lIns="0" tIns="0" rIns="0" bIns="0" rtlCol="0"/>
              <a:lstStyle/>
              <a:p>
                <a:endParaRPr/>
              </a:p>
            </p:txBody>
          </p:sp>
          <p:sp>
            <p:nvSpPr>
              <p:cNvPr id="17" name="object 9">
                <a:extLst>
                  <a:ext uri="{FF2B5EF4-FFF2-40B4-BE49-F238E27FC236}">
                    <a16:creationId xmlns:a16="http://schemas.microsoft.com/office/drawing/2014/main" id="{3085DFC6-85BF-8D17-72BE-2CB72F8DA780}"/>
                  </a:ext>
                </a:extLst>
              </p:cNvPr>
              <p:cNvSpPr/>
              <p:nvPr/>
            </p:nvSpPr>
            <p:spPr>
              <a:xfrm>
                <a:off x="2459736" y="2173223"/>
                <a:ext cx="85344" cy="137160"/>
              </a:xfrm>
              <a:prstGeom prst="rect">
                <a:avLst/>
              </a:prstGeom>
              <a:blipFill>
                <a:blip r:embed="rId7" cstate="print"/>
                <a:stretch>
                  <a:fillRect/>
                </a:stretch>
              </a:blipFill>
            </p:spPr>
            <p:txBody>
              <a:bodyPr wrap="square" lIns="0" tIns="0" rIns="0" bIns="0" rtlCol="0"/>
              <a:lstStyle/>
              <a:p>
                <a:endParaRPr/>
              </a:p>
            </p:txBody>
          </p:sp>
          <p:sp>
            <p:nvSpPr>
              <p:cNvPr id="18" name="object 10">
                <a:extLst>
                  <a:ext uri="{FF2B5EF4-FFF2-40B4-BE49-F238E27FC236}">
                    <a16:creationId xmlns:a16="http://schemas.microsoft.com/office/drawing/2014/main" id="{CDC9907F-9BB3-9A17-D1EA-CA1AF87C54DF}"/>
                  </a:ext>
                </a:extLst>
              </p:cNvPr>
              <p:cNvSpPr/>
              <p:nvPr/>
            </p:nvSpPr>
            <p:spPr>
              <a:xfrm>
                <a:off x="2497836" y="1991867"/>
                <a:ext cx="707390" cy="594360"/>
              </a:xfrm>
              <a:custGeom>
                <a:avLst/>
                <a:gdLst/>
                <a:ahLst/>
                <a:cxnLst/>
                <a:rect l="l" t="t" r="r" b="b"/>
                <a:pathLst>
                  <a:path w="707389" h="594360">
                    <a:moveTo>
                      <a:pt x="320928" y="0"/>
                    </a:moveTo>
                    <a:lnTo>
                      <a:pt x="339522" y="40862"/>
                    </a:lnTo>
                    <a:lnTo>
                      <a:pt x="352996" y="80010"/>
                    </a:lnTo>
                    <a:lnTo>
                      <a:pt x="356183" y="115728"/>
                    </a:lnTo>
                    <a:lnTo>
                      <a:pt x="343915" y="146304"/>
                    </a:lnTo>
                    <a:lnTo>
                      <a:pt x="308961" y="172985"/>
                    </a:lnTo>
                    <a:lnTo>
                      <a:pt x="256111" y="196119"/>
                    </a:lnTo>
                    <a:lnTo>
                      <a:pt x="197951" y="212633"/>
                    </a:lnTo>
                    <a:lnTo>
                      <a:pt x="147065" y="219456"/>
                    </a:lnTo>
                    <a:lnTo>
                      <a:pt x="106227" y="214449"/>
                    </a:lnTo>
                    <a:lnTo>
                      <a:pt x="68865" y="199691"/>
                    </a:lnTo>
                    <a:lnTo>
                      <a:pt x="33837" y="178433"/>
                    </a:lnTo>
                    <a:lnTo>
                      <a:pt x="0" y="153924"/>
                    </a:lnTo>
                  </a:path>
                  <a:path w="707389" h="594360">
                    <a:moveTo>
                      <a:pt x="381888" y="594360"/>
                    </a:moveTo>
                    <a:lnTo>
                      <a:pt x="378186" y="568896"/>
                    </a:lnTo>
                    <a:lnTo>
                      <a:pt x="380174" y="544861"/>
                    </a:lnTo>
                    <a:lnTo>
                      <a:pt x="393497" y="523636"/>
                    </a:lnTo>
                    <a:lnTo>
                      <a:pt x="455617" y="498121"/>
                    </a:lnTo>
                    <a:lnTo>
                      <a:pt x="495845" y="491706"/>
                    </a:lnTo>
                    <a:lnTo>
                      <a:pt x="542798" y="486949"/>
                    </a:lnTo>
                    <a:lnTo>
                      <a:pt x="594788" y="483441"/>
                    </a:lnTo>
                    <a:lnTo>
                      <a:pt x="650129" y="480773"/>
                    </a:lnTo>
                    <a:lnTo>
                      <a:pt x="707136" y="478536"/>
                    </a:lnTo>
                  </a:path>
                  <a:path w="707389" h="594360">
                    <a:moveTo>
                      <a:pt x="325627" y="176783"/>
                    </a:moveTo>
                    <a:lnTo>
                      <a:pt x="319543" y="211199"/>
                    </a:lnTo>
                    <a:lnTo>
                      <a:pt x="315150" y="246840"/>
                    </a:lnTo>
                    <a:lnTo>
                      <a:pt x="314090" y="284886"/>
                    </a:lnTo>
                    <a:lnTo>
                      <a:pt x="318007" y="326517"/>
                    </a:lnTo>
                    <a:lnTo>
                      <a:pt x="327921" y="372516"/>
                    </a:lnTo>
                    <a:lnTo>
                      <a:pt x="342836" y="422100"/>
                    </a:lnTo>
                    <a:lnTo>
                      <a:pt x="361084" y="474089"/>
                    </a:lnTo>
                    <a:lnTo>
                      <a:pt x="381000" y="527304"/>
                    </a:lnTo>
                  </a:path>
                </a:pathLst>
              </a:custGeom>
              <a:ln w="9144">
                <a:solidFill>
                  <a:srgbClr val="FFFFFF"/>
                </a:solidFill>
              </a:ln>
            </p:spPr>
            <p:txBody>
              <a:bodyPr wrap="square" lIns="0" tIns="0" rIns="0" bIns="0" rtlCol="0"/>
              <a:lstStyle/>
              <a:p>
                <a:endParaRPr/>
              </a:p>
            </p:txBody>
          </p:sp>
          <p:sp>
            <p:nvSpPr>
              <p:cNvPr id="19" name="object 11">
                <a:extLst>
                  <a:ext uri="{FF2B5EF4-FFF2-40B4-BE49-F238E27FC236}">
                    <a16:creationId xmlns:a16="http://schemas.microsoft.com/office/drawing/2014/main" id="{B8D625B8-C959-52AB-0FE8-F55B7695A794}"/>
                  </a:ext>
                </a:extLst>
              </p:cNvPr>
              <p:cNvSpPr/>
              <p:nvPr/>
            </p:nvSpPr>
            <p:spPr>
              <a:xfrm>
                <a:off x="969264" y="2066543"/>
                <a:ext cx="332740" cy="615950"/>
              </a:xfrm>
              <a:custGeom>
                <a:avLst/>
                <a:gdLst/>
                <a:ahLst/>
                <a:cxnLst/>
                <a:rect l="l" t="t" r="r" b="b"/>
                <a:pathLst>
                  <a:path w="332740" h="615950">
                    <a:moveTo>
                      <a:pt x="112776" y="565404"/>
                    </a:moveTo>
                    <a:lnTo>
                      <a:pt x="108343" y="545820"/>
                    </a:lnTo>
                    <a:lnTo>
                      <a:pt x="96253" y="529831"/>
                    </a:lnTo>
                    <a:lnTo>
                      <a:pt x="78333" y="519061"/>
                    </a:lnTo>
                    <a:lnTo>
                      <a:pt x="56388" y="515112"/>
                    </a:lnTo>
                    <a:lnTo>
                      <a:pt x="34429" y="519061"/>
                    </a:lnTo>
                    <a:lnTo>
                      <a:pt x="16510" y="529831"/>
                    </a:lnTo>
                    <a:lnTo>
                      <a:pt x="4419" y="545820"/>
                    </a:lnTo>
                    <a:lnTo>
                      <a:pt x="0" y="565404"/>
                    </a:lnTo>
                    <a:lnTo>
                      <a:pt x="4419" y="585000"/>
                    </a:lnTo>
                    <a:lnTo>
                      <a:pt x="16510" y="600989"/>
                    </a:lnTo>
                    <a:lnTo>
                      <a:pt x="34429" y="611759"/>
                    </a:lnTo>
                    <a:lnTo>
                      <a:pt x="56388" y="615696"/>
                    </a:lnTo>
                    <a:lnTo>
                      <a:pt x="78333" y="611759"/>
                    </a:lnTo>
                    <a:lnTo>
                      <a:pt x="96253" y="600989"/>
                    </a:lnTo>
                    <a:lnTo>
                      <a:pt x="108343" y="585000"/>
                    </a:lnTo>
                    <a:lnTo>
                      <a:pt x="112776" y="565404"/>
                    </a:lnTo>
                    <a:close/>
                  </a:path>
                  <a:path w="332740" h="615950">
                    <a:moveTo>
                      <a:pt x="280416" y="50292"/>
                    </a:moveTo>
                    <a:lnTo>
                      <a:pt x="275983" y="30708"/>
                    </a:lnTo>
                    <a:lnTo>
                      <a:pt x="263893" y="14719"/>
                    </a:lnTo>
                    <a:lnTo>
                      <a:pt x="245973" y="3949"/>
                    </a:lnTo>
                    <a:lnTo>
                      <a:pt x="224028" y="0"/>
                    </a:lnTo>
                    <a:lnTo>
                      <a:pt x="202069" y="3949"/>
                    </a:lnTo>
                    <a:lnTo>
                      <a:pt x="184150" y="14719"/>
                    </a:lnTo>
                    <a:lnTo>
                      <a:pt x="172059" y="30708"/>
                    </a:lnTo>
                    <a:lnTo>
                      <a:pt x="167640" y="50292"/>
                    </a:lnTo>
                    <a:lnTo>
                      <a:pt x="172059" y="69888"/>
                    </a:lnTo>
                    <a:lnTo>
                      <a:pt x="184150" y="85877"/>
                    </a:lnTo>
                    <a:lnTo>
                      <a:pt x="202069" y="96647"/>
                    </a:lnTo>
                    <a:lnTo>
                      <a:pt x="224028" y="100584"/>
                    </a:lnTo>
                    <a:lnTo>
                      <a:pt x="245973" y="96647"/>
                    </a:lnTo>
                    <a:lnTo>
                      <a:pt x="263893" y="85877"/>
                    </a:lnTo>
                    <a:lnTo>
                      <a:pt x="275983" y="69888"/>
                    </a:lnTo>
                    <a:lnTo>
                      <a:pt x="280416" y="50292"/>
                    </a:lnTo>
                    <a:close/>
                  </a:path>
                  <a:path w="332740" h="615950">
                    <a:moveTo>
                      <a:pt x="332232" y="327660"/>
                    </a:moveTo>
                    <a:lnTo>
                      <a:pt x="327787" y="308076"/>
                    </a:lnTo>
                    <a:lnTo>
                      <a:pt x="315696" y="292087"/>
                    </a:lnTo>
                    <a:lnTo>
                      <a:pt x="297776" y="281317"/>
                    </a:lnTo>
                    <a:lnTo>
                      <a:pt x="275844" y="277368"/>
                    </a:lnTo>
                    <a:lnTo>
                      <a:pt x="253885" y="281317"/>
                    </a:lnTo>
                    <a:lnTo>
                      <a:pt x="235966" y="292087"/>
                    </a:lnTo>
                    <a:lnTo>
                      <a:pt x="223875" y="308076"/>
                    </a:lnTo>
                    <a:lnTo>
                      <a:pt x="219456" y="327660"/>
                    </a:lnTo>
                    <a:lnTo>
                      <a:pt x="223875" y="347256"/>
                    </a:lnTo>
                    <a:lnTo>
                      <a:pt x="235966" y="363245"/>
                    </a:lnTo>
                    <a:lnTo>
                      <a:pt x="253885" y="374015"/>
                    </a:lnTo>
                    <a:lnTo>
                      <a:pt x="275844" y="377952"/>
                    </a:lnTo>
                    <a:lnTo>
                      <a:pt x="297776" y="374015"/>
                    </a:lnTo>
                    <a:lnTo>
                      <a:pt x="315696" y="363245"/>
                    </a:lnTo>
                    <a:lnTo>
                      <a:pt x="327787" y="347256"/>
                    </a:lnTo>
                    <a:lnTo>
                      <a:pt x="332232" y="327660"/>
                    </a:lnTo>
                    <a:close/>
                  </a:path>
                </a:pathLst>
              </a:custGeom>
              <a:solidFill>
                <a:srgbClr val="EB5B00"/>
              </a:solidFill>
            </p:spPr>
            <p:txBody>
              <a:bodyPr wrap="square" lIns="0" tIns="0" rIns="0" bIns="0" rtlCol="0"/>
              <a:lstStyle/>
              <a:p>
                <a:endParaRPr/>
              </a:p>
            </p:txBody>
          </p:sp>
          <p:sp>
            <p:nvSpPr>
              <p:cNvPr id="20" name="object 12">
                <a:extLst>
                  <a:ext uri="{FF2B5EF4-FFF2-40B4-BE49-F238E27FC236}">
                    <a16:creationId xmlns:a16="http://schemas.microsoft.com/office/drawing/2014/main" id="{0C21361B-D5E2-776F-B3CA-015C20829605}"/>
                  </a:ext>
                </a:extLst>
              </p:cNvPr>
              <p:cNvSpPr/>
              <p:nvPr/>
            </p:nvSpPr>
            <p:spPr>
              <a:xfrm>
                <a:off x="1405128" y="3020567"/>
                <a:ext cx="109728" cy="97536"/>
              </a:xfrm>
              <a:prstGeom prst="rect">
                <a:avLst/>
              </a:prstGeom>
              <a:blipFill>
                <a:blip r:embed="rId8" cstate="print"/>
                <a:stretch>
                  <a:fillRect/>
                </a:stretch>
              </a:blipFill>
            </p:spPr>
            <p:txBody>
              <a:bodyPr wrap="square" lIns="0" tIns="0" rIns="0" bIns="0" rtlCol="0"/>
              <a:lstStyle/>
              <a:p>
                <a:endParaRPr/>
              </a:p>
            </p:txBody>
          </p:sp>
          <p:sp>
            <p:nvSpPr>
              <p:cNvPr id="21" name="object 13">
                <a:extLst>
                  <a:ext uri="{FF2B5EF4-FFF2-40B4-BE49-F238E27FC236}">
                    <a16:creationId xmlns:a16="http://schemas.microsoft.com/office/drawing/2014/main" id="{52B25D57-5B25-FDF3-7C67-1F6D07336290}"/>
                  </a:ext>
                </a:extLst>
              </p:cNvPr>
              <p:cNvSpPr/>
              <p:nvPr/>
            </p:nvSpPr>
            <p:spPr>
              <a:xfrm>
                <a:off x="1591056" y="3279647"/>
                <a:ext cx="112775" cy="97536"/>
              </a:xfrm>
              <a:prstGeom prst="rect">
                <a:avLst/>
              </a:prstGeom>
              <a:blipFill>
                <a:blip r:embed="rId9" cstate="print"/>
                <a:stretch>
                  <a:fillRect/>
                </a:stretch>
              </a:blipFill>
            </p:spPr>
            <p:txBody>
              <a:bodyPr wrap="square" lIns="0" tIns="0" rIns="0" bIns="0" rtlCol="0"/>
              <a:lstStyle/>
              <a:p>
                <a:endParaRPr/>
              </a:p>
            </p:txBody>
          </p:sp>
          <p:sp>
            <p:nvSpPr>
              <p:cNvPr id="22" name="object 14">
                <a:extLst>
                  <a:ext uri="{FF2B5EF4-FFF2-40B4-BE49-F238E27FC236}">
                    <a16:creationId xmlns:a16="http://schemas.microsoft.com/office/drawing/2014/main" id="{CFC7AF44-1370-79BD-8F82-5AFAFBF642B3}"/>
                  </a:ext>
                </a:extLst>
              </p:cNvPr>
              <p:cNvSpPr/>
              <p:nvPr/>
            </p:nvSpPr>
            <p:spPr>
              <a:xfrm>
                <a:off x="1719071" y="3148583"/>
                <a:ext cx="112775" cy="100583"/>
              </a:xfrm>
              <a:prstGeom prst="rect">
                <a:avLst/>
              </a:prstGeom>
              <a:blipFill>
                <a:blip r:embed="rId10" cstate="print"/>
                <a:stretch>
                  <a:fillRect/>
                </a:stretch>
              </a:blipFill>
            </p:spPr>
            <p:txBody>
              <a:bodyPr wrap="square" lIns="0" tIns="0" rIns="0" bIns="0" rtlCol="0"/>
              <a:lstStyle/>
              <a:p>
                <a:endParaRPr/>
              </a:p>
            </p:txBody>
          </p:sp>
          <p:sp>
            <p:nvSpPr>
              <p:cNvPr id="23" name="object 15">
                <a:extLst>
                  <a:ext uri="{FF2B5EF4-FFF2-40B4-BE49-F238E27FC236}">
                    <a16:creationId xmlns:a16="http://schemas.microsoft.com/office/drawing/2014/main" id="{82FCE8BB-2DDD-B54B-453C-9B7FAE3D32FF}"/>
                  </a:ext>
                </a:extLst>
              </p:cNvPr>
              <p:cNvSpPr/>
              <p:nvPr/>
            </p:nvSpPr>
            <p:spPr>
              <a:xfrm>
                <a:off x="2761487" y="3112007"/>
                <a:ext cx="112775" cy="100584"/>
              </a:xfrm>
              <a:prstGeom prst="rect">
                <a:avLst/>
              </a:prstGeom>
              <a:blipFill>
                <a:blip r:embed="rId10" cstate="print"/>
                <a:stretch>
                  <a:fillRect/>
                </a:stretch>
              </a:blipFill>
            </p:spPr>
            <p:txBody>
              <a:bodyPr wrap="square" lIns="0" tIns="0" rIns="0" bIns="0" rtlCol="0"/>
              <a:lstStyle/>
              <a:p>
                <a:endParaRPr/>
              </a:p>
            </p:txBody>
          </p:sp>
          <p:sp>
            <p:nvSpPr>
              <p:cNvPr id="24" name="object 16">
                <a:extLst>
                  <a:ext uri="{FF2B5EF4-FFF2-40B4-BE49-F238E27FC236}">
                    <a16:creationId xmlns:a16="http://schemas.microsoft.com/office/drawing/2014/main" id="{E64A015E-F11A-797B-A38C-33268D201EE0}"/>
                  </a:ext>
                </a:extLst>
              </p:cNvPr>
              <p:cNvSpPr/>
              <p:nvPr/>
            </p:nvSpPr>
            <p:spPr>
              <a:xfrm>
                <a:off x="2593848" y="2898647"/>
                <a:ext cx="112775" cy="100583"/>
              </a:xfrm>
              <a:prstGeom prst="rect">
                <a:avLst/>
              </a:prstGeom>
              <a:blipFill>
                <a:blip r:embed="rId11" cstate="print"/>
                <a:stretch>
                  <a:fillRect/>
                </a:stretch>
              </a:blipFill>
            </p:spPr>
            <p:txBody>
              <a:bodyPr wrap="square" lIns="0" tIns="0" rIns="0" bIns="0" rtlCol="0"/>
              <a:lstStyle/>
              <a:p>
                <a:endParaRPr/>
              </a:p>
            </p:txBody>
          </p:sp>
          <p:sp>
            <p:nvSpPr>
              <p:cNvPr id="25" name="object 17">
                <a:extLst>
                  <a:ext uri="{FF2B5EF4-FFF2-40B4-BE49-F238E27FC236}">
                    <a16:creationId xmlns:a16="http://schemas.microsoft.com/office/drawing/2014/main" id="{16A59AC3-4656-0937-0EEE-56C77473E066}"/>
                  </a:ext>
                </a:extLst>
              </p:cNvPr>
              <p:cNvSpPr/>
              <p:nvPr/>
            </p:nvSpPr>
            <p:spPr>
              <a:xfrm>
                <a:off x="2670048" y="3538727"/>
                <a:ext cx="109727" cy="97536"/>
              </a:xfrm>
              <a:prstGeom prst="rect">
                <a:avLst/>
              </a:prstGeom>
              <a:blipFill>
                <a:blip r:embed="rId8" cstate="print"/>
                <a:stretch>
                  <a:fillRect/>
                </a:stretch>
              </a:blipFill>
            </p:spPr>
            <p:txBody>
              <a:bodyPr wrap="square" lIns="0" tIns="0" rIns="0" bIns="0" rtlCol="0"/>
              <a:lstStyle/>
              <a:p>
                <a:endParaRPr/>
              </a:p>
            </p:txBody>
          </p:sp>
          <p:sp>
            <p:nvSpPr>
              <p:cNvPr id="26" name="object 18">
                <a:extLst>
                  <a:ext uri="{FF2B5EF4-FFF2-40B4-BE49-F238E27FC236}">
                    <a16:creationId xmlns:a16="http://schemas.microsoft.com/office/drawing/2014/main" id="{40C9106A-CF53-14FF-D65C-C8B67CE9D86D}"/>
                  </a:ext>
                </a:extLst>
              </p:cNvPr>
              <p:cNvSpPr/>
              <p:nvPr/>
            </p:nvSpPr>
            <p:spPr>
              <a:xfrm>
                <a:off x="2350008" y="2590800"/>
                <a:ext cx="112775" cy="100584"/>
              </a:xfrm>
              <a:prstGeom prst="rect">
                <a:avLst/>
              </a:prstGeom>
              <a:blipFill>
                <a:blip r:embed="rId10" cstate="print"/>
                <a:stretch>
                  <a:fillRect/>
                </a:stretch>
              </a:blipFill>
            </p:spPr>
            <p:txBody>
              <a:bodyPr wrap="square" lIns="0" tIns="0" rIns="0" bIns="0" rtlCol="0"/>
              <a:lstStyle/>
              <a:p>
                <a:endParaRPr/>
              </a:p>
            </p:txBody>
          </p:sp>
          <p:sp>
            <p:nvSpPr>
              <p:cNvPr id="27" name="object 19">
                <a:extLst>
                  <a:ext uri="{FF2B5EF4-FFF2-40B4-BE49-F238E27FC236}">
                    <a16:creationId xmlns:a16="http://schemas.microsoft.com/office/drawing/2014/main" id="{FFCB21A4-5CD9-D634-7FD7-9A393B7C245E}"/>
                  </a:ext>
                </a:extLst>
              </p:cNvPr>
              <p:cNvSpPr/>
              <p:nvPr/>
            </p:nvSpPr>
            <p:spPr>
              <a:xfrm>
                <a:off x="2731008" y="2590800"/>
                <a:ext cx="112775" cy="100584"/>
              </a:xfrm>
              <a:prstGeom prst="rect">
                <a:avLst/>
              </a:prstGeom>
              <a:blipFill>
                <a:blip r:embed="rId10" cstate="print"/>
                <a:stretch>
                  <a:fillRect/>
                </a:stretch>
              </a:blipFill>
            </p:spPr>
            <p:txBody>
              <a:bodyPr wrap="square" lIns="0" tIns="0" rIns="0" bIns="0" rtlCol="0"/>
              <a:lstStyle/>
              <a:p>
                <a:endParaRPr/>
              </a:p>
            </p:txBody>
          </p:sp>
          <p:sp>
            <p:nvSpPr>
              <p:cNvPr id="28" name="object 20">
                <a:extLst>
                  <a:ext uri="{FF2B5EF4-FFF2-40B4-BE49-F238E27FC236}">
                    <a16:creationId xmlns:a16="http://schemas.microsoft.com/office/drawing/2014/main" id="{C0896129-DB15-1F49-AB06-D847B398583A}"/>
                  </a:ext>
                </a:extLst>
              </p:cNvPr>
              <p:cNvSpPr/>
              <p:nvPr/>
            </p:nvSpPr>
            <p:spPr>
              <a:xfrm>
                <a:off x="3026664" y="2624327"/>
                <a:ext cx="112775" cy="100583"/>
              </a:xfrm>
              <a:prstGeom prst="rect">
                <a:avLst/>
              </a:prstGeom>
              <a:blipFill>
                <a:blip r:embed="rId11" cstate="print"/>
                <a:stretch>
                  <a:fillRect/>
                </a:stretch>
              </a:blipFill>
            </p:spPr>
            <p:txBody>
              <a:bodyPr wrap="square" lIns="0" tIns="0" rIns="0" bIns="0" rtlCol="0"/>
              <a:lstStyle/>
              <a:p>
                <a:endParaRPr/>
              </a:p>
            </p:txBody>
          </p:sp>
          <p:sp>
            <p:nvSpPr>
              <p:cNvPr id="29" name="object 21">
                <a:extLst>
                  <a:ext uri="{FF2B5EF4-FFF2-40B4-BE49-F238E27FC236}">
                    <a16:creationId xmlns:a16="http://schemas.microsoft.com/office/drawing/2014/main" id="{307E8F44-F7B9-BE03-ADCC-9B1ADC361690}"/>
                  </a:ext>
                </a:extLst>
              </p:cNvPr>
              <p:cNvSpPr/>
              <p:nvPr/>
            </p:nvSpPr>
            <p:spPr>
              <a:xfrm>
                <a:off x="2923031" y="2136647"/>
                <a:ext cx="109728" cy="100583"/>
              </a:xfrm>
              <a:prstGeom prst="rect">
                <a:avLst/>
              </a:prstGeom>
              <a:blipFill>
                <a:blip r:embed="rId12" cstate="print"/>
                <a:stretch>
                  <a:fillRect/>
                </a:stretch>
              </a:blipFill>
            </p:spPr>
            <p:txBody>
              <a:bodyPr wrap="square" lIns="0" tIns="0" rIns="0" bIns="0" rtlCol="0"/>
              <a:lstStyle/>
              <a:p>
                <a:endParaRPr/>
              </a:p>
            </p:txBody>
          </p:sp>
          <p:sp>
            <p:nvSpPr>
              <p:cNvPr id="30" name="object 22">
                <a:extLst>
                  <a:ext uri="{FF2B5EF4-FFF2-40B4-BE49-F238E27FC236}">
                    <a16:creationId xmlns:a16="http://schemas.microsoft.com/office/drawing/2014/main" id="{D130D1BF-E46A-8E3C-DF50-CE398C3C1429}"/>
                  </a:ext>
                </a:extLst>
              </p:cNvPr>
              <p:cNvSpPr/>
              <p:nvPr/>
            </p:nvSpPr>
            <p:spPr>
              <a:xfrm>
                <a:off x="2612136" y="2218943"/>
                <a:ext cx="112775" cy="100584"/>
              </a:xfrm>
              <a:prstGeom prst="rect">
                <a:avLst/>
              </a:prstGeom>
              <a:blipFill>
                <a:blip r:embed="rId10" cstate="print"/>
                <a:stretch>
                  <a:fillRect/>
                </a:stretch>
              </a:blipFill>
            </p:spPr>
            <p:txBody>
              <a:bodyPr wrap="square" lIns="0" tIns="0" rIns="0" bIns="0" rtlCol="0"/>
              <a:lstStyle/>
              <a:p>
                <a:endParaRPr/>
              </a:p>
            </p:txBody>
          </p:sp>
          <p:sp>
            <p:nvSpPr>
              <p:cNvPr id="31" name="object 23">
                <a:extLst>
                  <a:ext uri="{FF2B5EF4-FFF2-40B4-BE49-F238E27FC236}">
                    <a16:creationId xmlns:a16="http://schemas.microsoft.com/office/drawing/2014/main" id="{CD7275D1-3521-3082-51CD-EEDBF244C768}"/>
                  </a:ext>
                </a:extLst>
              </p:cNvPr>
              <p:cNvSpPr/>
              <p:nvPr/>
            </p:nvSpPr>
            <p:spPr>
              <a:xfrm>
                <a:off x="2676143" y="2005583"/>
                <a:ext cx="112775" cy="100583"/>
              </a:xfrm>
              <a:prstGeom prst="rect">
                <a:avLst/>
              </a:prstGeom>
              <a:blipFill>
                <a:blip r:embed="rId10" cstate="print"/>
                <a:stretch>
                  <a:fillRect/>
                </a:stretch>
              </a:blipFill>
            </p:spPr>
            <p:txBody>
              <a:bodyPr wrap="square" lIns="0" tIns="0" rIns="0" bIns="0" rtlCol="0"/>
              <a:lstStyle/>
              <a:p>
                <a:endParaRPr/>
              </a:p>
            </p:txBody>
          </p:sp>
          <p:sp>
            <p:nvSpPr>
              <p:cNvPr id="32" name="object 24">
                <a:extLst>
                  <a:ext uri="{FF2B5EF4-FFF2-40B4-BE49-F238E27FC236}">
                    <a16:creationId xmlns:a16="http://schemas.microsoft.com/office/drawing/2014/main" id="{5CACDDEF-F36E-2FCE-7DCD-7A1FE1B82375}"/>
                  </a:ext>
                </a:extLst>
              </p:cNvPr>
              <p:cNvSpPr/>
              <p:nvPr/>
            </p:nvSpPr>
            <p:spPr>
              <a:xfrm>
                <a:off x="2310383" y="2313431"/>
                <a:ext cx="112776" cy="100584"/>
              </a:xfrm>
              <a:prstGeom prst="rect">
                <a:avLst/>
              </a:prstGeom>
              <a:blipFill>
                <a:blip r:embed="rId13" cstate="print"/>
                <a:stretch>
                  <a:fillRect/>
                </a:stretch>
              </a:blipFill>
            </p:spPr>
            <p:txBody>
              <a:bodyPr wrap="square" lIns="0" tIns="0" rIns="0" bIns="0" rtlCol="0"/>
              <a:lstStyle/>
              <a:p>
                <a:endParaRPr/>
              </a:p>
            </p:txBody>
          </p:sp>
          <p:sp>
            <p:nvSpPr>
              <p:cNvPr id="33" name="object 25">
                <a:extLst>
                  <a:ext uri="{FF2B5EF4-FFF2-40B4-BE49-F238E27FC236}">
                    <a16:creationId xmlns:a16="http://schemas.microsoft.com/office/drawing/2014/main" id="{B856DE48-FA0A-941C-AE5B-4E8D95B19205}"/>
                  </a:ext>
                </a:extLst>
              </p:cNvPr>
              <p:cNvSpPr/>
              <p:nvPr/>
            </p:nvSpPr>
            <p:spPr>
              <a:xfrm>
                <a:off x="1040891" y="2168651"/>
                <a:ext cx="1628775" cy="1420495"/>
              </a:xfrm>
              <a:custGeom>
                <a:avLst/>
                <a:gdLst/>
                <a:ahLst/>
                <a:cxnLst/>
                <a:rect l="l" t="t" r="r" b="b"/>
                <a:pathLst>
                  <a:path w="1628775" h="1420495">
                    <a:moveTo>
                      <a:pt x="155448" y="0"/>
                    </a:moveTo>
                    <a:lnTo>
                      <a:pt x="180949" y="176149"/>
                    </a:lnTo>
                  </a:path>
                  <a:path w="1628775" h="1420495">
                    <a:moveTo>
                      <a:pt x="166801" y="262128"/>
                    </a:moveTo>
                    <a:lnTo>
                      <a:pt x="0" y="439547"/>
                    </a:lnTo>
                  </a:path>
                  <a:path w="1628775" h="1420495">
                    <a:moveTo>
                      <a:pt x="204216" y="277368"/>
                    </a:moveTo>
                    <a:lnTo>
                      <a:pt x="392303" y="852678"/>
                    </a:lnTo>
                  </a:path>
                  <a:path w="1628775" h="1420495">
                    <a:moveTo>
                      <a:pt x="457200" y="944880"/>
                    </a:moveTo>
                    <a:lnTo>
                      <a:pt x="604266" y="1139571"/>
                    </a:lnTo>
                  </a:path>
                  <a:path w="1628775" h="1420495">
                    <a:moveTo>
                      <a:pt x="1628266" y="1420114"/>
                    </a:moveTo>
                    <a:lnTo>
                      <a:pt x="710184" y="999744"/>
                    </a:lnTo>
                  </a:path>
                  <a:path w="1628775" h="1420495">
                    <a:moveTo>
                      <a:pt x="1286129" y="231648"/>
                    </a:moveTo>
                    <a:lnTo>
                      <a:pt x="774191" y="995426"/>
                    </a:lnTo>
                  </a:path>
                </a:pathLst>
              </a:custGeom>
              <a:ln w="27432">
                <a:solidFill>
                  <a:srgbClr val="EE5B00"/>
                </a:solidFill>
              </a:ln>
            </p:spPr>
            <p:txBody>
              <a:bodyPr wrap="square" lIns="0" tIns="0" rIns="0" bIns="0" rtlCol="0"/>
              <a:lstStyle/>
              <a:p>
                <a:endParaRPr/>
              </a:p>
            </p:txBody>
          </p:sp>
          <p:sp>
            <p:nvSpPr>
              <p:cNvPr id="34" name="object 26">
                <a:extLst>
                  <a:ext uri="{FF2B5EF4-FFF2-40B4-BE49-F238E27FC236}">
                    <a16:creationId xmlns:a16="http://schemas.microsoft.com/office/drawing/2014/main" id="{4A2B75F1-7C17-9DA1-5A36-8DC69D534231}"/>
                  </a:ext>
                </a:extLst>
              </p:cNvPr>
              <p:cNvSpPr/>
              <p:nvPr/>
            </p:nvSpPr>
            <p:spPr>
              <a:xfrm>
                <a:off x="2787396" y="2692907"/>
                <a:ext cx="31115" cy="422275"/>
              </a:xfrm>
              <a:custGeom>
                <a:avLst/>
                <a:gdLst/>
                <a:ahLst/>
                <a:cxnLst/>
                <a:rect l="l" t="t" r="r" b="b"/>
                <a:pathLst>
                  <a:path w="31114" h="422275">
                    <a:moveTo>
                      <a:pt x="15303" y="-13716"/>
                    </a:moveTo>
                    <a:lnTo>
                      <a:pt x="15303" y="435482"/>
                    </a:lnTo>
                  </a:path>
                </a:pathLst>
              </a:custGeom>
              <a:ln w="58039">
                <a:solidFill>
                  <a:srgbClr val="EE5B00"/>
                </a:solidFill>
              </a:ln>
            </p:spPr>
            <p:txBody>
              <a:bodyPr wrap="square" lIns="0" tIns="0" rIns="0" bIns="0" rtlCol="0"/>
              <a:lstStyle/>
              <a:p>
                <a:endParaRPr/>
              </a:p>
            </p:txBody>
          </p:sp>
          <p:sp>
            <p:nvSpPr>
              <p:cNvPr id="35" name="object 27">
                <a:extLst>
                  <a:ext uri="{FF2B5EF4-FFF2-40B4-BE49-F238E27FC236}">
                    <a16:creationId xmlns:a16="http://schemas.microsoft.com/office/drawing/2014/main" id="{7C7C3DD1-F890-51B6-20C6-3F209E5F66AA}"/>
                  </a:ext>
                </a:extLst>
              </p:cNvPr>
              <p:cNvSpPr/>
              <p:nvPr/>
            </p:nvSpPr>
            <p:spPr>
              <a:xfrm>
                <a:off x="2644139" y="2677667"/>
                <a:ext cx="106045" cy="245745"/>
              </a:xfrm>
              <a:custGeom>
                <a:avLst/>
                <a:gdLst/>
                <a:ahLst/>
                <a:cxnLst/>
                <a:rect l="l" t="t" r="r" b="b"/>
                <a:pathLst>
                  <a:path w="106044" h="245744">
                    <a:moveTo>
                      <a:pt x="105664" y="0"/>
                    </a:moveTo>
                    <a:lnTo>
                      <a:pt x="0" y="245237"/>
                    </a:lnTo>
                  </a:path>
                </a:pathLst>
              </a:custGeom>
              <a:ln w="27432">
                <a:solidFill>
                  <a:srgbClr val="EE5B00"/>
                </a:solidFill>
              </a:ln>
            </p:spPr>
            <p:txBody>
              <a:bodyPr wrap="square" lIns="0" tIns="0" rIns="0" bIns="0" rtlCol="0"/>
              <a:lstStyle/>
              <a:p>
                <a:endParaRPr/>
              </a:p>
            </p:txBody>
          </p:sp>
          <p:sp>
            <p:nvSpPr>
              <p:cNvPr id="36" name="object 28">
                <a:extLst>
                  <a:ext uri="{FF2B5EF4-FFF2-40B4-BE49-F238E27FC236}">
                    <a16:creationId xmlns:a16="http://schemas.microsoft.com/office/drawing/2014/main" id="{C2B78AFC-85B4-B47F-9ACA-F9D65EF4333D}"/>
                  </a:ext>
                </a:extLst>
              </p:cNvPr>
              <p:cNvSpPr/>
              <p:nvPr/>
            </p:nvSpPr>
            <p:spPr>
              <a:xfrm>
                <a:off x="2436876" y="2625851"/>
                <a:ext cx="295275" cy="17145"/>
              </a:xfrm>
              <a:custGeom>
                <a:avLst/>
                <a:gdLst/>
                <a:ahLst/>
                <a:cxnLst/>
                <a:rect l="l" t="t" r="r" b="b"/>
                <a:pathLst>
                  <a:path w="295275" h="17144">
                    <a:moveTo>
                      <a:pt x="-13715" y="8318"/>
                    </a:moveTo>
                    <a:lnTo>
                      <a:pt x="308610" y="8318"/>
                    </a:lnTo>
                  </a:path>
                </a:pathLst>
              </a:custGeom>
              <a:ln w="44069">
                <a:solidFill>
                  <a:srgbClr val="EE5B00"/>
                </a:solidFill>
              </a:ln>
            </p:spPr>
            <p:txBody>
              <a:bodyPr wrap="square" lIns="0" tIns="0" rIns="0" bIns="0" rtlCol="0"/>
              <a:lstStyle/>
              <a:p>
                <a:endParaRPr/>
              </a:p>
            </p:txBody>
          </p:sp>
          <p:sp>
            <p:nvSpPr>
              <p:cNvPr id="37" name="object 29">
                <a:extLst>
                  <a:ext uri="{FF2B5EF4-FFF2-40B4-BE49-F238E27FC236}">
                    <a16:creationId xmlns:a16="http://schemas.microsoft.com/office/drawing/2014/main" id="{1D2E5EC3-7819-BEFF-3383-D98C095D6726}"/>
                  </a:ext>
                </a:extLst>
              </p:cNvPr>
              <p:cNvSpPr/>
              <p:nvPr/>
            </p:nvSpPr>
            <p:spPr>
              <a:xfrm>
                <a:off x="2406396" y="2055875"/>
                <a:ext cx="638175" cy="584835"/>
              </a:xfrm>
              <a:custGeom>
                <a:avLst/>
                <a:gdLst/>
                <a:ahLst/>
                <a:cxnLst/>
                <a:rect l="l" t="t" r="r" b="b"/>
                <a:pathLst>
                  <a:path w="638175" h="584835">
                    <a:moveTo>
                      <a:pt x="270002" y="0"/>
                    </a:moveTo>
                    <a:lnTo>
                      <a:pt x="0" y="273939"/>
                    </a:lnTo>
                  </a:path>
                  <a:path w="638175" h="584835">
                    <a:moveTo>
                      <a:pt x="517017" y="134112"/>
                    </a:moveTo>
                    <a:lnTo>
                      <a:pt x="320040" y="217424"/>
                    </a:lnTo>
                  </a:path>
                  <a:path w="638175" h="584835">
                    <a:moveTo>
                      <a:pt x="638048" y="584708"/>
                    </a:moveTo>
                    <a:lnTo>
                      <a:pt x="320040" y="216408"/>
                    </a:lnTo>
                  </a:path>
                  <a:path w="638175" h="584835">
                    <a:moveTo>
                      <a:pt x="637667" y="584327"/>
                    </a:moveTo>
                    <a:lnTo>
                      <a:pt x="365760" y="36575"/>
                    </a:lnTo>
                  </a:path>
                </a:pathLst>
              </a:custGeom>
              <a:ln w="27432">
                <a:solidFill>
                  <a:srgbClr val="EE5B00"/>
                </a:solidFill>
              </a:ln>
            </p:spPr>
            <p:txBody>
              <a:bodyPr wrap="square" lIns="0" tIns="0" rIns="0" bIns="0" rtlCol="0"/>
              <a:lstStyle/>
              <a:p>
                <a:endParaRPr/>
              </a:p>
            </p:txBody>
          </p:sp>
          <p:sp>
            <p:nvSpPr>
              <p:cNvPr id="38" name="object 30">
                <a:extLst>
                  <a:ext uri="{FF2B5EF4-FFF2-40B4-BE49-F238E27FC236}">
                    <a16:creationId xmlns:a16="http://schemas.microsoft.com/office/drawing/2014/main" id="{21ECA1D8-CB06-C77B-8BBE-8FF3B1C83EC3}"/>
                  </a:ext>
                </a:extLst>
              </p:cNvPr>
              <p:cNvSpPr/>
              <p:nvPr/>
            </p:nvSpPr>
            <p:spPr>
              <a:xfrm>
                <a:off x="4078223" y="3538727"/>
                <a:ext cx="484631" cy="484631"/>
              </a:xfrm>
              <a:prstGeom prst="rect">
                <a:avLst/>
              </a:prstGeom>
              <a:blipFill>
                <a:blip r:embed="rId14" cstate="print"/>
                <a:stretch>
                  <a:fillRect/>
                </a:stretch>
              </a:blipFill>
            </p:spPr>
            <p:txBody>
              <a:bodyPr wrap="square" lIns="0" tIns="0" rIns="0" bIns="0" rtlCol="0"/>
              <a:lstStyle/>
              <a:p>
                <a:endParaRPr/>
              </a:p>
            </p:txBody>
          </p:sp>
          <p:sp>
            <p:nvSpPr>
              <p:cNvPr id="39" name="object 31">
                <a:extLst>
                  <a:ext uri="{FF2B5EF4-FFF2-40B4-BE49-F238E27FC236}">
                    <a16:creationId xmlns:a16="http://schemas.microsoft.com/office/drawing/2014/main" id="{197AF4D7-39C6-D5CF-0F43-75587EE7E74A}"/>
                  </a:ext>
                </a:extLst>
              </p:cNvPr>
              <p:cNvSpPr/>
              <p:nvPr/>
            </p:nvSpPr>
            <p:spPr>
              <a:xfrm>
                <a:off x="850391" y="1164335"/>
                <a:ext cx="548640" cy="536448"/>
              </a:xfrm>
              <a:prstGeom prst="rect">
                <a:avLst/>
              </a:prstGeom>
              <a:blipFill>
                <a:blip r:embed="rId15" cstate="print"/>
                <a:stretch>
                  <a:fillRect/>
                </a:stretch>
              </a:blipFill>
            </p:spPr>
            <p:txBody>
              <a:bodyPr wrap="square" lIns="0" tIns="0" rIns="0" bIns="0" rtlCol="0"/>
              <a:lstStyle/>
              <a:p>
                <a:endParaRPr/>
              </a:p>
            </p:txBody>
          </p:sp>
          <p:sp>
            <p:nvSpPr>
              <p:cNvPr id="40" name="object 32">
                <a:extLst>
                  <a:ext uri="{FF2B5EF4-FFF2-40B4-BE49-F238E27FC236}">
                    <a16:creationId xmlns:a16="http://schemas.microsoft.com/office/drawing/2014/main" id="{2A90A501-8A34-D1D2-E7C7-9576D51D4CB4}"/>
                  </a:ext>
                </a:extLst>
              </p:cNvPr>
              <p:cNvSpPr/>
              <p:nvPr/>
            </p:nvSpPr>
            <p:spPr>
              <a:xfrm>
                <a:off x="2468963" y="1030307"/>
                <a:ext cx="489078" cy="489078"/>
              </a:xfrm>
              <a:prstGeom prst="rect">
                <a:avLst/>
              </a:prstGeom>
              <a:blipFill>
                <a:blip r:embed="rId16" cstate="print"/>
                <a:stretch>
                  <a:fillRect/>
                </a:stretch>
              </a:blipFill>
            </p:spPr>
            <p:txBody>
              <a:bodyPr wrap="square" lIns="0" tIns="0" rIns="0" bIns="0" rtlCol="0"/>
              <a:lstStyle/>
              <a:p>
                <a:endParaRPr/>
              </a:p>
            </p:txBody>
          </p:sp>
          <p:sp>
            <p:nvSpPr>
              <p:cNvPr id="41" name="object 33">
                <a:extLst>
                  <a:ext uri="{FF2B5EF4-FFF2-40B4-BE49-F238E27FC236}">
                    <a16:creationId xmlns:a16="http://schemas.microsoft.com/office/drawing/2014/main" id="{20FA6483-67E7-BCA2-2D30-1E07693BD46B}"/>
                  </a:ext>
                </a:extLst>
              </p:cNvPr>
              <p:cNvSpPr/>
              <p:nvPr/>
            </p:nvSpPr>
            <p:spPr>
              <a:xfrm>
                <a:off x="332231" y="3249167"/>
                <a:ext cx="542544" cy="454152"/>
              </a:xfrm>
              <a:prstGeom prst="rect">
                <a:avLst/>
              </a:prstGeom>
              <a:blipFill>
                <a:blip r:embed="rId17" cstate="print"/>
                <a:stretch>
                  <a:fillRect/>
                </a:stretch>
              </a:blipFill>
            </p:spPr>
            <p:txBody>
              <a:bodyPr wrap="square" lIns="0" tIns="0" rIns="0" bIns="0" rtlCol="0"/>
              <a:lstStyle/>
              <a:p>
                <a:endParaRPr/>
              </a:p>
            </p:txBody>
          </p:sp>
          <p:sp>
            <p:nvSpPr>
              <p:cNvPr id="42" name="object 34">
                <a:extLst>
                  <a:ext uri="{FF2B5EF4-FFF2-40B4-BE49-F238E27FC236}">
                    <a16:creationId xmlns:a16="http://schemas.microsoft.com/office/drawing/2014/main" id="{8AE36C01-9FAB-4B9F-A4FE-46E08791CD00}"/>
                  </a:ext>
                </a:extLst>
              </p:cNvPr>
              <p:cNvSpPr/>
              <p:nvPr/>
            </p:nvSpPr>
            <p:spPr>
              <a:xfrm>
                <a:off x="3454956" y="2016378"/>
                <a:ext cx="411191" cy="519506"/>
              </a:xfrm>
              <a:prstGeom prst="rect">
                <a:avLst/>
              </a:prstGeom>
              <a:blipFill>
                <a:blip r:embed="rId18" cstate="print"/>
                <a:stretch>
                  <a:fillRect/>
                </a:stretch>
              </a:blipFill>
            </p:spPr>
            <p:txBody>
              <a:bodyPr wrap="square" lIns="0" tIns="0" rIns="0" bIns="0" rtlCol="0"/>
              <a:lstStyle/>
              <a:p>
                <a:endParaRPr/>
              </a:p>
            </p:txBody>
          </p:sp>
        </p:grpSp>
        <p:sp>
          <p:nvSpPr>
            <p:cNvPr id="6" name="object 36">
              <a:extLst>
                <a:ext uri="{FF2B5EF4-FFF2-40B4-BE49-F238E27FC236}">
                  <a16:creationId xmlns:a16="http://schemas.microsoft.com/office/drawing/2014/main" id="{849F2998-1E54-BAF9-8B86-2A4280FEED2E}"/>
                </a:ext>
              </a:extLst>
            </p:cNvPr>
            <p:cNvSpPr txBox="1"/>
            <p:nvPr/>
          </p:nvSpPr>
          <p:spPr>
            <a:xfrm>
              <a:off x="1792604" y="4126788"/>
              <a:ext cx="468630" cy="167354"/>
            </a:xfrm>
            <a:prstGeom prst="rect">
              <a:avLst/>
            </a:prstGeom>
          </p:spPr>
          <p:txBody>
            <a:bodyPr vert="horz" wrap="square" lIns="0" tIns="13335" rIns="0" bIns="0" rtlCol="0">
              <a:spAutoFit/>
            </a:bodyPr>
            <a:lstStyle/>
            <a:p>
              <a:pPr marL="12700">
                <a:lnSpc>
                  <a:spcPct val="100000"/>
                </a:lnSpc>
                <a:spcBef>
                  <a:spcPts val="105"/>
                </a:spcBef>
              </a:pPr>
              <a:r>
                <a:rPr sz="1000" dirty="0">
                  <a:cs typeface="Georgia"/>
                </a:rPr>
                <a:t>C</a:t>
              </a:r>
              <a:r>
                <a:rPr sz="1000" spc="20" dirty="0">
                  <a:cs typeface="Georgia"/>
                </a:rPr>
                <a:t>u</a:t>
              </a:r>
              <a:r>
                <a:rPr sz="1000" spc="-5" dirty="0">
                  <a:cs typeface="Georgia"/>
                </a:rPr>
                <a:t>rr</a:t>
              </a:r>
              <a:r>
                <a:rPr sz="1000" spc="-10" dirty="0">
                  <a:cs typeface="Georgia"/>
                </a:rPr>
                <a:t>e</a:t>
              </a:r>
              <a:r>
                <a:rPr sz="1000" dirty="0">
                  <a:cs typeface="Georgia"/>
                </a:rPr>
                <a:t>nt</a:t>
              </a:r>
              <a:endParaRPr sz="1000">
                <a:cs typeface="Georgia"/>
              </a:endParaRPr>
            </a:p>
          </p:txBody>
        </p:sp>
        <p:sp>
          <p:nvSpPr>
            <p:cNvPr id="7" name="object 37">
              <a:extLst>
                <a:ext uri="{FF2B5EF4-FFF2-40B4-BE49-F238E27FC236}">
                  <a16:creationId xmlns:a16="http://schemas.microsoft.com/office/drawing/2014/main" id="{0A5422BB-444B-200F-B8BD-29198FA19B67}"/>
                </a:ext>
              </a:extLst>
            </p:cNvPr>
            <p:cNvSpPr txBox="1"/>
            <p:nvPr/>
          </p:nvSpPr>
          <p:spPr>
            <a:xfrm>
              <a:off x="2924936" y="4126788"/>
              <a:ext cx="323850" cy="167354"/>
            </a:xfrm>
            <a:prstGeom prst="rect">
              <a:avLst/>
            </a:prstGeom>
          </p:spPr>
          <p:txBody>
            <a:bodyPr vert="horz" wrap="square" lIns="0" tIns="13335" rIns="0" bIns="0" rtlCol="0">
              <a:spAutoFit/>
            </a:bodyPr>
            <a:lstStyle/>
            <a:p>
              <a:pPr marL="12700">
                <a:lnSpc>
                  <a:spcPct val="100000"/>
                </a:lnSpc>
                <a:spcBef>
                  <a:spcPts val="105"/>
                </a:spcBef>
              </a:pPr>
              <a:r>
                <a:rPr sz="1000" spc="-15" dirty="0">
                  <a:cs typeface="Georgia"/>
                </a:rPr>
                <a:t>2</a:t>
              </a:r>
              <a:r>
                <a:rPr sz="1000" dirty="0">
                  <a:cs typeface="Georgia"/>
                </a:rPr>
                <a:t>0</a:t>
              </a:r>
              <a:r>
                <a:rPr sz="1000" spc="-5" dirty="0">
                  <a:cs typeface="Georgia"/>
                </a:rPr>
                <a:t>3</a:t>
              </a:r>
              <a:r>
                <a:rPr sz="1000" dirty="0">
                  <a:cs typeface="Georgia"/>
                </a:rPr>
                <a:t>0</a:t>
              </a:r>
              <a:endParaRPr sz="1000">
                <a:cs typeface="Georgia"/>
              </a:endParaRPr>
            </a:p>
          </p:txBody>
        </p:sp>
        <p:sp>
          <p:nvSpPr>
            <p:cNvPr id="8" name="object 38">
              <a:extLst>
                <a:ext uri="{FF2B5EF4-FFF2-40B4-BE49-F238E27FC236}">
                  <a16:creationId xmlns:a16="http://schemas.microsoft.com/office/drawing/2014/main" id="{328F0941-163C-2117-316C-3B7DB1986AF2}"/>
                </a:ext>
              </a:extLst>
            </p:cNvPr>
            <p:cNvSpPr txBox="1"/>
            <p:nvPr/>
          </p:nvSpPr>
          <p:spPr>
            <a:xfrm>
              <a:off x="3712209" y="4126788"/>
              <a:ext cx="782320" cy="167354"/>
            </a:xfrm>
            <a:prstGeom prst="rect">
              <a:avLst/>
            </a:prstGeom>
          </p:spPr>
          <p:txBody>
            <a:bodyPr vert="horz" wrap="square" lIns="0" tIns="13335" rIns="0" bIns="0" rtlCol="0">
              <a:spAutoFit/>
            </a:bodyPr>
            <a:lstStyle/>
            <a:p>
              <a:pPr marL="12700">
                <a:lnSpc>
                  <a:spcPct val="100000"/>
                </a:lnSpc>
                <a:spcBef>
                  <a:spcPts val="105"/>
                </a:spcBef>
                <a:tabLst>
                  <a:tab pos="486409" algn="l"/>
                </a:tabLst>
              </a:pPr>
              <a:r>
                <a:rPr sz="1000" spc="-15" dirty="0">
                  <a:cs typeface="Georgia"/>
                </a:rPr>
                <a:t>2</a:t>
              </a:r>
              <a:r>
                <a:rPr sz="1000" dirty="0">
                  <a:cs typeface="Georgia"/>
                </a:rPr>
                <a:t>0</a:t>
              </a:r>
              <a:r>
                <a:rPr sz="1000" spc="-5" dirty="0">
                  <a:cs typeface="Georgia"/>
                </a:rPr>
                <a:t>5</a:t>
              </a:r>
              <a:r>
                <a:rPr sz="1000" dirty="0">
                  <a:cs typeface="Georgia"/>
                </a:rPr>
                <a:t>0	</a:t>
              </a:r>
              <a:r>
                <a:rPr sz="1000" spc="-15" dirty="0">
                  <a:cs typeface="Georgia"/>
                </a:rPr>
                <a:t>2</a:t>
              </a:r>
              <a:r>
                <a:rPr sz="1000" dirty="0">
                  <a:cs typeface="Georgia"/>
                </a:rPr>
                <a:t>100</a:t>
              </a:r>
              <a:endParaRPr sz="1000">
                <a:cs typeface="Georgia"/>
              </a:endParaRPr>
            </a:p>
          </p:txBody>
        </p:sp>
        <p:sp>
          <p:nvSpPr>
            <p:cNvPr id="10" name="object 39">
              <a:extLst>
                <a:ext uri="{FF2B5EF4-FFF2-40B4-BE49-F238E27FC236}">
                  <a16:creationId xmlns:a16="http://schemas.microsoft.com/office/drawing/2014/main" id="{C3C30A77-EFF9-444E-A7BC-3E5D29E41916}"/>
                </a:ext>
              </a:extLst>
            </p:cNvPr>
            <p:cNvSpPr/>
            <p:nvPr/>
          </p:nvSpPr>
          <p:spPr>
            <a:xfrm>
              <a:off x="274410" y="2182367"/>
              <a:ext cx="452492" cy="429768"/>
            </a:xfrm>
            <a:prstGeom prst="rect">
              <a:avLst/>
            </a:prstGeom>
            <a:blipFill>
              <a:blip r:embed="rId19" cstate="print"/>
              <a:stretch>
                <a:fillRect/>
              </a:stretch>
            </a:blipFill>
          </p:spPr>
          <p:txBody>
            <a:bodyPr wrap="square" lIns="0" tIns="0" rIns="0" bIns="0" rtlCol="0"/>
            <a:lstStyle/>
            <a:p>
              <a:endParaRPr/>
            </a:p>
          </p:txBody>
        </p:sp>
      </p:grpSp>
    </p:spTree>
    <p:extLst>
      <p:ext uri="{BB962C8B-B14F-4D97-AF65-F5344CB8AC3E}">
        <p14:creationId xmlns:p14="http://schemas.microsoft.com/office/powerpoint/2010/main" val="4088912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1C682E8-3FFB-4049-BF92-EFE86F5528D4}"/>
              </a:ext>
            </a:extLst>
          </p:cNvPr>
          <p:cNvSpPr>
            <a:spLocks noGrp="1"/>
          </p:cNvSpPr>
          <p:nvPr>
            <p:ph type="title"/>
          </p:nvPr>
        </p:nvSpPr>
        <p:spPr/>
        <p:txBody>
          <a:bodyPr>
            <a:normAutofit/>
          </a:bodyPr>
          <a:lstStyle/>
          <a:p>
            <a:r>
              <a:rPr lang="en-US" sz="2600" dirty="0"/>
              <a:t>Una </a:t>
            </a:r>
            <a:r>
              <a:rPr lang="en-US" sz="2600" dirty="0" err="1"/>
              <a:t>historia</a:t>
            </a:r>
            <a:r>
              <a:rPr lang="en-US" sz="2600" dirty="0"/>
              <a:t> breve e </a:t>
            </a:r>
            <a:r>
              <a:rPr lang="en-US" sz="2600" dirty="0" err="1"/>
              <a:t>incompleta</a:t>
            </a:r>
            <a:r>
              <a:rPr lang="en-US" sz="2600" dirty="0"/>
              <a:t> de </a:t>
            </a:r>
            <a:r>
              <a:rPr lang="en-US" sz="2600" dirty="0" err="1"/>
              <a:t>pLCI</a:t>
            </a:r>
            <a:r>
              <a:rPr lang="en-US" sz="2600" dirty="0"/>
              <a:t> databases</a:t>
            </a:r>
            <a:endParaRPr lang="en-CH" sz="2600" b="0" dirty="0"/>
          </a:p>
        </p:txBody>
      </p:sp>
      <p:sp>
        <p:nvSpPr>
          <p:cNvPr id="11" name="Slide Number Placeholder 10">
            <a:extLst>
              <a:ext uri="{FF2B5EF4-FFF2-40B4-BE49-F238E27FC236}">
                <a16:creationId xmlns:a16="http://schemas.microsoft.com/office/drawing/2014/main" id="{DF8CB812-5FCD-A408-4FC2-D884A0D68ED3}"/>
              </a:ext>
            </a:extLst>
          </p:cNvPr>
          <p:cNvSpPr>
            <a:spLocks noGrp="1"/>
          </p:cNvSpPr>
          <p:nvPr>
            <p:ph type="sldNum" sz="quarter" idx="19"/>
          </p:nvPr>
        </p:nvSpPr>
        <p:spPr/>
        <p:txBody>
          <a:bodyPr/>
          <a:lstStyle/>
          <a:p>
            <a:fld id="{5EE7099E-8998-4851-915A-4F4831808297}" type="slidenum">
              <a:rPr lang="nl-NL" smtClean="0"/>
              <a:pPr/>
              <a:t>8</a:t>
            </a:fld>
            <a:endParaRPr lang="nl-NL"/>
          </a:p>
        </p:txBody>
      </p:sp>
      <p:sp>
        <p:nvSpPr>
          <p:cNvPr id="6" name="Text Placeholder 5">
            <a:extLst>
              <a:ext uri="{FF2B5EF4-FFF2-40B4-BE49-F238E27FC236}">
                <a16:creationId xmlns:a16="http://schemas.microsoft.com/office/drawing/2014/main" id="{0B9561CB-EB05-4858-92D9-19D4759BD23C}"/>
              </a:ext>
            </a:extLst>
          </p:cNvPr>
          <p:cNvSpPr>
            <a:spLocks noGrp="1"/>
          </p:cNvSpPr>
          <p:nvPr>
            <p:ph sz="quarter" idx="20"/>
          </p:nvPr>
        </p:nvSpPr>
        <p:spPr>
          <a:xfrm>
            <a:off x="359731" y="1269999"/>
            <a:ext cx="7291371" cy="5134573"/>
          </a:xfrm>
        </p:spPr>
        <p:txBody>
          <a:bodyPr>
            <a:normAutofit fontScale="85000" lnSpcReduction="10000"/>
          </a:bodyPr>
          <a:lstStyle/>
          <a:p>
            <a:r>
              <a:rPr lang="en-US" dirty="0"/>
              <a:t>Proyecto NEEDS (2004-2009)</a:t>
            </a:r>
          </a:p>
          <a:p>
            <a:pPr lvl="1"/>
            <a:r>
              <a:rPr lang="es-ES" dirty="0"/>
              <a:t>Primer enfoque sistemático para generar escenarios futuros en la base de datos </a:t>
            </a:r>
            <a:r>
              <a:rPr lang="es-ES" b="1" dirty="0" err="1"/>
              <a:t>ecoinvent</a:t>
            </a:r>
            <a:r>
              <a:rPr lang="es-ES" dirty="0"/>
              <a:t>, abarcando el suministro eléctrico y otros sectores.</a:t>
            </a:r>
          </a:p>
          <a:p>
            <a:pPr marL="0" lvl="1" indent="0">
              <a:buNone/>
            </a:pPr>
            <a:r>
              <a:rPr lang="en-US" dirty="0"/>
              <a:t>THEMIS (Gibon 2015; </a:t>
            </a:r>
            <a:r>
              <a:rPr lang="en-US" dirty="0" err="1"/>
              <a:t>Hertwich</a:t>
            </a:r>
            <a:r>
              <a:rPr lang="en-US" dirty="0"/>
              <a:t> 2015)</a:t>
            </a:r>
          </a:p>
          <a:p>
            <a:pPr lvl="1"/>
            <a:r>
              <a:rPr lang="es-ES" dirty="0"/>
              <a:t>Modelo híbrido (</a:t>
            </a:r>
            <a:r>
              <a:rPr lang="es-ES" b="1" dirty="0"/>
              <a:t>MRIO-LCA</a:t>
            </a:r>
            <a:r>
              <a:rPr lang="es-ES" dirty="0"/>
              <a:t>) que integra datos de energía de la </a:t>
            </a:r>
            <a:r>
              <a:rPr lang="es-ES" b="1" dirty="0"/>
              <a:t>IEA</a:t>
            </a:r>
            <a:r>
              <a:rPr lang="es-ES" dirty="0"/>
              <a:t> y escenarios de </a:t>
            </a:r>
            <a:r>
              <a:rPr lang="es-ES" b="1" dirty="0"/>
              <a:t>NEEDS</a:t>
            </a:r>
            <a:r>
              <a:rPr lang="es-ES" dirty="0"/>
              <a:t>.</a:t>
            </a:r>
          </a:p>
          <a:p>
            <a:pPr marL="0" lvl="1" indent="0">
              <a:buNone/>
            </a:pPr>
            <a:r>
              <a:rPr lang="en-US" dirty="0"/>
              <a:t>“When background matters” (Mendoza and Cox 2018)</a:t>
            </a:r>
          </a:p>
          <a:p>
            <a:pPr lvl="1"/>
            <a:r>
              <a:rPr lang="es-ES" dirty="0"/>
              <a:t>Combinación de datos del </a:t>
            </a:r>
            <a:r>
              <a:rPr lang="es-ES" b="1" dirty="0"/>
              <a:t>modelo IAM IMAGE</a:t>
            </a:r>
            <a:r>
              <a:rPr lang="es-ES" dirty="0"/>
              <a:t> y </a:t>
            </a:r>
            <a:r>
              <a:rPr lang="es-ES" b="1" dirty="0" err="1"/>
              <a:t>ecoinvent</a:t>
            </a:r>
            <a:r>
              <a:rPr lang="es-ES" dirty="0"/>
              <a:t>, con un enfoque en el suministro eléctrico.</a:t>
            </a:r>
          </a:p>
          <a:p>
            <a:pPr lvl="1"/>
            <a:r>
              <a:rPr lang="es-ES" dirty="0"/>
              <a:t>Modelos </a:t>
            </a:r>
            <a:r>
              <a:rPr lang="es-ES" dirty="0" err="1"/>
              <a:t>IAMs</a:t>
            </a:r>
            <a:r>
              <a:rPr lang="es-ES" dirty="0"/>
              <a:t> y los escenarios </a:t>
            </a:r>
            <a:r>
              <a:rPr lang="es-ES" dirty="0" err="1"/>
              <a:t>SSPs</a:t>
            </a:r>
            <a:r>
              <a:rPr lang="es-ES" dirty="0"/>
              <a:t>/</a:t>
            </a:r>
            <a:r>
              <a:rPr lang="es-ES" dirty="0" err="1"/>
              <a:t>RCPs</a:t>
            </a:r>
            <a:endParaRPr lang="es-ES" dirty="0"/>
          </a:p>
          <a:p>
            <a:pPr marL="0" lvl="1" indent="0">
              <a:buNone/>
            </a:pPr>
            <a:r>
              <a:rPr lang="en-US" i="1" dirty="0"/>
              <a:t>wurst</a:t>
            </a:r>
            <a:r>
              <a:rPr lang="en-US" dirty="0"/>
              <a:t>: </a:t>
            </a:r>
            <a:r>
              <a:rPr lang="es-ES" dirty="0"/>
              <a:t>Paquete de Python para la </a:t>
            </a:r>
            <a:r>
              <a:rPr lang="es-ES" b="1" dirty="0"/>
              <a:t>modificación sistemática de bases de datos LCI</a:t>
            </a:r>
            <a:r>
              <a:rPr lang="es-ES" dirty="0"/>
              <a:t>, facilitando ajustes estructurados en los inventarios. </a:t>
            </a:r>
            <a:r>
              <a:rPr lang="en-US" dirty="0"/>
              <a:t>(Mutel, 2017)</a:t>
            </a:r>
          </a:p>
          <a:p>
            <a:r>
              <a:rPr lang="en-US" i="1" dirty="0"/>
              <a:t>premise</a:t>
            </a:r>
            <a:r>
              <a:rPr lang="en-US" dirty="0"/>
              <a:t> (Sacchi 2022)</a:t>
            </a:r>
          </a:p>
          <a:p>
            <a:pPr lvl="1"/>
            <a:r>
              <a:rPr lang="es-ES" dirty="0"/>
              <a:t>Paquete de Python para la </a:t>
            </a:r>
            <a:r>
              <a:rPr lang="es-ES" b="1" dirty="0"/>
              <a:t>generación de bases de datos </a:t>
            </a:r>
            <a:r>
              <a:rPr lang="es-ES" b="1" dirty="0" err="1"/>
              <a:t>pLCI</a:t>
            </a:r>
            <a:endParaRPr lang="es-ES" b="1" dirty="0"/>
          </a:p>
          <a:p>
            <a:pPr lvl="1"/>
            <a:r>
              <a:rPr lang="es-ES" dirty="0"/>
              <a:t>Basado en datos de </a:t>
            </a:r>
            <a:r>
              <a:rPr lang="es-ES" dirty="0" err="1"/>
              <a:t>IAMs</a:t>
            </a:r>
            <a:r>
              <a:rPr lang="es-ES" dirty="0"/>
              <a:t> (IMAGE, REMIND)</a:t>
            </a:r>
          </a:p>
          <a:p>
            <a:pPr lvl="1"/>
            <a:r>
              <a:rPr lang="es-ES" dirty="0"/>
              <a:t>Cubre sectores clave como electricidad, acero, cemento, transporte y combustibles</a:t>
            </a:r>
            <a:endParaRPr lang="en-CH" dirty="0"/>
          </a:p>
        </p:txBody>
      </p:sp>
      <p:pic>
        <p:nvPicPr>
          <p:cNvPr id="7" name="Picture 6" descr="Chart, line chart&#10;&#10;Description automatically generated">
            <a:extLst>
              <a:ext uri="{FF2B5EF4-FFF2-40B4-BE49-F238E27FC236}">
                <a16:creationId xmlns:a16="http://schemas.microsoft.com/office/drawing/2014/main" id="{A702DE95-8DA7-4A49-8717-D47295C8AD3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23292" y="3504849"/>
            <a:ext cx="4262176" cy="2628342"/>
          </a:xfrm>
          <a:prstGeom prst="rect">
            <a:avLst/>
          </a:prstGeom>
        </p:spPr>
      </p:pic>
      <p:pic>
        <p:nvPicPr>
          <p:cNvPr id="10" name="Graphic 9">
            <a:extLst>
              <a:ext uri="{FF2B5EF4-FFF2-40B4-BE49-F238E27FC236}">
                <a16:creationId xmlns:a16="http://schemas.microsoft.com/office/drawing/2014/main" id="{DCD2A1CC-946B-4F11-A7DB-8E43C0F651E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039204" y="690893"/>
            <a:ext cx="3689958" cy="2791122"/>
          </a:xfrm>
          <a:prstGeom prst="rect">
            <a:avLst/>
          </a:prstGeom>
        </p:spPr>
      </p:pic>
    </p:spTree>
    <p:extLst>
      <p:ext uri="{BB962C8B-B14F-4D97-AF65-F5344CB8AC3E}">
        <p14:creationId xmlns:p14="http://schemas.microsoft.com/office/powerpoint/2010/main" val="537334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fade">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fade">
                                      <p:cBhvr>
                                        <p:cTn id="27" dur="500"/>
                                        <p:tgtEl>
                                          <p:spTgt spid="6">
                                            <p:txEl>
                                              <p:pRg st="4" end="4"/>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
                                            <p:txEl>
                                              <p:pRg st="5" end="5"/>
                                            </p:txEl>
                                          </p:spTgt>
                                        </p:tgtEl>
                                        <p:attrNameLst>
                                          <p:attrName>style.visibility</p:attrName>
                                        </p:attrNameLst>
                                      </p:cBhvr>
                                      <p:to>
                                        <p:strVal val="visible"/>
                                      </p:to>
                                    </p:set>
                                    <p:animEffect transition="in" filter="fade">
                                      <p:cBhvr>
                                        <p:cTn id="30" dur="500"/>
                                        <p:tgtEl>
                                          <p:spTgt spid="6">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6">
                                            <p:txEl>
                                              <p:pRg st="6" end="6"/>
                                            </p:txEl>
                                          </p:spTgt>
                                        </p:tgtEl>
                                        <p:attrNameLst>
                                          <p:attrName>style.visibility</p:attrName>
                                        </p:attrNameLst>
                                      </p:cBhvr>
                                      <p:to>
                                        <p:strVal val="visible"/>
                                      </p:to>
                                    </p:set>
                                    <p:animEffect transition="in" filter="fade">
                                      <p:cBhvr>
                                        <p:cTn id="35" dur="500"/>
                                        <p:tgtEl>
                                          <p:spTgt spid="6">
                                            <p:txEl>
                                              <p:pRg st="6" end="6"/>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par>
                                <p:cTn id="39" presetID="10" presetClass="entr" presetSubtype="0" fill="hold" nodeType="with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fade">
                                      <p:cBhvr>
                                        <p:cTn id="41" dur="500"/>
                                        <p:tgtEl>
                                          <p:spTgt spid="7"/>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6">
                                            <p:txEl>
                                              <p:pRg st="7" end="7"/>
                                            </p:txEl>
                                          </p:spTgt>
                                        </p:tgtEl>
                                        <p:attrNameLst>
                                          <p:attrName>style.visibility</p:attrName>
                                        </p:attrNameLst>
                                      </p:cBhvr>
                                      <p:to>
                                        <p:strVal val="visible"/>
                                      </p:to>
                                    </p:set>
                                    <p:animEffect transition="in" filter="fade">
                                      <p:cBhvr>
                                        <p:cTn id="46" dur="500"/>
                                        <p:tgtEl>
                                          <p:spTgt spid="6">
                                            <p:txEl>
                                              <p:pRg st="7" end="7"/>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6">
                                            <p:txEl>
                                              <p:pRg st="8" end="8"/>
                                            </p:txEl>
                                          </p:spTgt>
                                        </p:tgtEl>
                                        <p:attrNameLst>
                                          <p:attrName>style.visibility</p:attrName>
                                        </p:attrNameLst>
                                      </p:cBhvr>
                                      <p:to>
                                        <p:strVal val="visible"/>
                                      </p:to>
                                    </p:set>
                                    <p:animEffect transition="in" filter="fade">
                                      <p:cBhvr>
                                        <p:cTn id="51" dur="500"/>
                                        <p:tgtEl>
                                          <p:spTgt spid="6">
                                            <p:txEl>
                                              <p:pRg st="8" end="8"/>
                                            </p:txEl>
                                          </p:spTgt>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6">
                                            <p:txEl>
                                              <p:pRg st="9" end="9"/>
                                            </p:txEl>
                                          </p:spTgt>
                                        </p:tgtEl>
                                        <p:attrNameLst>
                                          <p:attrName>style.visibility</p:attrName>
                                        </p:attrNameLst>
                                      </p:cBhvr>
                                      <p:to>
                                        <p:strVal val="visible"/>
                                      </p:to>
                                    </p:set>
                                    <p:animEffect transition="in" filter="fade">
                                      <p:cBhvr>
                                        <p:cTn id="54" dur="500"/>
                                        <p:tgtEl>
                                          <p:spTgt spid="6">
                                            <p:txEl>
                                              <p:pRg st="9" end="9"/>
                                            </p:txEl>
                                          </p:spTgt>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6">
                                            <p:txEl>
                                              <p:pRg st="10" end="10"/>
                                            </p:txEl>
                                          </p:spTgt>
                                        </p:tgtEl>
                                        <p:attrNameLst>
                                          <p:attrName>style.visibility</p:attrName>
                                        </p:attrNameLst>
                                      </p:cBhvr>
                                      <p:to>
                                        <p:strVal val="visible"/>
                                      </p:to>
                                    </p:set>
                                    <p:animEffect transition="in" filter="fade">
                                      <p:cBhvr>
                                        <p:cTn id="57" dur="500"/>
                                        <p:tgtEl>
                                          <p:spTgt spid="6">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132D039-DAB7-C7DF-D2F0-8B15D1D6D928}"/>
              </a:ext>
            </a:extLst>
          </p:cNvPr>
          <p:cNvSpPr>
            <a:spLocks noGrp="1"/>
          </p:cNvSpPr>
          <p:nvPr>
            <p:ph type="sldNum" sz="quarter" idx="12"/>
          </p:nvPr>
        </p:nvSpPr>
        <p:spPr/>
        <p:txBody>
          <a:bodyPr/>
          <a:lstStyle/>
          <a:p>
            <a:fld id="{AC5AAF23-B1E3-4AE5-95B0-7F034DD1AB5C}" type="slidenum">
              <a:rPr lang="en-US" smtClean="0"/>
              <a:t>9</a:t>
            </a:fld>
            <a:endParaRPr lang="en-US"/>
          </a:p>
        </p:txBody>
      </p:sp>
      <p:grpSp>
        <p:nvGrpSpPr>
          <p:cNvPr id="7" name="Group 6">
            <a:extLst>
              <a:ext uri="{FF2B5EF4-FFF2-40B4-BE49-F238E27FC236}">
                <a16:creationId xmlns:a16="http://schemas.microsoft.com/office/drawing/2014/main" id="{49DF1EA2-9A68-DC96-171E-DF2E46768518}"/>
              </a:ext>
            </a:extLst>
          </p:cNvPr>
          <p:cNvGrpSpPr/>
          <p:nvPr/>
        </p:nvGrpSpPr>
        <p:grpSpPr>
          <a:xfrm>
            <a:off x="434556" y="1055750"/>
            <a:ext cx="1776143" cy="1028785"/>
            <a:chOff x="1325509" y="1563638"/>
            <a:chExt cx="870227" cy="504056"/>
          </a:xfrm>
        </p:grpSpPr>
        <p:sp>
          <p:nvSpPr>
            <p:cNvPr id="8" name="Rectangle 7">
              <a:extLst>
                <a:ext uri="{FF2B5EF4-FFF2-40B4-BE49-F238E27FC236}">
                  <a16:creationId xmlns:a16="http://schemas.microsoft.com/office/drawing/2014/main" id="{2A2517AE-CEFB-4AD0-BB89-5FDF276FFFE7}"/>
                </a:ext>
              </a:extLst>
            </p:cNvPr>
            <p:cNvSpPr/>
            <p:nvPr/>
          </p:nvSpPr>
          <p:spPr bwMode="auto">
            <a:xfrm>
              <a:off x="1325509" y="1563638"/>
              <a:ext cx="870227" cy="504056"/>
            </a:xfrm>
            <a:prstGeom prst="rect">
              <a:avLst/>
            </a:prstGeom>
            <a:solidFill>
              <a:schemeClr val="bg1">
                <a:lumMod val="95000"/>
              </a:schemeClr>
            </a:solidFill>
            <a:ln w="9525" cap="flat" cmpd="sng" algn="ctr">
              <a:solidFill>
                <a:srgbClr val="969696"/>
              </a:solidFill>
              <a:prstDash val="solid"/>
              <a:round/>
              <a:headEnd type="none" w="med" len="med"/>
              <a:tailEnd type="none" w="med" len="med"/>
            </a:ln>
            <a:effectLst/>
          </p:spPr>
          <p:txBody>
            <a:bodyPr vert="horz" wrap="square" lIns="162076" tIns="81038" rIns="162076" bIns="81038"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620808" eaLnBrk="0" fontAlgn="base" hangingPunct="0">
                <a:spcBef>
                  <a:spcPct val="0"/>
                </a:spcBef>
                <a:spcAft>
                  <a:spcPct val="0"/>
                </a:spcAft>
              </a:pPr>
              <a:endParaRPr lang="de-CH" sz="4254">
                <a:latin typeface="Calibri" panose="020F0502020204030204" pitchFamily="34" charset="0"/>
                <a:cs typeface="Calibri" panose="020F0502020204030204" pitchFamily="34" charset="0"/>
              </a:endParaRPr>
            </a:p>
          </p:txBody>
        </p:sp>
        <p:pic>
          <p:nvPicPr>
            <p:cNvPr id="9" name="Picture 8" descr="Potsdam Institute for Climate Impact Research">
              <a:extLst>
                <a:ext uri="{FF2B5EF4-FFF2-40B4-BE49-F238E27FC236}">
                  <a16:creationId xmlns:a16="http://schemas.microsoft.com/office/drawing/2014/main" id="{E6EA5303-D27F-A65B-7805-8F1B127F6D0E}"/>
                </a:ext>
              </a:extLst>
            </p:cNvPr>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441401" y="1738411"/>
              <a:ext cx="635810" cy="279757"/>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66">
              <a:extLst>
                <a:ext uri="{FF2B5EF4-FFF2-40B4-BE49-F238E27FC236}">
                  <a16:creationId xmlns:a16="http://schemas.microsoft.com/office/drawing/2014/main" id="{251FCC40-8750-46A0-20C5-F2B53A79EF6F}"/>
                </a:ext>
              </a:extLst>
            </p:cNvPr>
            <p:cNvSpPr txBox="1"/>
            <p:nvPr/>
          </p:nvSpPr>
          <p:spPr>
            <a:xfrm>
              <a:off x="1439814" y="1563638"/>
              <a:ext cx="648072" cy="211481"/>
            </a:xfrm>
            <a:prstGeom prst="rect">
              <a:avLst/>
            </a:prstGeom>
            <a:noFill/>
          </p:spPr>
          <p:txBody>
            <a:bodyPr wrap="square" lIns="0" tIns="0" rIns="0" bIns="0" rtlCol="0">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lnSpc>
                  <a:spcPct val="110000"/>
                </a:lnSpc>
                <a:spcBef>
                  <a:spcPct val="0"/>
                </a:spcBef>
                <a:buClr>
                  <a:srgbClr val="000000"/>
                </a:buClr>
              </a:pPr>
              <a:r>
                <a:rPr lang="en-US" sz="1773">
                  <a:solidFill>
                    <a:srgbClr val="000000"/>
                  </a:solidFill>
                  <a:latin typeface="Calibri" panose="020F0502020204030204" pitchFamily="34" charset="0"/>
                  <a:cs typeface="Calibri" panose="020F0502020204030204" pitchFamily="34" charset="0"/>
                </a:rPr>
                <a:t>REMIND</a:t>
              </a:r>
              <a:endParaRPr lang="de-CH" sz="1773" err="1">
                <a:solidFill>
                  <a:srgbClr val="000000"/>
                </a:solidFill>
                <a:latin typeface="Calibri" panose="020F0502020204030204" pitchFamily="34" charset="0"/>
                <a:cs typeface="Calibri" panose="020F0502020204030204" pitchFamily="34" charset="0"/>
              </a:endParaRPr>
            </a:p>
          </p:txBody>
        </p:sp>
      </p:grpSp>
      <p:grpSp>
        <p:nvGrpSpPr>
          <p:cNvPr id="11" name="Group 10">
            <a:extLst>
              <a:ext uri="{FF2B5EF4-FFF2-40B4-BE49-F238E27FC236}">
                <a16:creationId xmlns:a16="http://schemas.microsoft.com/office/drawing/2014/main" id="{4FB3CE45-6B48-F24E-DC8D-2D42957F8765}"/>
              </a:ext>
            </a:extLst>
          </p:cNvPr>
          <p:cNvGrpSpPr/>
          <p:nvPr/>
        </p:nvGrpSpPr>
        <p:grpSpPr>
          <a:xfrm>
            <a:off x="2843803" y="1055750"/>
            <a:ext cx="1789568" cy="1028785"/>
            <a:chOff x="1243532" y="1933290"/>
            <a:chExt cx="870227" cy="533718"/>
          </a:xfrm>
        </p:grpSpPr>
        <p:sp>
          <p:nvSpPr>
            <p:cNvPr id="12" name="Rectangle 11">
              <a:extLst>
                <a:ext uri="{FF2B5EF4-FFF2-40B4-BE49-F238E27FC236}">
                  <a16:creationId xmlns:a16="http://schemas.microsoft.com/office/drawing/2014/main" id="{9B9075CE-0CE4-99B2-9F34-AD4DF726102E}"/>
                </a:ext>
              </a:extLst>
            </p:cNvPr>
            <p:cNvSpPr/>
            <p:nvPr/>
          </p:nvSpPr>
          <p:spPr bwMode="auto">
            <a:xfrm>
              <a:off x="1243532" y="1933290"/>
              <a:ext cx="870227" cy="533718"/>
            </a:xfrm>
            <a:prstGeom prst="rect">
              <a:avLst/>
            </a:prstGeom>
            <a:solidFill>
              <a:schemeClr val="bg1">
                <a:lumMod val="95000"/>
              </a:schemeClr>
            </a:solidFill>
            <a:ln w="9525" cap="flat" cmpd="sng" algn="ctr">
              <a:solidFill>
                <a:srgbClr val="969696"/>
              </a:solidFill>
              <a:prstDash val="solid"/>
              <a:round/>
              <a:headEnd type="none" w="med" len="med"/>
              <a:tailEnd type="none" w="med" len="med"/>
            </a:ln>
            <a:effectLst/>
          </p:spPr>
          <p:txBody>
            <a:bodyPr vert="horz" wrap="square" lIns="162076" tIns="81038" rIns="162076" bIns="81038"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620808" eaLnBrk="0" fontAlgn="base" hangingPunct="0">
                <a:spcBef>
                  <a:spcPct val="0"/>
                </a:spcBef>
                <a:spcAft>
                  <a:spcPct val="0"/>
                </a:spcAft>
              </a:pPr>
              <a:endParaRPr lang="de-CH" sz="4254">
                <a:latin typeface="Calibri" panose="020F0502020204030204" pitchFamily="34" charset="0"/>
                <a:cs typeface="Calibri" panose="020F0502020204030204" pitchFamily="34" charset="0"/>
              </a:endParaRPr>
            </a:p>
          </p:txBody>
        </p:sp>
        <p:pic>
          <p:nvPicPr>
            <p:cNvPr id="13" name="Picture 12" descr="Image result for pbl netherlands">
              <a:extLst>
                <a:ext uri="{FF2B5EF4-FFF2-40B4-BE49-F238E27FC236}">
                  <a16:creationId xmlns:a16="http://schemas.microsoft.com/office/drawing/2014/main" id="{B78D69F9-0CA2-D1AD-D95A-75B7A5D480B1}"/>
                </a:ext>
              </a:extLst>
            </p:cNvPr>
            <p:cNvPicPr>
              <a:picLocks noChangeAspect="1" noChangeArrowheads="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6300" t="17946" r="6761" b="30071"/>
            <a:stretch/>
          </p:blipFill>
          <p:spPr bwMode="auto">
            <a:xfrm>
              <a:off x="1288126" y="2090901"/>
              <a:ext cx="792088" cy="315739"/>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63">
              <a:extLst>
                <a:ext uri="{FF2B5EF4-FFF2-40B4-BE49-F238E27FC236}">
                  <a16:creationId xmlns:a16="http://schemas.microsoft.com/office/drawing/2014/main" id="{BC76AD44-7591-C373-D58F-676655E74251}"/>
                </a:ext>
              </a:extLst>
            </p:cNvPr>
            <p:cNvSpPr txBox="1"/>
            <p:nvPr/>
          </p:nvSpPr>
          <p:spPr>
            <a:xfrm>
              <a:off x="1347900" y="1933290"/>
              <a:ext cx="648072" cy="183205"/>
            </a:xfrm>
            <a:prstGeom prst="rect">
              <a:avLst/>
            </a:prstGeom>
            <a:noFill/>
          </p:spPr>
          <p:txBody>
            <a:bodyPr wrap="square" lIns="0" tIns="0" rIns="0" bIns="0" rtlCol="0">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lnSpc>
                  <a:spcPct val="110000"/>
                </a:lnSpc>
                <a:spcBef>
                  <a:spcPct val="0"/>
                </a:spcBef>
                <a:buClr>
                  <a:srgbClr val="000000"/>
                </a:buClr>
              </a:pPr>
              <a:r>
                <a:rPr lang="en-US" sz="1773">
                  <a:solidFill>
                    <a:srgbClr val="000000"/>
                  </a:solidFill>
                  <a:latin typeface="Calibri" panose="020F0502020204030204" pitchFamily="34" charset="0"/>
                  <a:cs typeface="Calibri" panose="020F0502020204030204" pitchFamily="34" charset="0"/>
                </a:rPr>
                <a:t>IMAGE</a:t>
              </a:r>
              <a:endParaRPr lang="de-CH" sz="1773" err="1">
                <a:solidFill>
                  <a:srgbClr val="000000"/>
                </a:solidFill>
                <a:latin typeface="Calibri" panose="020F0502020204030204" pitchFamily="34" charset="0"/>
                <a:cs typeface="Calibri" panose="020F0502020204030204" pitchFamily="34" charset="0"/>
              </a:endParaRPr>
            </a:p>
          </p:txBody>
        </p:sp>
      </p:grpSp>
      <p:grpSp>
        <p:nvGrpSpPr>
          <p:cNvPr id="15" name="Group 14">
            <a:extLst>
              <a:ext uri="{FF2B5EF4-FFF2-40B4-BE49-F238E27FC236}">
                <a16:creationId xmlns:a16="http://schemas.microsoft.com/office/drawing/2014/main" id="{CF120B75-A64B-410B-9794-817FF546FAE1}"/>
              </a:ext>
            </a:extLst>
          </p:cNvPr>
          <p:cNvGrpSpPr/>
          <p:nvPr/>
        </p:nvGrpSpPr>
        <p:grpSpPr>
          <a:xfrm>
            <a:off x="5286558" y="1071993"/>
            <a:ext cx="1784816" cy="1028785"/>
            <a:chOff x="1412739" y="3739236"/>
            <a:chExt cx="1120555" cy="687247"/>
          </a:xfrm>
        </p:grpSpPr>
        <p:grpSp>
          <p:nvGrpSpPr>
            <p:cNvPr id="16" name="Group 15">
              <a:extLst>
                <a:ext uri="{FF2B5EF4-FFF2-40B4-BE49-F238E27FC236}">
                  <a16:creationId xmlns:a16="http://schemas.microsoft.com/office/drawing/2014/main" id="{DB850271-0A4D-AA59-DA0B-D1DFE0B4BE27}"/>
                </a:ext>
              </a:extLst>
            </p:cNvPr>
            <p:cNvGrpSpPr/>
            <p:nvPr/>
          </p:nvGrpSpPr>
          <p:grpSpPr>
            <a:xfrm>
              <a:off x="1412739" y="3739236"/>
              <a:ext cx="1120555" cy="687247"/>
              <a:chOff x="1243532" y="1933290"/>
              <a:chExt cx="870227" cy="533718"/>
            </a:xfrm>
          </p:grpSpPr>
          <p:sp>
            <p:nvSpPr>
              <p:cNvPr id="18" name="Rectangle 17">
                <a:extLst>
                  <a:ext uri="{FF2B5EF4-FFF2-40B4-BE49-F238E27FC236}">
                    <a16:creationId xmlns:a16="http://schemas.microsoft.com/office/drawing/2014/main" id="{EE587C76-B5D7-4363-F503-249DAABBC199}"/>
                  </a:ext>
                </a:extLst>
              </p:cNvPr>
              <p:cNvSpPr/>
              <p:nvPr/>
            </p:nvSpPr>
            <p:spPr bwMode="auto">
              <a:xfrm>
                <a:off x="1243532" y="1933290"/>
                <a:ext cx="870227" cy="533718"/>
              </a:xfrm>
              <a:prstGeom prst="rect">
                <a:avLst/>
              </a:prstGeom>
              <a:solidFill>
                <a:schemeClr val="bg1">
                  <a:lumMod val="95000"/>
                </a:schemeClr>
              </a:solidFill>
              <a:ln w="9525" cap="flat" cmpd="sng" algn="ctr">
                <a:solidFill>
                  <a:srgbClr val="969696"/>
                </a:solidFill>
                <a:prstDash val="solid"/>
                <a:round/>
                <a:headEnd type="none" w="med" len="med"/>
                <a:tailEnd type="none" w="med" len="med"/>
              </a:ln>
              <a:effectLst/>
            </p:spPr>
            <p:txBody>
              <a:bodyPr vert="horz" wrap="square" lIns="162076" tIns="81038" rIns="162076" bIns="81038"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620808" eaLnBrk="0" fontAlgn="base" hangingPunct="0">
                  <a:spcBef>
                    <a:spcPct val="0"/>
                  </a:spcBef>
                  <a:spcAft>
                    <a:spcPct val="0"/>
                  </a:spcAft>
                </a:pPr>
                <a:endParaRPr lang="de-CH" sz="4254">
                  <a:latin typeface="Calibri" panose="020F0502020204030204" pitchFamily="34" charset="0"/>
                  <a:cs typeface="Calibri" panose="020F0502020204030204" pitchFamily="34" charset="0"/>
                </a:endParaRPr>
              </a:p>
            </p:txBody>
          </p:sp>
          <p:sp>
            <p:nvSpPr>
              <p:cNvPr id="19" name="TextBox 63">
                <a:extLst>
                  <a:ext uri="{FF2B5EF4-FFF2-40B4-BE49-F238E27FC236}">
                    <a16:creationId xmlns:a16="http://schemas.microsoft.com/office/drawing/2014/main" id="{D6488634-D8BC-AA48-A642-07CB1711F6D2}"/>
                  </a:ext>
                </a:extLst>
              </p:cNvPr>
              <p:cNvSpPr txBox="1"/>
              <p:nvPr/>
            </p:nvSpPr>
            <p:spPr>
              <a:xfrm>
                <a:off x="1347900" y="1933290"/>
                <a:ext cx="648072" cy="183205"/>
              </a:xfrm>
              <a:prstGeom prst="rect">
                <a:avLst/>
              </a:prstGeom>
              <a:noFill/>
            </p:spPr>
            <p:txBody>
              <a:bodyPr wrap="square" lIns="0" tIns="0" rIns="0" bIns="0" rtlCol="0">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lnSpc>
                    <a:spcPct val="110000"/>
                  </a:lnSpc>
                  <a:spcBef>
                    <a:spcPct val="0"/>
                  </a:spcBef>
                  <a:buClr>
                    <a:srgbClr val="000000"/>
                  </a:buClr>
                </a:pPr>
                <a:r>
                  <a:rPr lang="en-US" sz="1773">
                    <a:solidFill>
                      <a:srgbClr val="000000"/>
                    </a:solidFill>
                    <a:latin typeface="Calibri" panose="020F0502020204030204" pitchFamily="34" charset="0"/>
                    <a:cs typeface="Calibri" panose="020F0502020204030204" pitchFamily="34" charset="0"/>
                  </a:rPr>
                  <a:t>GCAM</a:t>
                </a:r>
                <a:endParaRPr lang="de-CH" sz="1773" err="1">
                  <a:solidFill>
                    <a:srgbClr val="000000"/>
                  </a:solidFill>
                  <a:latin typeface="Calibri" panose="020F0502020204030204" pitchFamily="34" charset="0"/>
                  <a:cs typeface="Calibri" panose="020F0502020204030204" pitchFamily="34" charset="0"/>
                </a:endParaRPr>
              </a:p>
            </p:txBody>
          </p:sp>
        </p:grpSp>
        <p:pic>
          <p:nvPicPr>
            <p:cNvPr id="17" name="Picture 4" descr="PNNL Careers">
              <a:extLst>
                <a:ext uri="{FF2B5EF4-FFF2-40B4-BE49-F238E27FC236}">
                  <a16:creationId xmlns:a16="http://schemas.microsoft.com/office/drawing/2014/main" id="{C8BCFF77-5700-8EBC-D77A-248B3B405FE1}"/>
                </a:ext>
              </a:extLst>
            </p:cNvPr>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779503" y="3980799"/>
              <a:ext cx="387025" cy="31271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0" name="Group 19">
            <a:extLst>
              <a:ext uri="{FF2B5EF4-FFF2-40B4-BE49-F238E27FC236}">
                <a16:creationId xmlns:a16="http://schemas.microsoft.com/office/drawing/2014/main" id="{2C7BEA81-7AFF-6ABB-DDDD-DD18EC8E10A8}"/>
              </a:ext>
            </a:extLst>
          </p:cNvPr>
          <p:cNvGrpSpPr/>
          <p:nvPr/>
        </p:nvGrpSpPr>
        <p:grpSpPr>
          <a:xfrm>
            <a:off x="7626690" y="1071991"/>
            <a:ext cx="1789567" cy="1054667"/>
            <a:chOff x="414475" y="4645746"/>
            <a:chExt cx="1356206" cy="799269"/>
          </a:xfrm>
        </p:grpSpPr>
        <p:grpSp>
          <p:nvGrpSpPr>
            <p:cNvPr id="21" name="Group 20">
              <a:extLst>
                <a:ext uri="{FF2B5EF4-FFF2-40B4-BE49-F238E27FC236}">
                  <a16:creationId xmlns:a16="http://schemas.microsoft.com/office/drawing/2014/main" id="{073DC254-6463-EA04-3EA6-75D028FFF2F7}"/>
                </a:ext>
              </a:extLst>
            </p:cNvPr>
            <p:cNvGrpSpPr/>
            <p:nvPr/>
          </p:nvGrpSpPr>
          <p:grpSpPr>
            <a:xfrm>
              <a:off x="414475" y="4645746"/>
              <a:ext cx="1356206" cy="785545"/>
              <a:chOff x="1256927" y="2563735"/>
              <a:chExt cx="870227" cy="504055"/>
            </a:xfrm>
          </p:grpSpPr>
          <p:sp>
            <p:nvSpPr>
              <p:cNvPr id="23" name="Rectangle 22">
                <a:extLst>
                  <a:ext uri="{FF2B5EF4-FFF2-40B4-BE49-F238E27FC236}">
                    <a16:creationId xmlns:a16="http://schemas.microsoft.com/office/drawing/2014/main" id="{17C5E663-752C-A011-9311-7601B2938F1A}"/>
                  </a:ext>
                </a:extLst>
              </p:cNvPr>
              <p:cNvSpPr/>
              <p:nvPr/>
            </p:nvSpPr>
            <p:spPr bwMode="auto">
              <a:xfrm>
                <a:off x="1256927" y="2563735"/>
                <a:ext cx="870227" cy="504055"/>
              </a:xfrm>
              <a:prstGeom prst="rect">
                <a:avLst/>
              </a:prstGeom>
              <a:solidFill>
                <a:schemeClr val="bg1">
                  <a:lumMod val="95000"/>
                </a:schemeClr>
              </a:solidFill>
              <a:ln w="9525" cap="flat" cmpd="sng" algn="ctr">
                <a:solidFill>
                  <a:srgbClr val="969696"/>
                </a:solidFill>
                <a:prstDash val="solid"/>
                <a:round/>
                <a:headEnd type="none" w="med" len="med"/>
                <a:tailEnd type="none" w="med" len="med"/>
              </a:ln>
              <a:effectLst/>
            </p:spPr>
            <p:txBody>
              <a:bodyPr vert="horz" wrap="square" lIns="162076" tIns="81038" rIns="162076" bIns="81038"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620808" eaLnBrk="0" fontAlgn="base" hangingPunct="0">
                  <a:spcBef>
                    <a:spcPct val="0"/>
                  </a:spcBef>
                  <a:spcAft>
                    <a:spcPct val="0"/>
                  </a:spcAft>
                </a:pPr>
                <a:endParaRPr lang="de-CH" sz="4254">
                  <a:latin typeface="Calibri" panose="020F0502020204030204" pitchFamily="34" charset="0"/>
                  <a:cs typeface="Calibri" panose="020F0502020204030204" pitchFamily="34" charset="0"/>
                </a:endParaRPr>
              </a:p>
            </p:txBody>
          </p:sp>
          <p:sp>
            <p:nvSpPr>
              <p:cNvPr id="24" name="TextBox 60">
                <a:extLst>
                  <a:ext uri="{FF2B5EF4-FFF2-40B4-BE49-F238E27FC236}">
                    <a16:creationId xmlns:a16="http://schemas.microsoft.com/office/drawing/2014/main" id="{F7448758-D30D-8025-8495-270DA04061BD}"/>
                  </a:ext>
                </a:extLst>
              </p:cNvPr>
              <p:cNvSpPr txBox="1"/>
              <p:nvPr/>
            </p:nvSpPr>
            <p:spPr>
              <a:xfrm>
                <a:off x="1319608" y="2563735"/>
                <a:ext cx="728574" cy="177674"/>
              </a:xfrm>
              <a:prstGeom prst="rect">
                <a:avLst/>
              </a:prstGeom>
              <a:noFill/>
            </p:spPr>
            <p:txBody>
              <a:bodyPr wrap="square" lIns="0" tIns="0" rIns="0" bIns="0" rtlCol="0">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lnSpc>
                    <a:spcPct val="110000"/>
                  </a:lnSpc>
                  <a:spcBef>
                    <a:spcPct val="0"/>
                  </a:spcBef>
                  <a:buClr>
                    <a:srgbClr val="000000"/>
                  </a:buClr>
                </a:pPr>
                <a:r>
                  <a:rPr lang="en-US" sz="1773" err="1">
                    <a:solidFill>
                      <a:srgbClr val="000000"/>
                    </a:solidFill>
                    <a:latin typeface="Calibri" panose="020F0502020204030204" pitchFamily="34" charset="0"/>
                    <a:cs typeface="Calibri" panose="020F0502020204030204" pitchFamily="34" charset="0"/>
                  </a:rPr>
                  <a:t>MESSAGE</a:t>
                </a:r>
                <a:r>
                  <a:rPr lang="en-US" sz="1773" baseline="-25000" err="1">
                    <a:solidFill>
                      <a:srgbClr val="000000"/>
                    </a:solidFill>
                    <a:latin typeface="Calibri" panose="020F0502020204030204" pitchFamily="34" charset="0"/>
                    <a:cs typeface="Calibri" panose="020F0502020204030204" pitchFamily="34" charset="0"/>
                  </a:rPr>
                  <a:t>ix</a:t>
                </a:r>
                <a:endParaRPr lang="de-CH" sz="1773" baseline="-25000" err="1">
                  <a:solidFill>
                    <a:srgbClr val="000000"/>
                  </a:solidFill>
                  <a:latin typeface="Calibri" panose="020F0502020204030204" pitchFamily="34" charset="0"/>
                  <a:cs typeface="Calibri" panose="020F0502020204030204" pitchFamily="34" charset="0"/>
                </a:endParaRPr>
              </a:p>
            </p:txBody>
          </p:sp>
        </p:grpSp>
        <p:pic>
          <p:nvPicPr>
            <p:cNvPr id="22" name="Picture 2">
              <a:extLst>
                <a:ext uri="{FF2B5EF4-FFF2-40B4-BE49-F238E27FC236}">
                  <a16:creationId xmlns:a16="http://schemas.microsoft.com/office/drawing/2014/main" id="{5EB7AB4D-622A-7F13-82A2-A225F129D531}"/>
                </a:ext>
              </a:extLst>
            </p:cNvPr>
            <p:cNvPicPr>
              <a:picLocks noChangeAspect="1" noChangeArrowheads="1"/>
            </p:cNvPicPr>
            <p:nvPr/>
          </p:nvPicPr>
          <p:blipFill>
            <a:blip r:embed="rId6" cstate="print">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855947" y="4951121"/>
              <a:ext cx="493894" cy="49389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5" name="Group 24">
            <a:extLst>
              <a:ext uri="{FF2B5EF4-FFF2-40B4-BE49-F238E27FC236}">
                <a16:creationId xmlns:a16="http://schemas.microsoft.com/office/drawing/2014/main" id="{310CFD45-A287-74FC-F189-6ED9FF4F3480}"/>
              </a:ext>
            </a:extLst>
          </p:cNvPr>
          <p:cNvGrpSpPr/>
          <p:nvPr/>
        </p:nvGrpSpPr>
        <p:grpSpPr>
          <a:xfrm>
            <a:off x="9967879" y="1051861"/>
            <a:ext cx="1789567" cy="1036558"/>
            <a:chOff x="414475" y="5463551"/>
            <a:chExt cx="1356206" cy="785545"/>
          </a:xfrm>
        </p:grpSpPr>
        <p:grpSp>
          <p:nvGrpSpPr>
            <p:cNvPr id="26" name="Group 25">
              <a:extLst>
                <a:ext uri="{FF2B5EF4-FFF2-40B4-BE49-F238E27FC236}">
                  <a16:creationId xmlns:a16="http://schemas.microsoft.com/office/drawing/2014/main" id="{93471F2B-D6C1-938C-7AFD-F748269C5814}"/>
                </a:ext>
              </a:extLst>
            </p:cNvPr>
            <p:cNvGrpSpPr/>
            <p:nvPr/>
          </p:nvGrpSpPr>
          <p:grpSpPr>
            <a:xfrm>
              <a:off x="414475" y="5463551"/>
              <a:ext cx="1356206" cy="785545"/>
              <a:chOff x="1256927" y="2563735"/>
              <a:chExt cx="870227" cy="504055"/>
            </a:xfrm>
          </p:grpSpPr>
          <p:sp>
            <p:nvSpPr>
              <p:cNvPr id="28" name="Rectangle 27">
                <a:extLst>
                  <a:ext uri="{FF2B5EF4-FFF2-40B4-BE49-F238E27FC236}">
                    <a16:creationId xmlns:a16="http://schemas.microsoft.com/office/drawing/2014/main" id="{6CA2D756-2A8A-16D0-C938-E6ACA01F8D66}"/>
                  </a:ext>
                </a:extLst>
              </p:cNvPr>
              <p:cNvSpPr/>
              <p:nvPr/>
            </p:nvSpPr>
            <p:spPr bwMode="auto">
              <a:xfrm>
                <a:off x="1256927" y="2563735"/>
                <a:ext cx="870227" cy="504055"/>
              </a:xfrm>
              <a:prstGeom prst="rect">
                <a:avLst/>
              </a:prstGeom>
              <a:solidFill>
                <a:schemeClr val="bg1">
                  <a:lumMod val="95000"/>
                </a:schemeClr>
              </a:solidFill>
              <a:ln w="9525" cap="flat" cmpd="sng" algn="ctr">
                <a:solidFill>
                  <a:srgbClr val="969696"/>
                </a:solidFill>
                <a:prstDash val="solid"/>
                <a:round/>
                <a:headEnd type="none" w="med" len="med"/>
                <a:tailEnd type="none" w="med" len="med"/>
              </a:ln>
              <a:effectLst/>
            </p:spPr>
            <p:txBody>
              <a:bodyPr vert="horz" wrap="square" lIns="162076" tIns="81038" rIns="162076" bIns="81038"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620808" eaLnBrk="0" fontAlgn="base" hangingPunct="0">
                  <a:spcBef>
                    <a:spcPct val="0"/>
                  </a:spcBef>
                  <a:spcAft>
                    <a:spcPct val="0"/>
                  </a:spcAft>
                </a:pPr>
                <a:endParaRPr lang="de-CH" sz="4254">
                  <a:latin typeface="Calibri" panose="020F0502020204030204" pitchFamily="34" charset="0"/>
                  <a:cs typeface="Calibri" panose="020F0502020204030204" pitchFamily="34" charset="0"/>
                </a:endParaRPr>
              </a:p>
            </p:txBody>
          </p:sp>
          <p:sp>
            <p:nvSpPr>
              <p:cNvPr id="29" name="TextBox 60">
                <a:extLst>
                  <a:ext uri="{FF2B5EF4-FFF2-40B4-BE49-F238E27FC236}">
                    <a16:creationId xmlns:a16="http://schemas.microsoft.com/office/drawing/2014/main" id="{41FA3C67-6B1D-F8F5-F4E5-886977751777}"/>
                  </a:ext>
                </a:extLst>
              </p:cNvPr>
              <p:cNvSpPr txBox="1"/>
              <p:nvPr/>
            </p:nvSpPr>
            <p:spPr>
              <a:xfrm>
                <a:off x="1319608" y="2563735"/>
                <a:ext cx="728574" cy="177674"/>
              </a:xfrm>
              <a:prstGeom prst="rect">
                <a:avLst/>
              </a:prstGeom>
              <a:noFill/>
            </p:spPr>
            <p:txBody>
              <a:bodyPr wrap="square" lIns="0" tIns="0" rIns="0" bIns="0" rtlCol="0">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lnSpc>
                    <a:spcPct val="110000"/>
                  </a:lnSpc>
                  <a:spcBef>
                    <a:spcPct val="0"/>
                  </a:spcBef>
                  <a:buClr>
                    <a:srgbClr val="000000"/>
                  </a:buClr>
                </a:pPr>
                <a:r>
                  <a:rPr lang="en-US" sz="1773">
                    <a:solidFill>
                      <a:srgbClr val="000000"/>
                    </a:solidFill>
                    <a:latin typeface="Calibri" panose="020F0502020204030204" pitchFamily="34" charset="0"/>
                    <a:cs typeface="Calibri" panose="020F0502020204030204" pitchFamily="34" charset="0"/>
                  </a:rPr>
                  <a:t>TIAM-UCL</a:t>
                </a:r>
                <a:endParaRPr lang="de-CH" sz="1773" baseline="-25000" err="1">
                  <a:solidFill>
                    <a:srgbClr val="000000"/>
                  </a:solidFill>
                  <a:latin typeface="Calibri" panose="020F0502020204030204" pitchFamily="34" charset="0"/>
                  <a:cs typeface="Calibri" panose="020F0502020204030204" pitchFamily="34" charset="0"/>
                </a:endParaRPr>
              </a:p>
            </p:txBody>
          </p:sp>
        </p:grpSp>
        <p:pic>
          <p:nvPicPr>
            <p:cNvPr id="27" name="Picture 2">
              <a:extLst>
                <a:ext uri="{FF2B5EF4-FFF2-40B4-BE49-F238E27FC236}">
                  <a16:creationId xmlns:a16="http://schemas.microsoft.com/office/drawing/2014/main" id="{F7508C40-1A6D-A3FA-ADED-393A363C473D}"/>
                </a:ext>
              </a:extLst>
            </p:cNvPr>
            <p:cNvPicPr>
              <a:picLocks noChangeAspect="1" noChangeArrowheads="1"/>
            </p:cNvPicPr>
            <p:nvPr/>
          </p:nvPicPr>
          <p:blipFill rotWithShape="1">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t="20659" r="1666" b="20000"/>
            <a:stretch/>
          </p:blipFill>
          <p:spPr bwMode="auto">
            <a:xfrm>
              <a:off x="819637" y="5908083"/>
              <a:ext cx="586002" cy="196464"/>
            </a:xfrm>
            <a:prstGeom prst="rect">
              <a:avLst/>
            </a:prstGeom>
            <a:noFill/>
            <a:extLst>
              <a:ext uri="{909E8E84-426E-40DD-AFC4-6F175D3DCCD1}">
                <a14:hiddenFill xmlns:a14="http://schemas.microsoft.com/office/drawing/2010/main">
                  <a:solidFill>
                    <a:srgbClr val="FFFFFF"/>
                  </a:solidFill>
                </a14:hiddenFill>
              </a:ext>
            </a:extLst>
          </p:spPr>
        </p:pic>
      </p:grpSp>
      <p:pic>
        <p:nvPicPr>
          <p:cNvPr id="31" name="Picture 30">
            <a:extLst>
              <a:ext uri="{FF2B5EF4-FFF2-40B4-BE49-F238E27FC236}">
                <a16:creationId xmlns:a16="http://schemas.microsoft.com/office/drawing/2014/main" id="{859591A8-1752-477D-05A3-7DDA050D1A8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663189" y="2212274"/>
            <a:ext cx="3925820" cy="3919570"/>
          </a:xfrm>
          <a:prstGeom prst="rect">
            <a:avLst/>
          </a:prstGeom>
          <a:noFill/>
          <a:ln>
            <a:noFill/>
          </a:ln>
        </p:spPr>
      </p:pic>
      <p:sp>
        <p:nvSpPr>
          <p:cNvPr id="32" name="Content Placeholder 1">
            <a:extLst>
              <a:ext uri="{FF2B5EF4-FFF2-40B4-BE49-F238E27FC236}">
                <a16:creationId xmlns:a16="http://schemas.microsoft.com/office/drawing/2014/main" id="{42D43A9C-61BB-1F38-1BE2-EACA4DF94ABB}"/>
              </a:ext>
            </a:extLst>
          </p:cNvPr>
          <p:cNvSpPr txBox="1">
            <a:spLocks/>
          </p:cNvSpPr>
          <p:nvPr/>
        </p:nvSpPr>
        <p:spPr>
          <a:xfrm>
            <a:off x="434556" y="2403174"/>
            <a:ext cx="4251236" cy="4283737"/>
          </a:xfrm>
          <a:prstGeom prst="rect">
            <a:avLst/>
          </a:prstGeom>
        </p:spPr>
        <p:txBody>
          <a:bodyPr wrap="square" lIns="0" tIns="0" rIns="0" bIns="0">
            <a:spAutoFit/>
          </a:bodyPr>
          <a:lstStyle>
            <a:lvl1pPr marL="0">
              <a:defRPr sz="1400" b="0" i="0">
                <a:solidFill>
                  <a:schemeClr val="tx1"/>
                </a:solidFill>
                <a:latin typeface="Georgia"/>
                <a:ea typeface="+mn-ea"/>
                <a:cs typeface="Georgia"/>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1599" kern="0" dirty="0">
                <a:latin typeface="+mj-lt"/>
              </a:rPr>
              <a:t>IAMs </a:t>
            </a:r>
            <a:r>
              <a:rPr lang="es-ES" sz="1599" kern="0" dirty="0">
                <a:latin typeface="+mj-lt"/>
              </a:rPr>
              <a:t>analizan las interacciones entre los sistemas </a:t>
            </a:r>
            <a:r>
              <a:rPr lang="es-ES" sz="1599" b="1" kern="0" dirty="0">
                <a:solidFill>
                  <a:srgbClr val="FF0000"/>
                </a:solidFill>
                <a:latin typeface="+mj-lt"/>
              </a:rPr>
              <a:t>humanos</a:t>
            </a:r>
            <a:r>
              <a:rPr lang="es-ES" sz="1599" kern="0" dirty="0">
                <a:latin typeface="+mj-lt"/>
              </a:rPr>
              <a:t> y </a:t>
            </a:r>
            <a:r>
              <a:rPr lang="es-ES" sz="1599" b="1" kern="0" dirty="0">
                <a:solidFill>
                  <a:srgbClr val="00B050"/>
                </a:solidFill>
                <a:latin typeface="+mj-lt"/>
              </a:rPr>
              <a:t>naturales</a:t>
            </a:r>
            <a:r>
              <a:rPr lang="es-ES" sz="1599" kern="0" dirty="0">
                <a:latin typeface="+mj-lt"/>
              </a:rPr>
              <a:t>.</a:t>
            </a:r>
            <a:endParaRPr lang="en-US" sz="1599" kern="0" dirty="0">
              <a:latin typeface="+mj-lt"/>
            </a:endParaRPr>
          </a:p>
          <a:p>
            <a:endParaRPr lang="en-US" sz="1599" kern="0" dirty="0">
              <a:latin typeface="+mj-lt"/>
            </a:endParaRPr>
          </a:p>
          <a:p>
            <a:r>
              <a:rPr lang="en-US" sz="1599" kern="0" dirty="0" err="1">
                <a:latin typeface="+mj-lt"/>
              </a:rPr>
              <a:t>Contienen</a:t>
            </a:r>
            <a:r>
              <a:rPr lang="en-US" sz="1599" kern="0" dirty="0">
                <a:latin typeface="+mj-lt"/>
              </a:rPr>
              <a:t> </a:t>
            </a:r>
            <a:r>
              <a:rPr lang="en-US" sz="1599" kern="0" dirty="0" err="1">
                <a:latin typeface="+mj-lt"/>
              </a:rPr>
              <a:t>representaciones</a:t>
            </a:r>
            <a:r>
              <a:rPr lang="en-US" sz="1599" kern="0" dirty="0">
                <a:latin typeface="+mj-lt"/>
              </a:rPr>
              <a:t> </a:t>
            </a:r>
            <a:r>
              <a:rPr lang="en-US" sz="1599" kern="0" dirty="0" err="1">
                <a:latin typeface="+mj-lt"/>
              </a:rPr>
              <a:t>simplificadas</a:t>
            </a:r>
            <a:r>
              <a:rPr lang="en-US" sz="1599" kern="0" dirty="0">
                <a:latin typeface="+mj-lt"/>
              </a:rPr>
              <a:t> de:</a:t>
            </a:r>
          </a:p>
          <a:p>
            <a:endParaRPr lang="en-US" sz="1599" kern="0" dirty="0">
              <a:solidFill>
                <a:sysClr val="windowText" lastClr="000000"/>
              </a:solidFill>
              <a:latin typeface="+mj-lt"/>
            </a:endParaRPr>
          </a:p>
          <a:p>
            <a:pPr marL="742950" lvl="1" indent="-285750">
              <a:buFont typeface="Arial" panose="020B0604020202020204" pitchFamily="34" charset="0"/>
              <a:buChar char="•"/>
            </a:pPr>
            <a:r>
              <a:rPr lang="en-US" sz="1400" kern="0" dirty="0" err="1">
                <a:solidFill>
                  <a:sysClr val="windowText" lastClr="000000"/>
                </a:solidFill>
                <a:latin typeface="+mj-lt"/>
              </a:rPr>
              <a:t>Sistemas</a:t>
            </a:r>
            <a:r>
              <a:rPr lang="en-US" sz="1400" kern="0" dirty="0">
                <a:solidFill>
                  <a:sysClr val="windowText" lastClr="000000"/>
                </a:solidFill>
                <a:latin typeface="+mj-lt"/>
              </a:rPr>
              <a:t> </a:t>
            </a:r>
            <a:r>
              <a:rPr lang="en-US" sz="1400" kern="0" dirty="0" err="1">
                <a:solidFill>
                  <a:sysClr val="windowText" lastClr="000000"/>
                </a:solidFill>
                <a:latin typeface="+mj-lt"/>
              </a:rPr>
              <a:t>energéticos</a:t>
            </a:r>
            <a:endParaRPr lang="en-US" sz="1400" kern="0" dirty="0">
              <a:solidFill>
                <a:sysClr val="windowText" lastClr="000000"/>
              </a:solidFill>
              <a:latin typeface="+mj-lt"/>
            </a:endParaRPr>
          </a:p>
          <a:p>
            <a:pPr marL="742950" lvl="1" indent="-285750">
              <a:buFont typeface="Arial" panose="020B0604020202020204" pitchFamily="34" charset="0"/>
              <a:buChar char="•"/>
            </a:pPr>
            <a:r>
              <a:rPr lang="de-CH" sz="1400" dirty="0" err="1"/>
              <a:t>Economía</a:t>
            </a:r>
            <a:r>
              <a:rPr lang="de-CH" sz="1400" dirty="0"/>
              <a:t> </a:t>
            </a:r>
            <a:r>
              <a:rPr lang="de-CH" sz="1400" dirty="0" err="1"/>
              <a:t>agrícola</a:t>
            </a:r>
            <a:endParaRPr lang="de-CH" sz="1400" dirty="0"/>
          </a:p>
          <a:p>
            <a:pPr marL="742950" lvl="1" indent="-285750">
              <a:buFont typeface="Arial" panose="020B0604020202020204" pitchFamily="34" charset="0"/>
              <a:buChar char="•"/>
            </a:pPr>
            <a:r>
              <a:rPr lang="en-US" sz="1399" kern="0" dirty="0" err="1">
                <a:solidFill>
                  <a:sysClr val="windowText" lastClr="000000"/>
                </a:solidFill>
                <a:latin typeface="+mj-lt"/>
              </a:rPr>
              <a:t>Clima</a:t>
            </a:r>
            <a:endParaRPr lang="en-US" sz="1399" kern="0" dirty="0">
              <a:solidFill>
                <a:sysClr val="windowText" lastClr="000000"/>
              </a:solidFill>
              <a:latin typeface="+mj-lt"/>
            </a:endParaRPr>
          </a:p>
          <a:p>
            <a:pPr marL="742950" lvl="1" indent="-285750">
              <a:spcBef>
                <a:spcPts val="300"/>
              </a:spcBef>
              <a:buFont typeface="Arial" panose="020B0604020202020204" pitchFamily="34" charset="0"/>
              <a:buChar char="•"/>
            </a:pPr>
            <a:r>
              <a:rPr lang="en-US" sz="1399" kern="0" dirty="0" err="1">
                <a:solidFill>
                  <a:sysClr val="windowText" lastClr="000000"/>
                </a:solidFill>
                <a:latin typeface="+mj-lt"/>
              </a:rPr>
              <a:t>Uso</a:t>
            </a:r>
            <a:r>
              <a:rPr lang="en-US" sz="1399" kern="0" dirty="0">
                <a:solidFill>
                  <a:sysClr val="windowText" lastClr="000000"/>
                </a:solidFill>
                <a:latin typeface="+mj-lt"/>
              </a:rPr>
              <a:t> del </a:t>
            </a:r>
            <a:r>
              <a:rPr lang="en-US" sz="1399" kern="0" dirty="0" err="1">
                <a:solidFill>
                  <a:sysClr val="windowText" lastClr="000000"/>
                </a:solidFill>
                <a:latin typeface="+mj-lt"/>
              </a:rPr>
              <a:t>suelo</a:t>
            </a:r>
            <a:endParaRPr lang="en-US" sz="1399" kern="0" dirty="0">
              <a:solidFill>
                <a:sysClr val="windowText" lastClr="000000"/>
              </a:solidFill>
              <a:latin typeface="+mj-lt"/>
            </a:endParaRPr>
          </a:p>
          <a:p>
            <a:endParaRPr lang="en-US" sz="1599" kern="0" dirty="0">
              <a:latin typeface="+mj-lt"/>
            </a:endParaRPr>
          </a:p>
          <a:p>
            <a:r>
              <a:rPr lang="en-US" sz="1599" kern="0" dirty="0" err="1">
                <a:latin typeface="+mj-lt"/>
              </a:rPr>
              <a:t>Conexión</a:t>
            </a:r>
            <a:r>
              <a:rPr lang="en-US" sz="1599" kern="0" dirty="0">
                <a:latin typeface="+mj-lt"/>
              </a:rPr>
              <a:t> entre </a:t>
            </a:r>
            <a:r>
              <a:rPr lang="en-US" sz="1599" kern="0" dirty="0" err="1">
                <a:latin typeface="+mj-lt"/>
              </a:rPr>
              <a:t>ciencia</a:t>
            </a:r>
            <a:r>
              <a:rPr lang="en-US" sz="1599" kern="0" dirty="0">
                <a:latin typeface="+mj-lt"/>
              </a:rPr>
              <a:t> y </a:t>
            </a:r>
            <a:r>
              <a:rPr lang="en-US" sz="1599" kern="0" dirty="0" err="1">
                <a:latin typeface="+mj-lt"/>
              </a:rPr>
              <a:t>política</a:t>
            </a:r>
            <a:r>
              <a:rPr lang="en-US" sz="1599" kern="0" dirty="0">
                <a:latin typeface="+mj-lt"/>
              </a:rPr>
              <a:t>  </a:t>
            </a:r>
          </a:p>
          <a:p>
            <a:pPr marL="742950" lvl="1" indent="-285750">
              <a:spcBef>
                <a:spcPts val="300"/>
              </a:spcBef>
              <a:buFont typeface="Arial" panose="020B0604020202020204" pitchFamily="34" charset="0"/>
              <a:buChar char="•"/>
            </a:pPr>
            <a:r>
              <a:rPr lang="en-US" sz="1399" kern="0" dirty="0">
                <a:solidFill>
                  <a:sysClr val="windowText" lastClr="000000"/>
                </a:solidFill>
                <a:latin typeface="+mj-lt"/>
              </a:rPr>
              <a:t>¿</a:t>
            </a:r>
            <a:r>
              <a:rPr lang="en-US" sz="1399" kern="0" dirty="0" err="1">
                <a:solidFill>
                  <a:sysClr val="windowText" lastClr="000000"/>
                </a:solidFill>
                <a:latin typeface="+mj-lt"/>
              </a:rPr>
              <a:t>Qué</a:t>
            </a:r>
            <a:r>
              <a:rPr lang="en-US" sz="1399" kern="0" dirty="0">
                <a:solidFill>
                  <a:sysClr val="windowText" lastClr="000000"/>
                </a:solidFill>
                <a:latin typeface="+mj-lt"/>
              </a:rPr>
              <a:t> </a:t>
            </a:r>
            <a:r>
              <a:rPr lang="en-US" sz="1399" kern="0" dirty="0" err="1">
                <a:solidFill>
                  <a:sysClr val="windowText" lastClr="000000"/>
                </a:solidFill>
                <a:latin typeface="+mj-lt"/>
              </a:rPr>
              <a:t>pasaría</a:t>
            </a:r>
            <a:r>
              <a:rPr lang="en-US" sz="1399" kern="0" dirty="0">
                <a:solidFill>
                  <a:sysClr val="windowText" lastClr="000000"/>
                </a:solidFill>
                <a:latin typeface="+mj-lt"/>
              </a:rPr>
              <a:t> </a:t>
            </a:r>
            <a:r>
              <a:rPr lang="en-US" sz="1399" kern="0" dirty="0" err="1">
                <a:solidFill>
                  <a:sysClr val="windowText" lastClr="000000"/>
                </a:solidFill>
                <a:latin typeface="+mj-lt"/>
              </a:rPr>
              <a:t>si</a:t>
            </a:r>
            <a:r>
              <a:rPr lang="en-US" sz="1399" kern="0" dirty="0">
                <a:solidFill>
                  <a:sysClr val="windowText" lastClr="000000"/>
                </a:solidFill>
                <a:latin typeface="+mj-lt"/>
              </a:rPr>
              <a:t>...?</a:t>
            </a:r>
          </a:p>
          <a:p>
            <a:pPr marL="742950" lvl="1" indent="-285750">
              <a:spcBef>
                <a:spcPts val="300"/>
              </a:spcBef>
              <a:buFont typeface="Arial" panose="020B0604020202020204" pitchFamily="34" charset="0"/>
              <a:buChar char="•"/>
            </a:pPr>
            <a:r>
              <a:rPr lang="es-ES" sz="1399" kern="0" dirty="0">
                <a:solidFill>
                  <a:sysClr val="windowText" lastClr="000000"/>
                </a:solidFill>
                <a:latin typeface="+mj-lt"/>
              </a:rPr>
              <a:t>¿Cuáles son los impulsores o restricciones del cambio?</a:t>
            </a:r>
          </a:p>
          <a:p>
            <a:pPr marL="742950" lvl="1" indent="-285750">
              <a:spcBef>
                <a:spcPts val="300"/>
              </a:spcBef>
              <a:buFont typeface="Arial" panose="020B0604020202020204" pitchFamily="34" charset="0"/>
              <a:buChar char="•"/>
            </a:pPr>
            <a:r>
              <a:rPr lang="es-ES" sz="1399" kern="0" dirty="0">
                <a:solidFill>
                  <a:sysClr val="windowText" lastClr="000000"/>
                </a:solidFill>
                <a:latin typeface="+mj-lt"/>
              </a:rPr>
              <a:t>¿Cómo influyen las elecciones tecnológicas y políticas en los resultados?</a:t>
            </a:r>
          </a:p>
          <a:p>
            <a:pPr marL="742950" lvl="1" indent="-285750">
              <a:spcBef>
                <a:spcPts val="300"/>
              </a:spcBef>
              <a:buFont typeface="Arial" panose="020B0604020202020204" pitchFamily="34" charset="0"/>
              <a:buChar char="•"/>
            </a:pPr>
            <a:r>
              <a:rPr lang="es-ES" sz="1399" kern="0" dirty="0">
                <a:solidFill>
                  <a:sysClr val="windowText" lastClr="000000"/>
                </a:solidFill>
                <a:latin typeface="+mj-lt"/>
              </a:rPr>
              <a:t>¿Cuáles son las incertidumbres y sensibilidades clave?</a:t>
            </a:r>
            <a:endParaRPr lang="en-US" sz="1599" kern="0" dirty="0">
              <a:latin typeface="+mj-lt"/>
            </a:endParaRPr>
          </a:p>
        </p:txBody>
      </p:sp>
      <p:pic>
        <p:nvPicPr>
          <p:cNvPr id="33" name="Picture 2" descr="IPCC's Sixth Assessment Report (AR6) | PAGES">
            <a:extLst>
              <a:ext uri="{FF2B5EF4-FFF2-40B4-BE49-F238E27FC236}">
                <a16:creationId xmlns:a16="http://schemas.microsoft.com/office/drawing/2014/main" id="{F8309949-1379-B444-9030-2B6718BB7B6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709887" y="2212273"/>
            <a:ext cx="3102252" cy="3938137"/>
          </a:xfrm>
          <a:prstGeom prst="rect">
            <a:avLst/>
          </a:prstGeom>
          <a:noFill/>
          <a:extLst>
            <a:ext uri="{909E8E84-426E-40DD-AFC4-6F175D3DCCD1}">
              <a14:hiddenFill xmlns:a14="http://schemas.microsoft.com/office/drawing/2010/main">
                <a:solidFill>
                  <a:srgbClr val="FFFFFF"/>
                </a:solidFill>
              </a14:hiddenFill>
            </a:ext>
          </a:extLst>
        </p:spPr>
      </p:pic>
      <p:sp>
        <p:nvSpPr>
          <p:cNvPr id="3" name="object 35">
            <a:extLst>
              <a:ext uri="{FF2B5EF4-FFF2-40B4-BE49-F238E27FC236}">
                <a16:creationId xmlns:a16="http://schemas.microsoft.com/office/drawing/2014/main" id="{897B66FC-8DE3-D1FD-7089-9C4691266E05}"/>
              </a:ext>
            </a:extLst>
          </p:cNvPr>
          <p:cNvSpPr txBox="1">
            <a:spLocks/>
          </p:cNvSpPr>
          <p:nvPr/>
        </p:nvSpPr>
        <p:spPr>
          <a:xfrm>
            <a:off x="306478" y="336516"/>
            <a:ext cx="11383095" cy="416970"/>
          </a:xfrm>
          <a:prstGeom prst="rect">
            <a:avLst/>
          </a:prstGeom>
        </p:spPr>
        <p:txBody>
          <a:bodyPr vert="horz" wrap="square" lIns="0" tIns="16903" rIns="0" bIns="0" rtlCol="0" anchor="ctr" anchorCtr="0">
            <a:spAutoFit/>
          </a:bodyPr>
          <a:lstStyle>
            <a:lvl1pPr marL="0" indent="0" algn="ctr" defTabSz="914400" rtl="0" eaLnBrk="1" latinLnBrk="0" hangingPunct="1">
              <a:lnSpc>
                <a:spcPct val="100000"/>
              </a:lnSpc>
              <a:spcBef>
                <a:spcPct val="20000"/>
              </a:spcBef>
              <a:spcAft>
                <a:spcPts val="0"/>
              </a:spcAft>
              <a:buNone/>
              <a:defRPr kumimoji="0" sz="5997" b="0" i="0" u="none" kern="1200" cap="all" baseline="0">
                <a:solidFill>
                  <a:schemeClr val="tx2"/>
                </a:solidFill>
                <a:latin typeface="Calibri Light" panose="020F0302020204030204" pitchFamily="34" charset="0"/>
                <a:ea typeface="+mj-ea"/>
                <a:cs typeface="Calibri Light" panose="020F0302020204030204" pitchFamily="34" charset="0"/>
              </a:defRPr>
            </a:lvl1pPr>
          </a:lstStyle>
          <a:p>
            <a:pPr marL="16510" algn="l">
              <a:spcBef>
                <a:spcPts val="133"/>
              </a:spcBef>
            </a:pPr>
            <a:r>
              <a:rPr lang="fr-CH" sz="2600" dirty="0">
                <a:latin typeface="Calibri Light"/>
                <a:ea typeface="Calibri Light"/>
                <a:cs typeface="Calibri Light"/>
              </a:rPr>
              <a:t>INTEGRATED ASSESSMENT MODELS (IAM)</a:t>
            </a:r>
            <a:endParaRPr lang="en-US" sz="2600" dirty="0"/>
          </a:p>
        </p:txBody>
      </p:sp>
    </p:spTree>
    <p:extLst>
      <p:ext uri="{BB962C8B-B14F-4D97-AF65-F5344CB8AC3E}">
        <p14:creationId xmlns:p14="http://schemas.microsoft.com/office/powerpoint/2010/main" val="550995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B80C5A6-9E89-DBB2-1F6F-1B2573688ABB}"/>
              </a:ext>
            </a:extLst>
          </p:cNvPr>
          <p:cNvSpPr>
            <a:spLocks noGrp="1"/>
          </p:cNvSpPr>
          <p:nvPr>
            <p:ph type="sldNum" sz="quarter" idx="12"/>
          </p:nvPr>
        </p:nvSpPr>
        <p:spPr/>
        <p:txBody>
          <a:bodyPr/>
          <a:lstStyle/>
          <a:p>
            <a:fld id="{AC5AAF23-B1E3-4AE5-95B0-7F034DD1AB5C}" type="slidenum">
              <a:rPr lang="en-US" smtClean="0"/>
              <a:t>10</a:t>
            </a:fld>
            <a:endParaRPr lang="en-US"/>
          </a:p>
        </p:txBody>
      </p:sp>
      <p:grpSp>
        <p:nvGrpSpPr>
          <p:cNvPr id="68" name="object 2">
            <a:extLst>
              <a:ext uri="{FF2B5EF4-FFF2-40B4-BE49-F238E27FC236}">
                <a16:creationId xmlns:a16="http://schemas.microsoft.com/office/drawing/2014/main" id="{6C95D767-D277-9239-C86B-95A38D89B3E5}"/>
              </a:ext>
            </a:extLst>
          </p:cNvPr>
          <p:cNvGrpSpPr/>
          <p:nvPr/>
        </p:nvGrpSpPr>
        <p:grpSpPr>
          <a:xfrm>
            <a:off x="452885" y="1477234"/>
            <a:ext cx="5631451" cy="4033210"/>
            <a:chOff x="332231" y="1030307"/>
            <a:chExt cx="4231005" cy="3030220"/>
          </a:xfrm>
        </p:grpSpPr>
        <p:sp>
          <p:nvSpPr>
            <p:cNvPr id="69" name="object 3">
              <a:extLst>
                <a:ext uri="{FF2B5EF4-FFF2-40B4-BE49-F238E27FC236}">
                  <a16:creationId xmlns:a16="http://schemas.microsoft.com/office/drawing/2014/main" id="{A01633E2-AEB8-AE52-1A6D-D90E7AD2A87A}"/>
                </a:ext>
              </a:extLst>
            </p:cNvPr>
            <p:cNvSpPr/>
            <p:nvPr/>
          </p:nvSpPr>
          <p:spPr>
            <a:xfrm>
              <a:off x="3480851" y="3230897"/>
              <a:ext cx="775628" cy="778720"/>
            </a:xfrm>
            <a:prstGeom prst="rect">
              <a:avLst/>
            </a:prstGeom>
            <a:blipFill>
              <a:blip r:embed="rId2" cstate="print"/>
              <a:stretch>
                <a:fillRect/>
              </a:stretch>
            </a:blipFill>
          </p:spPr>
          <p:txBody>
            <a:bodyPr wrap="square" lIns="0" tIns="0" rIns="0" bIns="0" rtlCol="0"/>
            <a:lstStyle/>
            <a:p>
              <a:endParaRPr sz="2396"/>
            </a:p>
          </p:txBody>
        </p:sp>
        <p:sp>
          <p:nvSpPr>
            <p:cNvPr id="70" name="object 4">
              <a:extLst>
                <a:ext uri="{FF2B5EF4-FFF2-40B4-BE49-F238E27FC236}">
                  <a16:creationId xmlns:a16="http://schemas.microsoft.com/office/drawing/2014/main" id="{DC4384DB-35C4-E47A-7E34-EFAFEF6044DB}"/>
                </a:ext>
              </a:extLst>
            </p:cNvPr>
            <p:cNvSpPr/>
            <p:nvPr/>
          </p:nvSpPr>
          <p:spPr>
            <a:xfrm>
              <a:off x="2505455" y="2785872"/>
              <a:ext cx="1246632" cy="1249680"/>
            </a:xfrm>
            <a:prstGeom prst="rect">
              <a:avLst/>
            </a:prstGeom>
            <a:blipFill>
              <a:blip r:embed="rId3" cstate="print"/>
              <a:stretch>
                <a:fillRect/>
              </a:stretch>
            </a:blipFill>
          </p:spPr>
          <p:txBody>
            <a:bodyPr wrap="square" lIns="0" tIns="0" rIns="0" bIns="0" rtlCol="0"/>
            <a:lstStyle/>
            <a:p>
              <a:endParaRPr sz="2396"/>
            </a:p>
          </p:txBody>
        </p:sp>
        <p:sp>
          <p:nvSpPr>
            <p:cNvPr id="71" name="object 5">
              <a:extLst>
                <a:ext uri="{FF2B5EF4-FFF2-40B4-BE49-F238E27FC236}">
                  <a16:creationId xmlns:a16="http://schemas.microsoft.com/office/drawing/2014/main" id="{CB71F64A-9DAF-83D9-7135-595FF49D0491}"/>
                </a:ext>
              </a:extLst>
            </p:cNvPr>
            <p:cNvSpPr/>
            <p:nvPr/>
          </p:nvSpPr>
          <p:spPr>
            <a:xfrm>
              <a:off x="801623" y="1539239"/>
              <a:ext cx="2520695" cy="2520695"/>
            </a:xfrm>
            <a:prstGeom prst="rect">
              <a:avLst/>
            </a:prstGeom>
            <a:blipFill>
              <a:blip r:embed="rId4" cstate="print"/>
              <a:stretch>
                <a:fillRect/>
              </a:stretch>
            </a:blipFill>
          </p:spPr>
          <p:txBody>
            <a:bodyPr wrap="square" lIns="0" tIns="0" rIns="0" bIns="0" rtlCol="0"/>
            <a:lstStyle/>
            <a:p>
              <a:endParaRPr sz="2396"/>
            </a:p>
          </p:txBody>
        </p:sp>
        <p:sp>
          <p:nvSpPr>
            <p:cNvPr id="72" name="object 6">
              <a:extLst>
                <a:ext uri="{FF2B5EF4-FFF2-40B4-BE49-F238E27FC236}">
                  <a16:creationId xmlns:a16="http://schemas.microsoft.com/office/drawing/2014/main" id="{DEAFD669-0D15-683B-78DE-DB6A22AEDAA0}"/>
                </a:ext>
              </a:extLst>
            </p:cNvPr>
            <p:cNvSpPr/>
            <p:nvPr/>
          </p:nvSpPr>
          <p:spPr>
            <a:xfrm>
              <a:off x="1461515" y="2766079"/>
              <a:ext cx="1475740" cy="797560"/>
            </a:xfrm>
            <a:custGeom>
              <a:avLst/>
              <a:gdLst/>
              <a:ahLst/>
              <a:cxnLst/>
              <a:rect l="l" t="t" r="r" b="b"/>
              <a:pathLst>
                <a:path w="1475739" h="797560">
                  <a:moveTo>
                    <a:pt x="1014984" y="192004"/>
                  </a:moveTo>
                  <a:lnTo>
                    <a:pt x="1026441" y="142990"/>
                  </a:lnTo>
                  <a:lnTo>
                    <a:pt x="1043781" y="97167"/>
                  </a:lnTo>
                  <a:lnTo>
                    <a:pt x="1072884" y="57773"/>
                  </a:lnTo>
                  <a:lnTo>
                    <a:pt x="1119632" y="28047"/>
                  </a:lnTo>
                  <a:lnTo>
                    <a:pt x="1156165" y="16439"/>
                  </a:lnTo>
                  <a:lnTo>
                    <a:pt x="1199282" y="8430"/>
                  </a:lnTo>
                  <a:lnTo>
                    <a:pt x="1247887" y="3421"/>
                  </a:lnTo>
                  <a:lnTo>
                    <a:pt x="1300882" y="810"/>
                  </a:lnTo>
                  <a:lnTo>
                    <a:pt x="1357170" y="0"/>
                  </a:lnTo>
                  <a:lnTo>
                    <a:pt x="1415652" y="388"/>
                  </a:lnTo>
                  <a:lnTo>
                    <a:pt x="1475232" y="1377"/>
                  </a:lnTo>
                </a:path>
                <a:path w="1475739" h="797560">
                  <a:moveTo>
                    <a:pt x="1164336" y="784840"/>
                  </a:moveTo>
                  <a:lnTo>
                    <a:pt x="1181352" y="771654"/>
                  </a:lnTo>
                  <a:lnTo>
                    <a:pt x="1199784" y="759932"/>
                  </a:lnTo>
                  <a:lnTo>
                    <a:pt x="1221003" y="751139"/>
                  </a:lnTo>
                  <a:lnTo>
                    <a:pt x="1246378" y="746740"/>
                  </a:lnTo>
                  <a:lnTo>
                    <a:pt x="1277363" y="755570"/>
                  </a:lnTo>
                  <a:lnTo>
                    <a:pt x="1318274" y="775775"/>
                  </a:lnTo>
                  <a:lnTo>
                    <a:pt x="1357788" y="794042"/>
                  </a:lnTo>
                  <a:lnTo>
                    <a:pt x="1384586" y="797056"/>
                  </a:lnTo>
                  <a:lnTo>
                    <a:pt x="1387348" y="771505"/>
                  </a:lnTo>
                </a:path>
                <a:path w="1475739" h="797560">
                  <a:moveTo>
                    <a:pt x="313944" y="304780"/>
                  </a:moveTo>
                  <a:lnTo>
                    <a:pt x="273675" y="318252"/>
                  </a:lnTo>
                  <a:lnTo>
                    <a:pt x="233537" y="334165"/>
                  </a:lnTo>
                  <a:lnTo>
                    <a:pt x="193661" y="354911"/>
                  </a:lnTo>
                  <a:lnTo>
                    <a:pt x="154178" y="382885"/>
                  </a:lnTo>
                  <a:lnTo>
                    <a:pt x="122940" y="411667"/>
                  </a:lnTo>
                  <a:lnTo>
                    <a:pt x="91970" y="445381"/>
                  </a:lnTo>
                  <a:lnTo>
                    <a:pt x="61201" y="482801"/>
                  </a:lnTo>
                  <a:lnTo>
                    <a:pt x="30567" y="522703"/>
                  </a:lnTo>
                  <a:lnTo>
                    <a:pt x="0" y="563860"/>
                  </a:lnTo>
                </a:path>
              </a:pathLst>
            </a:custGeom>
            <a:ln w="9144">
              <a:solidFill>
                <a:srgbClr val="FFFFFF"/>
              </a:solidFill>
            </a:ln>
          </p:spPr>
          <p:txBody>
            <a:bodyPr wrap="square" lIns="0" tIns="0" rIns="0" bIns="0" rtlCol="0"/>
            <a:lstStyle/>
            <a:p>
              <a:endParaRPr sz="2396"/>
            </a:p>
          </p:txBody>
        </p:sp>
        <p:sp>
          <p:nvSpPr>
            <p:cNvPr id="73" name="object 7">
              <a:extLst>
                <a:ext uri="{FF2B5EF4-FFF2-40B4-BE49-F238E27FC236}">
                  <a16:creationId xmlns:a16="http://schemas.microsoft.com/office/drawing/2014/main" id="{A5594EC6-0944-6FA7-659D-F5B7FF0448AD}"/>
                </a:ext>
              </a:extLst>
            </p:cNvPr>
            <p:cNvSpPr/>
            <p:nvPr/>
          </p:nvSpPr>
          <p:spPr>
            <a:xfrm>
              <a:off x="893063" y="2514600"/>
              <a:ext cx="249935" cy="115824"/>
            </a:xfrm>
            <a:prstGeom prst="rect">
              <a:avLst/>
            </a:prstGeom>
            <a:blipFill>
              <a:blip r:embed="rId5" cstate="print"/>
              <a:stretch>
                <a:fillRect/>
              </a:stretch>
            </a:blipFill>
          </p:spPr>
          <p:txBody>
            <a:bodyPr wrap="square" lIns="0" tIns="0" rIns="0" bIns="0" rtlCol="0"/>
            <a:lstStyle/>
            <a:p>
              <a:endParaRPr sz="2396"/>
            </a:p>
          </p:txBody>
        </p:sp>
        <p:sp>
          <p:nvSpPr>
            <p:cNvPr id="74" name="object 8">
              <a:extLst>
                <a:ext uri="{FF2B5EF4-FFF2-40B4-BE49-F238E27FC236}">
                  <a16:creationId xmlns:a16="http://schemas.microsoft.com/office/drawing/2014/main" id="{F370C95B-A132-6B7B-0D28-0898F8137776}"/>
                </a:ext>
              </a:extLst>
            </p:cNvPr>
            <p:cNvSpPr/>
            <p:nvPr/>
          </p:nvSpPr>
          <p:spPr>
            <a:xfrm>
              <a:off x="982980" y="2272315"/>
              <a:ext cx="607060" cy="73660"/>
            </a:xfrm>
            <a:custGeom>
              <a:avLst/>
              <a:gdLst/>
              <a:ahLst/>
              <a:cxnLst/>
              <a:rect l="l" t="t" r="r" b="b"/>
              <a:pathLst>
                <a:path w="607060" h="73660">
                  <a:moveTo>
                    <a:pt x="606551" y="55467"/>
                  </a:moveTo>
                  <a:lnTo>
                    <a:pt x="579874" y="63809"/>
                  </a:lnTo>
                  <a:lnTo>
                    <a:pt x="553624" y="70294"/>
                  </a:lnTo>
                  <a:lnTo>
                    <a:pt x="528185" y="73112"/>
                  </a:lnTo>
                  <a:lnTo>
                    <a:pt x="503935" y="70453"/>
                  </a:lnTo>
                  <a:lnTo>
                    <a:pt x="489078" y="58598"/>
                  </a:lnTo>
                  <a:lnTo>
                    <a:pt x="480806" y="39624"/>
                  </a:lnTo>
                  <a:lnTo>
                    <a:pt x="462698" y="20125"/>
                  </a:lnTo>
                  <a:lnTo>
                    <a:pt x="418338" y="6699"/>
                  </a:lnTo>
                  <a:lnTo>
                    <a:pt x="341065" y="1170"/>
                  </a:lnTo>
                  <a:lnTo>
                    <a:pt x="293160" y="131"/>
                  </a:lnTo>
                  <a:lnTo>
                    <a:pt x="240377" y="0"/>
                  </a:lnTo>
                  <a:lnTo>
                    <a:pt x="183693" y="594"/>
                  </a:lnTo>
                  <a:lnTo>
                    <a:pt x="124085" y="1734"/>
                  </a:lnTo>
                  <a:lnTo>
                    <a:pt x="62528" y="3237"/>
                  </a:lnTo>
                  <a:lnTo>
                    <a:pt x="0" y="4921"/>
                  </a:lnTo>
                </a:path>
              </a:pathLst>
            </a:custGeom>
            <a:ln w="9144">
              <a:solidFill>
                <a:srgbClr val="FFFFFF"/>
              </a:solidFill>
            </a:ln>
          </p:spPr>
          <p:txBody>
            <a:bodyPr wrap="square" lIns="0" tIns="0" rIns="0" bIns="0" rtlCol="0"/>
            <a:lstStyle/>
            <a:p>
              <a:endParaRPr sz="2396"/>
            </a:p>
          </p:txBody>
        </p:sp>
        <p:sp>
          <p:nvSpPr>
            <p:cNvPr id="75" name="object 9">
              <a:extLst>
                <a:ext uri="{FF2B5EF4-FFF2-40B4-BE49-F238E27FC236}">
                  <a16:creationId xmlns:a16="http://schemas.microsoft.com/office/drawing/2014/main" id="{7044ED9A-3B4C-64D0-7A1D-FFF74509D21F}"/>
                </a:ext>
              </a:extLst>
            </p:cNvPr>
            <p:cNvSpPr/>
            <p:nvPr/>
          </p:nvSpPr>
          <p:spPr>
            <a:xfrm>
              <a:off x="2459736" y="2173223"/>
              <a:ext cx="85344" cy="137160"/>
            </a:xfrm>
            <a:prstGeom prst="rect">
              <a:avLst/>
            </a:prstGeom>
            <a:blipFill>
              <a:blip r:embed="rId6" cstate="print"/>
              <a:stretch>
                <a:fillRect/>
              </a:stretch>
            </a:blipFill>
          </p:spPr>
          <p:txBody>
            <a:bodyPr wrap="square" lIns="0" tIns="0" rIns="0" bIns="0" rtlCol="0"/>
            <a:lstStyle/>
            <a:p>
              <a:endParaRPr sz="2396"/>
            </a:p>
          </p:txBody>
        </p:sp>
        <p:sp>
          <p:nvSpPr>
            <p:cNvPr id="76" name="object 10">
              <a:extLst>
                <a:ext uri="{FF2B5EF4-FFF2-40B4-BE49-F238E27FC236}">
                  <a16:creationId xmlns:a16="http://schemas.microsoft.com/office/drawing/2014/main" id="{1162F446-29F5-0521-9A88-9169DEFEE0B7}"/>
                </a:ext>
              </a:extLst>
            </p:cNvPr>
            <p:cNvSpPr/>
            <p:nvPr/>
          </p:nvSpPr>
          <p:spPr>
            <a:xfrm>
              <a:off x="2497836" y="1991867"/>
              <a:ext cx="707390" cy="594360"/>
            </a:xfrm>
            <a:custGeom>
              <a:avLst/>
              <a:gdLst/>
              <a:ahLst/>
              <a:cxnLst/>
              <a:rect l="l" t="t" r="r" b="b"/>
              <a:pathLst>
                <a:path w="707389" h="594360">
                  <a:moveTo>
                    <a:pt x="320928" y="0"/>
                  </a:moveTo>
                  <a:lnTo>
                    <a:pt x="339522" y="40862"/>
                  </a:lnTo>
                  <a:lnTo>
                    <a:pt x="352996" y="80010"/>
                  </a:lnTo>
                  <a:lnTo>
                    <a:pt x="356183" y="115728"/>
                  </a:lnTo>
                  <a:lnTo>
                    <a:pt x="343915" y="146304"/>
                  </a:lnTo>
                  <a:lnTo>
                    <a:pt x="308961" y="172985"/>
                  </a:lnTo>
                  <a:lnTo>
                    <a:pt x="256111" y="196119"/>
                  </a:lnTo>
                  <a:lnTo>
                    <a:pt x="197951" y="212633"/>
                  </a:lnTo>
                  <a:lnTo>
                    <a:pt x="147065" y="219456"/>
                  </a:lnTo>
                  <a:lnTo>
                    <a:pt x="106227" y="214449"/>
                  </a:lnTo>
                  <a:lnTo>
                    <a:pt x="68865" y="199691"/>
                  </a:lnTo>
                  <a:lnTo>
                    <a:pt x="33837" y="178433"/>
                  </a:lnTo>
                  <a:lnTo>
                    <a:pt x="0" y="153924"/>
                  </a:lnTo>
                </a:path>
                <a:path w="707389" h="594360">
                  <a:moveTo>
                    <a:pt x="381888" y="594360"/>
                  </a:moveTo>
                  <a:lnTo>
                    <a:pt x="378186" y="568896"/>
                  </a:lnTo>
                  <a:lnTo>
                    <a:pt x="380174" y="544861"/>
                  </a:lnTo>
                  <a:lnTo>
                    <a:pt x="393497" y="523636"/>
                  </a:lnTo>
                  <a:lnTo>
                    <a:pt x="455617" y="498121"/>
                  </a:lnTo>
                  <a:lnTo>
                    <a:pt x="495845" y="491706"/>
                  </a:lnTo>
                  <a:lnTo>
                    <a:pt x="542798" y="486949"/>
                  </a:lnTo>
                  <a:lnTo>
                    <a:pt x="594788" y="483441"/>
                  </a:lnTo>
                  <a:lnTo>
                    <a:pt x="650129" y="480773"/>
                  </a:lnTo>
                  <a:lnTo>
                    <a:pt x="707136" y="478536"/>
                  </a:lnTo>
                </a:path>
                <a:path w="707389" h="594360">
                  <a:moveTo>
                    <a:pt x="325627" y="176783"/>
                  </a:moveTo>
                  <a:lnTo>
                    <a:pt x="319543" y="211199"/>
                  </a:lnTo>
                  <a:lnTo>
                    <a:pt x="315150" y="246840"/>
                  </a:lnTo>
                  <a:lnTo>
                    <a:pt x="314090" y="284886"/>
                  </a:lnTo>
                  <a:lnTo>
                    <a:pt x="318007" y="326517"/>
                  </a:lnTo>
                  <a:lnTo>
                    <a:pt x="327921" y="372516"/>
                  </a:lnTo>
                  <a:lnTo>
                    <a:pt x="342836" y="422100"/>
                  </a:lnTo>
                  <a:lnTo>
                    <a:pt x="361084" y="474089"/>
                  </a:lnTo>
                  <a:lnTo>
                    <a:pt x="381000" y="527304"/>
                  </a:lnTo>
                </a:path>
              </a:pathLst>
            </a:custGeom>
            <a:ln w="9144">
              <a:solidFill>
                <a:srgbClr val="FFFFFF"/>
              </a:solidFill>
            </a:ln>
          </p:spPr>
          <p:txBody>
            <a:bodyPr wrap="square" lIns="0" tIns="0" rIns="0" bIns="0" rtlCol="0"/>
            <a:lstStyle/>
            <a:p>
              <a:endParaRPr sz="2396"/>
            </a:p>
          </p:txBody>
        </p:sp>
        <p:sp>
          <p:nvSpPr>
            <p:cNvPr id="77" name="object 11">
              <a:extLst>
                <a:ext uri="{FF2B5EF4-FFF2-40B4-BE49-F238E27FC236}">
                  <a16:creationId xmlns:a16="http://schemas.microsoft.com/office/drawing/2014/main" id="{A8192212-1073-6878-47FA-CE77974DBA33}"/>
                </a:ext>
              </a:extLst>
            </p:cNvPr>
            <p:cNvSpPr/>
            <p:nvPr/>
          </p:nvSpPr>
          <p:spPr>
            <a:xfrm>
              <a:off x="969264" y="2066543"/>
              <a:ext cx="332740" cy="615950"/>
            </a:xfrm>
            <a:custGeom>
              <a:avLst/>
              <a:gdLst/>
              <a:ahLst/>
              <a:cxnLst/>
              <a:rect l="l" t="t" r="r" b="b"/>
              <a:pathLst>
                <a:path w="332740" h="615950">
                  <a:moveTo>
                    <a:pt x="112776" y="565404"/>
                  </a:moveTo>
                  <a:lnTo>
                    <a:pt x="108343" y="545820"/>
                  </a:lnTo>
                  <a:lnTo>
                    <a:pt x="96253" y="529831"/>
                  </a:lnTo>
                  <a:lnTo>
                    <a:pt x="78333" y="519061"/>
                  </a:lnTo>
                  <a:lnTo>
                    <a:pt x="56388" y="515112"/>
                  </a:lnTo>
                  <a:lnTo>
                    <a:pt x="34429" y="519061"/>
                  </a:lnTo>
                  <a:lnTo>
                    <a:pt x="16510" y="529831"/>
                  </a:lnTo>
                  <a:lnTo>
                    <a:pt x="4419" y="545820"/>
                  </a:lnTo>
                  <a:lnTo>
                    <a:pt x="0" y="565404"/>
                  </a:lnTo>
                  <a:lnTo>
                    <a:pt x="4419" y="585000"/>
                  </a:lnTo>
                  <a:lnTo>
                    <a:pt x="16510" y="600989"/>
                  </a:lnTo>
                  <a:lnTo>
                    <a:pt x="34429" y="611759"/>
                  </a:lnTo>
                  <a:lnTo>
                    <a:pt x="56388" y="615696"/>
                  </a:lnTo>
                  <a:lnTo>
                    <a:pt x="78333" y="611759"/>
                  </a:lnTo>
                  <a:lnTo>
                    <a:pt x="96253" y="600989"/>
                  </a:lnTo>
                  <a:lnTo>
                    <a:pt x="108343" y="585000"/>
                  </a:lnTo>
                  <a:lnTo>
                    <a:pt x="112776" y="565404"/>
                  </a:lnTo>
                  <a:close/>
                </a:path>
                <a:path w="332740" h="615950">
                  <a:moveTo>
                    <a:pt x="280416" y="50292"/>
                  </a:moveTo>
                  <a:lnTo>
                    <a:pt x="275983" y="30708"/>
                  </a:lnTo>
                  <a:lnTo>
                    <a:pt x="263893" y="14719"/>
                  </a:lnTo>
                  <a:lnTo>
                    <a:pt x="245973" y="3949"/>
                  </a:lnTo>
                  <a:lnTo>
                    <a:pt x="224028" y="0"/>
                  </a:lnTo>
                  <a:lnTo>
                    <a:pt x="202069" y="3949"/>
                  </a:lnTo>
                  <a:lnTo>
                    <a:pt x="184150" y="14719"/>
                  </a:lnTo>
                  <a:lnTo>
                    <a:pt x="172059" y="30708"/>
                  </a:lnTo>
                  <a:lnTo>
                    <a:pt x="167640" y="50292"/>
                  </a:lnTo>
                  <a:lnTo>
                    <a:pt x="172059" y="69888"/>
                  </a:lnTo>
                  <a:lnTo>
                    <a:pt x="184150" y="85877"/>
                  </a:lnTo>
                  <a:lnTo>
                    <a:pt x="202069" y="96647"/>
                  </a:lnTo>
                  <a:lnTo>
                    <a:pt x="224028" y="100584"/>
                  </a:lnTo>
                  <a:lnTo>
                    <a:pt x="245973" y="96647"/>
                  </a:lnTo>
                  <a:lnTo>
                    <a:pt x="263893" y="85877"/>
                  </a:lnTo>
                  <a:lnTo>
                    <a:pt x="275983" y="69888"/>
                  </a:lnTo>
                  <a:lnTo>
                    <a:pt x="280416" y="50292"/>
                  </a:lnTo>
                  <a:close/>
                </a:path>
                <a:path w="332740" h="615950">
                  <a:moveTo>
                    <a:pt x="332232" y="327660"/>
                  </a:moveTo>
                  <a:lnTo>
                    <a:pt x="327787" y="308076"/>
                  </a:lnTo>
                  <a:lnTo>
                    <a:pt x="315696" y="292087"/>
                  </a:lnTo>
                  <a:lnTo>
                    <a:pt x="297776" y="281317"/>
                  </a:lnTo>
                  <a:lnTo>
                    <a:pt x="275844" y="277368"/>
                  </a:lnTo>
                  <a:lnTo>
                    <a:pt x="253885" y="281317"/>
                  </a:lnTo>
                  <a:lnTo>
                    <a:pt x="235966" y="292087"/>
                  </a:lnTo>
                  <a:lnTo>
                    <a:pt x="223875" y="308076"/>
                  </a:lnTo>
                  <a:lnTo>
                    <a:pt x="219456" y="327660"/>
                  </a:lnTo>
                  <a:lnTo>
                    <a:pt x="223875" y="347256"/>
                  </a:lnTo>
                  <a:lnTo>
                    <a:pt x="235966" y="363245"/>
                  </a:lnTo>
                  <a:lnTo>
                    <a:pt x="253885" y="374015"/>
                  </a:lnTo>
                  <a:lnTo>
                    <a:pt x="275844" y="377952"/>
                  </a:lnTo>
                  <a:lnTo>
                    <a:pt x="297776" y="374015"/>
                  </a:lnTo>
                  <a:lnTo>
                    <a:pt x="315696" y="363245"/>
                  </a:lnTo>
                  <a:lnTo>
                    <a:pt x="327787" y="347256"/>
                  </a:lnTo>
                  <a:lnTo>
                    <a:pt x="332232" y="327660"/>
                  </a:lnTo>
                  <a:close/>
                </a:path>
              </a:pathLst>
            </a:custGeom>
            <a:solidFill>
              <a:srgbClr val="EB5B00"/>
            </a:solidFill>
          </p:spPr>
          <p:txBody>
            <a:bodyPr wrap="square" lIns="0" tIns="0" rIns="0" bIns="0" rtlCol="0"/>
            <a:lstStyle/>
            <a:p>
              <a:endParaRPr sz="2396"/>
            </a:p>
          </p:txBody>
        </p:sp>
        <p:sp>
          <p:nvSpPr>
            <p:cNvPr id="78" name="object 12">
              <a:extLst>
                <a:ext uri="{FF2B5EF4-FFF2-40B4-BE49-F238E27FC236}">
                  <a16:creationId xmlns:a16="http://schemas.microsoft.com/office/drawing/2014/main" id="{6F8C250A-F1F7-3939-21F1-2EA2E6AB551E}"/>
                </a:ext>
              </a:extLst>
            </p:cNvPr>
            <p:cNvSpPr/>
            <p:nvPr/>
          </p:nvSpPr>
          <p:spPr>
            <a:xfrm>
              <a:off x="1405128" y="3020567"/>
              <a:ext cx="109728" cy="97536"/>
            </a:xfrm>
            <a:prstGeom prst="rect">
              <a:avLst/>
            </a:prstGeom>
            <a:blipFill>
              <a:blip r:embed="rId7" cstate="print"/>
              <a:stretch>
                <a:fillRect/>
              </a:stretch>
            </a:blipFill>
          </p:spPr>
          <p:txBody>
            <a:bodyPr wrap="square" lIns="0" tIns="0" rIns="0" bIns="0" rtlCol="0"/>
            <a:lstStyle/>
            <a:p>
              <a:endParaRPr sz="2396"/>
            </a:p>
          </p:txBody>
        </p:sp>
        <p:sp>
          <p:nvSpPr>
            <p:cNvPr id="79" name="object 13">
              <a:extLst>
                <a:ext uri="{FF2B5EF4-FFF2-40B4-BE49-F238E27FC236}">
                  <a16:creationId xmlns:a16="http://schemas.microsoft.com/office/drawing/2014/main" id="{189AC860-F10A-381F-9683-9F79937A9CE5}"/>
                </a:ext>
              </a:extLst>
            </p:cNvPr>
            <p:cNvSpPr/>
            <p:nvPr/>
          </p:nvSpPr>
          <p:spPr>
            <a:xfrm>
              <a:off x="1591056" y="3279647"/>
              <a:ext cx="112775" cy="97536"/>
            </a:xfrm>
            <a:prstGeom prst="rect">
              <a:avLst/>
            </a:prstGeom>
            <a:blipFill>
              <a:blip r:embed="rId8" cstate="print"/>
              <a:stretch>
                <a:fillRect/>
              </a:stretch>
            </a:blipFill>
          </p:spPr>
          <p:txBody>
            <a:bodyPr wrap="square" lIns="0" tIns="0" rIns="0" bIns="0" rtlCol="0"/>
            <a:lstStyle/>
            <a:p>
              <a:endParaRPr sz="2396"/>
            </a:p>
          </p:txBody>
        </p:sp>
        <p:sp>
          <p:nvSpPr>
            <p:cNvPr id="80" name="object 14">
              <a:extLst>
                <a:ext uri="{FF2B5EF4-FFF2-40B4-BE49-F238E27FC236}">
                  <a16:creationId xmlns:a16="http://schemas.microsoft.com/office/drawing/2014/main" id="{3BA2C818-F9A8-8124-3B51-8C114AE6D68B}"/>
                </a:ext>
              </a:extLst>
            </p:cNvPr>
            <p:cNvSpPr/>
            <p:nvPr/>
          </p:nvSpPr>
          <p:spPr>
            <a:xfrm>
              <a:off x="1719071" y="3148583"/>
              <a:ext cx="112775" cy="100583"/>
            </a:xfrm>
            <a:prstGeom prst="rect">
              <a:avLst/>
            </a:prstGeom>
            <a:blipFill>
              <a:blip r:embed="rId9" cstate="print"/>
              <a:stretch>
                <a:fillRect/>
              </a:stretch>
            </a:blipFill>
          </p:spPr>
          <p:txBody>
            <a:bodyPr wrap="square" lIns="0" tIns="0" rIns="0" bIns="0" rtlCol="0"/>
            <a:lstStyle/>
            <a:p>
              <a:endParaRPr sz="2396"/>
            </a:p>
          </p:txBody>
        </p:sp>
        <p:sp>
          <p:nvSpPr>
            <p:cNvPr id="81" name="object 15">
              <a:extLst>
                <a:ext uri="{FF2B5EF4-FFF2-40B4-BE49-F238E27FC236}">
                  <a16:creationId xmlns:a16="http://schemas.microsoft.com/office/drawing/2014/main" id="{3BA8F9C3-F63A-3F33-7246-7F7FED9FA112}"/>
                </a:ext>
              </a:extLst>
            </p:cNvPr>
            <p:cNvSpPr/>
            <p:nvPr/>
          </p:nvSpPr>
          <p:spPr>
            <a:xfrm>
              <a:off x="2761487" y="3112007"/>
              <a:ext cx="112775" cy="100584"/>
            </a:xfrm>
            <a:prstGeom prst="rect">
              <a:avLst/>
            </a:prstGeom>
            <a:blipFill>
              <a:blip r:embed="rId9" cstate="print"/>
              <a:stretch>
                <a:fillRect/>
              </a:stretch>
            </a:blipFill>
          </p:spPr>
          <p:txBody>
            <a:bodyPr wrap="square" lIns="0" tIns="0" rIns="0" bIns="0" rtlCol="0"/>
            <a:lstStyle/>
            <a:p>
              <a:endParaRPr sz="2396"/>
            </a:p>
          </p:txBody>
        </p:sp>
        <p:sp>
          <p:nvSpPr>
            <p:cNvPr id="82" name="object 16">
              <a:extLst>
                <a:ext uri="{FF2B5EF4-FFF2-40B4-BE49-F238E27FC236}">
                  <a16:creationId xmlns:a16="http://schemas.microsoft.com/office/drawing/2014/main" id="{3E6E953D-5616-E54A-F424-F9F404F70734}"/>
                </a:ext>
              </a:extLst>
            </p:cNvPr>
            <p:cNvSpPr/>
            <p:nvPr/>
          </p:nvSpPr>
          <p:spPr>
            <a:xfrm>
              <a:off x="2593848" y="2898647"/>
              <a:ext cx="112775" cy="100583"/>
            </a:xfrm>
            <a:prstGeom prst="rect">
              <a:avLst/>
            </a:prstGeom>
            <a:blipFill>
              <a:blip r:embed="rId10" cstate="print"/>
              <a:stretch>
                <a:fillRect/>
              </a:stretch>
            </a:blipFill>
          </p:spPr>
          <p:txBody>
            <a:bodyPr wrap="square" lIns="0" tIns="0" rIns="0" bIns="0" rtlCol="0"/>
            <a:lstStyle/>
            <a:p>
              <a:endParaRPr sz="2396"/>
            </a:p>
          </p:txBody>
        </p:sp>
        <p:sp>
          <p:nvSpPr>
            <p:cNvPr id="83" name="object 17">
              <a:extLst>
                <a:ext uri="{FF2B5EF4-FFF2-40B4-BE49-F238E27FC236}">
                  <a16:creationId xmlns:a16="http://schemas.microsoft.com/office/drawing/2014/main" id="{9854B1B6-E5D0-1E63-229E-1C245035347F}"/>
                </a:ext>
              </a:extLst>
            </p:cNvPr>
            <p:cNvSpPr/>
            <p:nvPr/>
          </p:nvSpPr>
          <p:spPr>
            <a:xfrm>
              <a:off x="2670048" y="3538727"/>
              <a:ext cx="109727" cy="97536"/>
            </a:xfrm>
            <a:prstGeom prst="rect">
              <a:avLst/>
            </a:prstGeom>
            <a:blipFill>
              <a:blip r:embed="rId7" cstate="print"/>
              <a:stretch>
                <a:fillRect/>
              </a:stretch>
            </a:blipFill>
          </p:spPr>
          <p:txBody>
            <a:bodyPr wrap="square" lIns="0" tIns="0" rIns="0" bIns="0" rtlCol="0"/>
            <a:lstStyle/>
            <a:p>
              <a:endParaRPr sz="2396"/>
            </a:p>
          </p:txBody>
        </p:sp>
        <p:sp>
          <p:nvSpPr>
            <p:cNvPr id="84" name="object 18">
              <a:extLst>
                <a:ext uri="{FF2B5EF4-FFF2-40B4-BE49-F238E27FC236}">
                  <a16:creationId xmlns:a16="http://schemas.microsoft.com/office/drawing/2014/main" id="{0C0A3BA3-4020-7300-1F54-829F23866EB3}"/>
                </a:ext>
              </a:extLst>
            </p:cNvPr>
            <p:cNvSpPr/>
            <p:nvPr/>
          </p:nvSpPr>
          <p:spPr>
            <a:xfrm>
              <a:off x="2350008" y="2590800"/>
              <a:ext cx="112775" cy="100584"/>
            </a:xfrm>
            <a:prstGeom prst="rect">
              <a:avLst/>
            </a:prstGeom>
            <a:blipFill>
              <a:blip r:embed="rId9" cstate="print"/>
              <a:stretch>
                <a:fillRect/>
              </a:stretch>
            </a:blipFill>
          </p:spPr>
          <p:txBody>
            <a:bodyPr wrap="square" lIns="0" tIns="0" rIns="0" bIns="0" rtlCol="0"/>
            <a:lstStyle/>
            <a:p>
              <a:endParaRPr sz="2396"/>
            </a:p>
          </p:txBody>
        </p:sp>
        <p:sp>
          <p:nvSpPr>
            <p:cNvPr id="85" name="object 19">
              <a:extLst>
                <a:ext uri="{FF2B5EF4-FFF2-40B4-BE49-F238E27FC236}">
                  <a16:creationId xmlns:a16="http://schemas.microsoft.com/office/drawing/2014/main" id="{DCCEC318-D148-AE89-4903-86605A200983}"/>
                </a:ext>
              </a:extLst>
            </p:cNvPr>
            <p:cNvSpPr/>
            <p:nvPr/>
          </p:nvSpPr>
          <p:spPr>
            <a:xfrm>
              <a:off x="2731008" y="2590800"/>
              <a:ext cx="112775" cy="100584"/>
            </a:xfrm>
            <a:prstGeom prst="rect">
              <a:avLst/>
            </a:prstGeom>
            <a:blipFill>
              <a:blip r:embed="rId9" cstate="print"/>
              <a:stretch>
                <a:fillRect/>
              </a:stretch>
            </a:blipFill>
          </p:spPr>
          <p:txBody>
            <a:bodyPr wrap="square" lIns="0" tIns="0" rIns="0" bIns="0" rtlCol="0"/>
            <a:lstStyle/>
            <a:p>
              <a:endParaRPr sz="2396"/>
            </a:p>
          </p:txBody>
        </p:sp>
        <p:sp>
          <p:nvSpPr>
            <p:cNvPr id="86" name="object 20">
              <a:extLst>
                <a:ext uri="{FF2B5EF4-FFF2-40B4-BE49-F238E27FC236}">
                  <a16:creationId xmlns:a16="http://schemas.microsoft.com/office/drawing/2014/main" id="{48D547C9-9E5F-47CC-15A1-B8262C80C6E9}"/>
                </a:ext>
              </a:extLst>
            </p:cNvPr>
            <p:cNvSpPr/>
            <p:nvPr/>
          </p:nvSpPr>
          <p:spPr>
            <a:xfrm>
              <a:off x="3026664" y="2624327"/>
              <a:ext cx="112775" cy="100583"/>
            </a:xfrm>
            <a:prstGeom prst="rect">
              <a:avLst/>
            </a:prstGeom>
            <a:blipFill>
              <a:blip r:embed="rId10" cstate="print"/>
              <a:stretch>
                <a:fillRect/>
              </a:stretch>
            </a:blipFill>
          </p:spPr>
          <p:txBody>
            <a:bodyPr wrap="square" lIns="0" tIns="0" rIns="0" bIns="0" rtlCol="0"/>
            <a:lstStyle/>
            <a:p>
              <a:endParaRPr sz="2396"/>
            </a:p>
          </p:txBody>
        </p:sp>
        <p:sp>
          <p:nvSpPr>
            <p:cNvPr id="87" name="object 21">
              <a:extLst>
                <a:ext uri="{FF2B5EF4-FFF2-40B4-BE49-F238E27FC236}">
                  <a16:creationId xmlns:a16="http://schemas.microsoft.com/office/drawing/2014/main" id="{2D8B2154-B70F-1E2F-FE25-4BC0F8DC3196}"/>
                </a:ext>
              </a:extLst>
            </p:cNvPr>
            <p:cNvSpPr/>
            <p:nvPr/>
          </p:nvSpPr>
          <p:spPr>
            <a:xfrm>
              <a:off x="2923031" y="2136647"/>
              <a:ext cx="109728" cy="100583"/>
            </a:xfrm>
            <a:prstGeom prst="rect">
              <a:avLst/>
            </a:prstGeom>
            <a:blipFill>
              <a:blip r:embed="rId11" cstate="print"/>
              <a:stretch>
                <a:fillRect/>
              </a:stretch>
            </a:blipFill>
          </p:spPr>
          <p:txBody>
            <a:bodyPr wrap="square" lIns="0" tIns="0" rIns="0" bIns="0" rtlCol="0"/>
            <a:lstStyle/>
            <a:p>
              <a:endParaRPr sz="2396"/>
            </a:p>
          </p:txBody>
        </p:sp>
        <p:sp>
          <p:nvSpPr>
            <p:cNvPr id="88" name="object 22">
              <a:extLst>
                <a:ext uri="{FF2B5EF4-FFF2-40B4-BE49-F238E27FC236}">
                  <a16:creationId xmlns:a16="http://schemas.microsoft.com/office/drawing/2014/main" id="{07C43BAB-597D-C401-6670-3136FBA55987}"/>
                </a:ext>
              </a:extLst>
            </p:cNvPr>
            <p:cNvSpPr/>
            <p:nvPr/>
          </p:nvSpPr>
          <p:spPr>
            <a:xfrm>
              <a:off x="2612136" y="2218943"/>
              <a:ext cx="112775" cy="100584"/>
            </a:xfrm>
            <a:prstGeom prst="rect">
              <a:avLst/>
            </a:prstGeom>
            <a:blipFill>
              <a:blip r:embed="rId9" cstate="print"/>
              <a:stretch>
                <a:fillRect/>
              </a:stretch>
            </a:blipFill>
          </p:spPr>
          <p:txBody>
            <a:bodyPr wrap="square" lIns="0" tIns="0" rIns="0" bIns="0" rtlCol="0"/>
            <a:lstStyle/>
            <a:p>
              <a:endParaRPr sz="2396"/>
            </a:p>
          </p:txBody>
        </p:sp>
        <p:sp>
          <p:nvSpPr>
            <p:cNvPr id="89" name="object 23">
              <a:extLst>
                <a:ext uri="{FF2B5EF4-FFF2-40B4-BE49-F238E27FC236}">
                  <a16:creationId xmlns:a16="http://schemas.microsoft.com/office/drawing/2014/main" id="{74C172CC-311A-92E6-189D-712720AE1911}"/>
                </a:ext>
              </a:extLst>
            </p:cNvPr>
            <p:cNvSpPr/>
            <p:nvPr/>
          </p:nvSpPr>
          <p:spPr>
            <a:xfrm>
              <a:off x="2676143" y="2005583"/>
              <a:ext cx="112775" cy="100583"/>
            </a:xfrm>
            <a:prstGeom prst="rect">
              <a:avLst/>
            </a:prstGeom>
            <a:blipFill>
              <a:blip r:embed="rId9" cstate="print"/>
              <a:stretch>
                <a:fillRect/>
              </a:stretch>
            </a:blipFill>
          </p:spPr>
          <p:txBody>
            <a:bodyPr wrap="square" lIns="0" tIns="0" rIns="0" bIns="0" rtlCol="0"/>
            <a:lstStyle/>
            <a:p>
              <a:endParaRPr sz="2396"/>
            </a:p>
          </p:txBody>
        </p:sp>
        <p:sp>
          <p:nvSpPr>
            <p:cNvPr id="90" name="object 24">
              <a:extLst>
                <a:ext uri="{FF2B5EF4-FFF2-40B4-BE49-F238E27FC236}">
                  <a16:creationId xmlns:a16="http://schemas.microsoft.com/office/drawing/2014/main" id="{6E74D4F5-4B44-777C-FA86-3820D4E23F83}"/>
                </a:ext>
              </a:extLst>
            </p:cNvPr>
            <p:cNvSpPr/>
            <p:nvPr/>
          </p:nvSpPr>
          <p:spPr>
            <a:xfrm>
              <a:off x="2310383" y="2313431"/>
              <a:ext cx="112776" cy="100584"/>
            </a:xfrm>
            <a:prstGeom prst="rect">
              <a:avLst/>
            </a:prstGeom>
            <a:blipFill>
              <a:blip r:embed="rId12" cstate="print"/>
              <a:stretch>
                <a:fillRect/>
              </a:stretch>
            </a:blipFill>
          </p:spPr>
          <p:txBody>
            <a:bodyPr wrap="square" lIns="0" tIns="0" rIns="0" bIns="0" rtlCol="0"/>
            <a:lstStyle/>
            <a:p>
              <a:endParaRPr sz="2396"/>
            </a:p>
          </p:txBody>
        </p:sp>
        <p:sp>
          <p:nvSpPr>
            <p:cNvPr id="91" name="object 25">
              <a:extLst>
                <a:ext uri="{FF2B5EF4-FFF2-40B4-BE49-F238E27FC236}">
                  <a16:creationId xmlns:a16="http://schemas.microsoft.com/office/drawing/2014/main" id="{9F3089E8-6FA0-541E-9F55-73E0D024152A}"/>
                </a:ext>
              </a:extLst>
            </p:cNvPr>
            <p:cNvSpPr/>
            <p:nvPr/>
          </p:nvSpPr>
          <p:spPr>
            <a:xfrm>
              <a:off x="1040891" y="2168651"/>
              <a:ext cx="1628775" cy="1420495"/>
            </a:xfrm>
            <a:custGeom>
              <a:avLst/>
              <a:gdLst/>
              <a:ahLst/>
              <a:cxnLst/>
              <a:rect l="l" t="t" r="r" b="b"/>
              <a:pathLst>
                <a:path w="1628775" h="1420495">
                  <a:moveTo>
                    <a:pt x="155448" y="0"/>
                  </a:moveTo>
                  <a:lnTo>
                    <a:pt x="180949" y="176149"/>
                  </a:lnTo>
                </a:path>
                <a:path w="1628775" h="1420495">
                  <a:moveTo>
                    <a:pt x="166801" y="262128"/>
                  </a:moveTo>
                  <a:lnTo>
                    <a:pt x="0" y="439547"/>
                  </a:lnTo>
                </a:path>
                <a:path w="1628775" h="1420495">
                  <a:moveTo>
                    <a:pt x="204216" y="277368"/>
                  </a:moveTo>
                  <a:lnTo>
                    <a:pt x="392303" y="852678"/>
                  </a:lnTo>
                </a:path>
                <a:path w="1628775" h="1420495">
                  <a:moveTo>
                    <a:pt x="457200" y="944880"/>
                  </a:moveTo>
                  <a:lnTo>
                    <a:pt x="604266" y="1139571"/>
                  </a:lnTo>
                </a:path>
                <a:path w="1628775" h="1420495">
                  <a:moveTo>
                    <a:pt x="1628266" y="1420114"/>
                  </a:moveTo>
                  <a:lnTo>
                    <a:pt x="710184" y="999744"/>
                  </a:lnTo>
                </a:path>
                <a:path w="1628775" h="1420495">
                  <a:moveTo>
                    <a:pt x="1286129" y="231648"/>
                  </a:moveTo>
                  <a:lnTo>
                    <a:pt x="774191" y="995426"/>
                  </a:lnTo>
                </a:path>
              </a:pathLst>
            </a:custGeom>
            <a:ln w="27432">
              <a:solidFill>
                <a:srgbClr val="EE5B00"/>
              </a:solidFill>
            </a:ln>
          </p:spPr>
          <p:txBody>
            <a:bodyPr wrap="square" lIns="0" tIns="0" rIns="0" bIns="0" rtlCol="0"/>
            <a:lstStyle/>
            <a:p>
              <a:endParaRPr sz="2396"/>
            </a:p>
          </p:txBody>
        </p:sp>
        <p:sp>
          <p:nvSpPr>
            <p:cNvPr id="92" name="object 26">
              <a:extLst>
                <a:ext uri="{FF2B5EF4-FFF2-40B4-BE49-F238E27FC236}">
                  <a16:creationId xmlns:a16="http://schemas.microsoft.com/office/drawing/2014/main" id="{9C6787FD-8C0B-C85B-7735-4FA015CD3F4D}"/>
                </a:ext>
              </a:extLst>
            </p:cNvPr>
            <p:cNvSpPr/>
            <p:nvPr/>
          </p:nvSpPr>
          <p:spPr>
            <a:xfrm>
              <a:off x="2787396" y="2692907"/>
              <a:ext cx="31115" cy="422275"/>
            </a:xfrm>
            <a:custGeom>
              <a:avLst/>
              <a:gdLst/>
              <a:ahLst/>
              <a:cxnLst/>
              <a:rect l="l" t="t" r="r" b="b"/>
              <a:pathLst>
                <a:path w="31114" h="422275">
                  <a:moveTo>
                    <a:pt x="15303" y="-13716"/>
                  </a:moveTo>
                  <a:lnTo>
                    <a:pt x="15303" y="435482"/>
                  </a:lnTo>
                </a:path>
              </a:pathLst>
            </a:custGeom>
            <a:ln w="58039">
              <a:solidFill>
                <a:srgbClr val="EE5B00"/>
              </a:solidFill>
            </a:ln>
          </p:spPr>
          <p:txBody>
            <a:bodyPr wrap="square" lIns="0" tIns="0" rIns="0" bIns="0" rtlCol="0"/>
            <a:lstStyle/>
            <a:p>
              <a:endParaRPr sz="2396"/>
            </a:p>
          </p:txBody>
        </p:sp>
        <p:sp>
          <p:nvSpPr>
            <p:cNvPr id="93" name="object 27">
              <a:extLst>
                <a:ext uri="{FF2B5EF4-FFF2-40B4-BE49-F238E27FC236}">
                  <a16:creationId xmlns:a16="http://schemas.microsoft.com/office/drawing/2014/main" id="{6856CE52-EF3A-0657-DFE1-AE58482D449A}"/>
                </a:ext>
              </a:extLst>
            </p:cNvPr>
            <p:cNvSpPr/>
            <p:nvPr/>
          </p:nvSpPr>
          <p:spPr>
            <a:xfrm>
              <a:off x="2644139" y="2677667"/>
              <a:ext cx="106045" cy="245745"/>
            </a:xfrm>
            <a:custGeom>
              <a:avLst/>
              <a:gdLst/>
              <a:ahLst/>
              <a:cxnLst/>
              <a:rect l="l" t="t" r="r" b="b"/>
              <a:pathLst>
                <a:path w="106044" h="245744">
                  <a:moveTo>
                    <a:pt x="105664" y="0"/>
                  </a:moveTo>
                  <a:lnTo>
                    <a:pt x="0" y="245237"/>
                  </a:lnTo>
                </a:path>
              </a:pathLst>
            </a:custGeom>
            <a:ln w="27432">
              <a:solidFill>
                <a:srgbClr val="EE5B00"/>
              </a:solidFill>
            </a:ln>
          </p:spPr>
          <p:txBody>
            <a:bodyPr wrap="square" lIns="0" tIns="0" rIns="0" bIns="0" rtlCol="0"/>
            <a:lstStyle/>
            <a:p>
              <a:endParaRPr sz="2396"/>
            </a:p>
          </p:txBody>
        </p:sp>
        <p:sp>
          <p:nvSpPr>
            <p:cNvPr id="94" name="object 28">
              <a:extLst>
                <a:ext uri="{FF2B5EF4-FFF2-40B4-BE49-F238E27FC236}">
                  <a16:creationId xmlns:a16="http://schemas.microsoft.com/office/drawing/2014/main" id="{26D79423-BCBD-FC33-AB27-D529A2112F80}"/>
                </a:ext>
              </a:extLst>
            </p:cNvPr>
            <p:cNvSpPr/>
            <p:nvPr/>
          </p:nvSpPr>
          <p:spPr>
            <a:xfrm>
              <a:off x="2436876" y="2625851"/>
              <a:ext cx="295275" cy="17145"/>
            </a:xfrm>
            <a:custGeom>
              <a:avLst/>
              <a:gdLst/>
              <a:ahLst/>
              <a:cxnLst/>
              <a:rect l="l" t="t" r="r" b="b"/>
              <a:pathLst>
                <a:path w="295275" h="17144">
                  <a:moveTo>
                    <a:pt x="-13715" y="8318"/>
                  </a:moveTo>
                  <a:lnTo>
                    <a:pt x="308610" y="8318"/>
                  </a:lnTo>
                </a:path>
              </a:pathLst>
            </a:custGeom>
            <a:ln w="44069">
              <a:solidFill>
                <a:srgbClr val="EE5B00"/>
              </a:solidFill>
            </a:ln>
          </p:spPr>
          <p:txBody>
            <a:bodyPr wrap="square" lIns="0" tIns="0" rIns="0" bIns="0" rtlCol="0"/>
            <a:lstStyle/>
            <a:p>
              <a:endParaRPr sz="2396"/>
            </a:p>
          </p:txBody>
        </p:sp>
        <p:sp>
          <p:nvSpPr>
            <p:cNvPr id="95" name="object 29">
              <a:extLst>
                <a:ext uri="{FF2B5EF4-FFF2-40B4-BE49-F238E27FC236}">
                  <a16:creationId xmlns:a16="http://schemas.microsoft.com/office/drawing/2014/main" id="{9A2A8B7B-E2E7-41D9-FC01-CA77FFBCC7F7}"/>
                </a:ext>
              </a:extLst>
            </p:cNvPr>
            <p:cNvSpPr/>
            <p:nvPr/>
          </p:nvSpPr>
          <p:spPr>
            <a:xfrm>
              <a:off x="2406396" y="2055875"/>
              <a:ext cx="638175" cy="584835"/>
            </a:xfrm>
            <a:custGeom>
              <a:avLst/>
              <a:gdLst/>
              <a:ahLst/>
              <a:cxnLst/>
              <a:rect l="l" t="t" r="r" b="b"/>
              <a:pathLst>
                <a:path w="638175" h="584835">
                  <a:moveTo>
                    <a:pt x="270002" y="0"/>
                  </a:moveTo>
                  <a:lnTo>
                    <a:pt x="0" y="273939"/>
                  </a:lnTo>
                </a:path>
                <a:path w="638175" h="584835">
                  <a:moveTo>
                    <a:pt x="517017" y="134112"/>
                  </a:moveTo>
                  <a:lnTo>
                    <a:pt x="320040" y="217424"/>
                  </a:lnTo>
                </a:path>
                <a:path w="638175" h="584835">
                  <a:moveTo>
                    <a:pt x="638048" y="584708"/>
                  </a:moveTo>
                  <a:lnTo>
                    <a:pt x="320040" y="216408"/>
                  </a:lnTo>
                </a:path>
                <a:path w="638175" h="584835">
                  <a:moveTo>
                    <a:pt x="637667" y="584327"/>
                  </a:moveTo>
                  <a:lnTo>
                    <a:pt x="365760" y="36575"/>
                  </a:lnTo>
                </a:path>
              </a:pathLst>
            </a:custGeom>
            <a:ln w="27432">
              <a:solidFill>
                <a:srgbClr val="EE5B00"/>
              </a:solidFill>
            </a:ln>
          </p:spPr>
          <p:txBody>
            <a:bodyPr wrap="square" lIns="0" tIns="0" rIns="0" bIns="0" rtlCol="0"/>
            <a:lstStyle/>
            <a:p>
              <a:endParaRPr sz="2396"/>
            </a:p>
          </p:txBody>
        </p:sp>
        <p:sp>
          <p:nvSpPr>
            <p:cNvPr id="96" name="object 30">
              <a:extLst>
                <a:ext uri="{FF2B5EF4-FFF2-40B4-BE49-F238E27FC236}">
                  <a16:creationId xmlns:a16="http://schemas.microsoft.com/office/drawing/2014/main" id="{EC756FE7-944E-C23F-D7E9-A865F5AB1283}"/>
                </a:ext>
              </a:extLst>
            </p:cNvPr>
            <p:cNvSpPr/>
            <p:nvPr/>
          </p:nvSpPr>
          <p:spPr>
            <a:xfrm>
              <a:off x="4078223" y="3538727"/>
              <a:ext cx="484631" cy="484631"/>
            </a:xfrm>
            <a:prstGeom prst="rect">
              <a:avLst/>
            </a:prstGeom>
            <a:blipFill>
              <a:blip r:embed="rId13" cstate="print"/>
              <a:stretch>
                <a:fillRect/>
              </a:stretch>
            </a:blipFill>
          </p:spPr>
          <p:txBody>
            <a:bodyPr wrap="square" lIns="0" tIns="0" rIns="0" bIns="0" rtlCol="0"/>
            <a:lstStyle/>
            <a:p>
              <a:endParaRPr sz="2396"/>
            </a:p>
          </p:txBody>
        </p:sp>
        <p:sp>
          <p:nvSpPr>
            <p:cNvPr id="97" name="object 31">
              <a:extLst>
                <a:ext uri="{FF2B5EF4-FFF2-40B4-BE49-F238E27FC236}">
                  <a16:creationId xmlns:a16="http://schemas.microsoft.com/office/drawing/2014/main" id="{AEB4AB23-75B8-9AD6-0529-509367295E4C}"/>
                </a:ext>
              </a:extLst>
            </p:cNvPr>
            <p:cNvSpPr/>
            <p:nvPr/>
          </p:nvSpPr>
          <p:spPr>
            <a:xfrm>
              <a:off x="850391" y="1164335"/>
              <a:ext cx="548640" cy="536448"/>
            </a:xfrm>
            <a:prstGeom prst="rect">
              <a:avLst/>
            </a:prstGeom>
            <a:blipFill>
              <a:blip r:embed="rId14" cstate="print"/>
              <a:stretch>
                <a:fillRect/>
              </a:stretch>
            </a:blipFill>
          </p:spPr>
          <p:txBody>
            <a:bodyPr wrap="square" lIns="0" tIns="0" rIns="0" bIns="0" rtlCol="0"/>
            <a:lstStyle/>
            <a:p>
              <a:endParaRPr sz="2396"/>
            </a:p>
          </p:txBody>
        </p:sp>
        <p:sp>
          <p:nvSpPr>
            <p:cNvPr id="98" name="object 32">
              <a:extLst>
                <a:ext uri="{FF2B5EF4-FFF2-40B4-BE49-F238E27FC236}">
                  <a16:creationId xmlns:a16="http://schemas.microsoft.com/office/drawing/2014/main" id="{1B16F5D3-2CCD-0EBB-079C-19A7891B2FF8}"/>
                </a:ext>
              </a:extLst>
            </p:cNvPr>
            <p:cNvSpPr/>
            <p:nvPr/>
          </p:nvSpPr>
          <p:spPr>
            <a:xfrm>
              <a:off x="2468963" y="1030307"/>
              <a:ext cx="489078" cy="489078"/>
            </a:xfrm>
            <a:prstGeom prst="rect">
              <a:avLst/>
            </a:prstGeom>
            <a:blipFill>
              <a:blip r:embed="rId15" cstate="print"/>
              <a:stretch>
                <a:fillRect/>
              </a:stretch>
            </a:blipFill>
          </p:spPr>
          <p:txBody>
            <a:bodyPr wrap="square" lIns="0" tIns="0" rIns="0" bIns="0" rtlCol="0"/>
            <a:lstStyle/>
            <a:p>
              <a:endParaRPr sz="2396"/>
            </a:p>
          </p:txBody>
        </p:sp>
        <p:sp>
          <p:nvSpPr>
            <p:cNvPr id="99" name="object 33">
              <a:extLst>
                <a:ext uri="{FF2B5EF4-FFF2-40B4-BE49-F238E27FC236}">
                  <a16:creationId xmlns:a16="http://schemas.microsoft.com/office/drawing/2014/main" id="{ECE548FF-FC1A-2006-D985-CFB8277D7979}"/>
                </a:ext>
              </a:extLst>
            </p:cNvPr>
            <p:cNvSpPr/>
            <p:nvPr/>
          </p:nvSpPr>
          <p:spPr>
            <a:xfrm>
              <a:off x="332231" y="3249167"/>
              <a:ext cx="542544" cy="454152"/>
            </a:xfrm>
            <a:prstGeom prst="rect">
              <a:avLst/>
            </a:prstGeom>
            <a:blipFill>
              <a:blip r:embed="rId16" cstate="print"/>
              <a:stretch>
                <a:fillRect/>
              </a:stretch>
            </a:blipFill>
          </p:spPr>
          <p:txBody>
            <a:bodyPr wrap="square" lIns="0" tIns="0" rIns="0" bIns="0" rtlCol="0"/>
            <a:lstStyle/>
            <a:p>
              <a:endParaRPr sz="2396"/>
            </a:p>
          </p:txBody>
        </p:sp>
        <p:sp>
          <p:nvSpPr>
            <p:cNvPr id="100" name="object 34">
              <a:extLst>
                <a:ext uri="{FF2B5EF4-FFF2-40B4-BE49-F238E27FC236}">
                  <a16:creationId xmlns:a16="http://schemas.microsoft.com/office/drawing/2014/main" id="{E5D6AEC8-8F63-EA09-D414-2C94E5589221}"/>
                </a:ext>
              </a:extLst>
            </p:cNvPr>
            <p:cNvSpPr/>
            <p:nvPr/>
          </p:nvSpPr>
          <p:spPr>
            <a:xfrm>
              <a:off x="3454956" y="2016378"/>
              <a:ext cx="411191" cy="519506"/>
            </a:xfrm>
            <a:prstGeom prst="rect">
              <a:avLst/>
            </a:prstGeom>
            <a:blipFill>
              <a:blip r:embed="rId17" cstate="print"/>
              <a:stretch>
                <a:fillRect/>
              </a:stretch>
            </a:blipFill>
          </p:spPr>
          <p:txBody>
            <a:bodyPr wrap="square" lIns="0" tIns="0" rIns="0" bIns="0" rtlCol="0"/>
            <a:lstStyle/>
            <a:p>
              <a:endParaRPr sz="2396"/>
            </a:p>
          </p:txBody>
        </p:sp>
      </p:grpSp>
      <p:sp>
        <p:nvSpPr>
          <p:cNvPr id="102" name="object 36">
            <a:extLst>
              <a:ext uri="{FF2B5EF4-FFF2-40B4-BE49-F238E27FC236}">
                <a16:creationId xmlns:a16="http://schemas.microsoft.com/office/drawing/2014/main" id="{3ED77EA8-2402-D1E6-D1D2-E1A005E41ABC}"/>
              </a:ext>
            </a:extLst>
          </p:cNvPr>
          <p:cNvSpPr txBox="1"/>
          <p:nvPr/>
        </p:nvSpPr>
        <p:spPr>
          <a:xfrm>
            <a:off x="2396635" y="5598638"/>
            <a:ext cx="741903" cy="222722"/>
          </a:xfrm>
          <a:prstGeom prst="rect">
            <a:avLst/>
          </a:prstGeom>
        </p:spPr>
        <p:txBody>
          <a:bodyPr vert="horz" wrap="square" lIns="0" tIns="17749" rIns="0" bIns="0" rtlCol="0">
            <a:spAutoFit/>
          </a:bodyPr>
          <a:lstStyle/>
          <a:p>
            <a:pPr marL="16905">
              <a:spcBef>
                <a:spcPts val="140"/>
              </a:spcBef>
            </a:pPr>
            <a:r>
              <a:rPr lang="en-US" sz="1331" dirty="0" err="1">
                <a:latin typeface="Georgia"/>
                <a:cs typeface="Georgia"/>
              </a:rPr>
              <a:t>Presente</a:t>
            </a:r>
            <a:endParaRPr sz="1331" dirty="0">
              <a:latin typeface="Georgia"/>
              <a:cs typeface="Georgia"/>
            </a:endParaRPr>
          </a:p>
        </p:txBody>
      </p:sp>
      <p:sp>
        <p:nvSpPr>
          <p:cNvPr id="103" name="object 37">
            <a:extLst>
              <a:ext uri="{FF2B5EF4-FFF2-40B4-BE49-F238E27FC236}">
                <a16:creationId xmlns:a16="http://schemas.microsoft.com/office/drawing/2014/main" id="{B9DB6A7C-1D4C-1194-2D6A-BD3F04C9ECF6}"/>
              </a:ext>
            </a:extLst>
          </p:cNvPr>
          <p:cNvSpPr txBox="1"/>
          <p:nvPr/>
        </p:nvSpPr>
        <p:spPr>
          <a:xfrm>
            <a:off x="3903764" y="5598638"/>
            <a:ext cx="431043" cy="222808"/>
          </a:xfrm>
          <a:prstGeom prst="rect">
            <a:avLst/>
          </a:prstGeom>
        </p:spPr>
        <p:txBody>
          <a:bodyPr vert="horz" wrap="square" lIns="0" tIns="17749" rIns="0" bIns="0" rtlCol="0">
            <a:spAutoFit/>
          </a:bodyPr>
          <a:lstStyle/>
          <a:p>
            <a:pPr marL="16905">
              <a:spcBef>
                <a:spcPts val="140"/>
              </a:spcBef>
            </a:pPr>
            <a:r>
              <a:rPr sz="1331" spc="-20">
                <a:latin typeface="Georgia"/>
                <a:cs typeface="Georgia"/>
              </a:rPr>
              <a:t>2</a:t>
            </a:r>
            <a:r>
              <a:rPr sz="1331">
                <a:latin typeface="Georgia"/>
                <a:cs typeface="Georgia"/>
              </a:rPr>
              <a:t>0</a:t>
            </a:r>
            <a:r>
              <a:rPr sz="1331" spc="-7">
                <a:latin typeface="Georgia"/>
                <a:cs typeface="Georgia"/>
              </a:rPr>
              <a:t>3</a:t>
            </a:r>
            <a:r>
              <a:rPr sz="1331">
                <a:latin typeface="Georgia"/>
                <a:cs typeface="Georgia"/>
              </a:rPr>
              <a:t>0</a:t>
            </a:r>
          </a:p>
        </p:txBody>
      </p:sp>
      <p:sp>
        <p:nvSpPr>
          <p:cNvPr id="104" name="object 38">
            <a:extLst>
              <a:ext uri="{FF2B5EF4-FFF2-40B4-BE49-F238E27FC236}">
                <a16:creationId xmlns:a16="http://schemas.microsoft.com/office/drawing/2014/main" id="{2368F8B8-4735-5ACE-1252-010D8CE1BCFC}"/>
              </a:ext>
            </a:extLst>
          </p:cNvPr>
          <p:cNvSpPr txBox="1"/>
          <p:nvPr/>
        </p:nvSpPr>
        <p:spPr>
          <a:xfrm>
            <a:off x="4951622" y="5598638"/>
            <a:ext cx="1041265" cy="222808"/>
          </a:xfrm>
          <a:prstGeom prst="rect">
            <a:avLst/>
          </a:prstGeom>
        </p:spPr>
        <p:txBody>
          <a:bodyPr vert="horz" wrap="square" lIns="0" tIns="17749" rIns="0" bIns="0" rtlCol="0">
            <a:spAutoFit/>
          </a:bodyPr>
          <a:lstStyle/>
          <a:p>
            <a:pPr marL="16905">
              <a:spcBef>
                <a:spcPts val="140"/>
              </a:spcBef>
              <a:tabLst>
                <a:tab pos="647427" algn="l"/>
              </a:tabLst>
            </a:pPr>
            <a:r>
              <a:rPr sz="1331" spc="-20">
                <a:latin typeface="Georgia"/>
                <a:cs typeface="Georgia"/>
              </a:rPr>
              <a:t>2</a:t>
            </a:r>
            <a:r>
              <a:rPr sz="1331">
                <a:latin typeface="Georgia"/>
                <a:cs typeface="Georgia"/>
              </a:rPr>
              <a:t>0</a:t>
            </a:r>
            <a:r>
              <a:rPr sz="1331" spc="-7">
                <a:latin typeface="Georgia"/>
                <a:cs typeface="Georgia"/>
              </a:rPr>
              <a:t>5</a:t>
            </a:r>
            <a:r>
              <a:rPr sz="1331">
                <a:latin typeface="Georgia"/>
                <a:cs typeface="Georgia"/>
              </a:rPr>
              <a:t>0	</a:t>
            </a:r>
            <a:r>
              <a:rPr sz="1331" spc="-20">
                <a:latin typeface="Georgia"/>
                <a:cs typeface="Georgia"/>
              </a:rPr>
              <a:t>2</a:t>
            </a:r>
            <a:r>
              <a:rPr sz="1331">
                <a:latin typeface="Georgia"/>
                <a:cs typeface="Georgia"/>
              </a:rPr>
              <a:t>100</a:t>
            </a:r>
          </a:p>
        </p:txBody>
      </p:sp>
      <p:sp>
        <p:nvSpPr>
          <p:cNvPr id="105" name="object 39">
            <a:extLst>
              <a:ext uri="{FF2B5EF4-FFF2-40B4-BE49-F238E27FC236}">
                <a16:creationId xmlns:a16="http://schemas.microsoft.com/office/drawing/2014/main" id="{4D7DC945-3CCB-74C2-7A86-672023590A6D}"/>
              </a:ext>
            </a:extLst>
          </p:cNvPr>
          <p:cNvSpPr/>
          <p:nvPr/>
        </p:nvSpPr>
        <p:spPr>
          <a:xfrm>
            <a:off x="375925" y="3010621"/>
            <a:ext cx="602265" cy="572019"/>
          </a:xfrm>
          <a:prstGeom prst="rect">
            <a:avLst/>
          </a:prstGeom>
          <a:blipFill>
            <a:blip r:embed="rId18" cstate="print"/>
            <a:stretch>
              <a:fillRect/>
            </a:stretch>
          </a:blipFill>
        </p:spPr>
        <p:txBody>
          <a:bodyPr wrap="square" lIns="0" tIns="0" rIns="0" bIns="0" rtlCol="0"/>
          <a:lstStyle/>
          <a:p>
            <a:endParaRPr sz="2396"/>
          </a:p>
        </p:txBody>
      </p:sp>
      <p:grpSp>
        <p:nvGrpSpPr>
          <p:cNvPr id="106" name="object 40">
            <a:extLst>
              <a:ext uri="{FF2B5EF4-FFF2-40B4-BE49-F238E27FC236}">
                <a16:creationId xmlns:a16="http://schemas.microsoft.com/office/drawing/2014/main" id="{4E891058-B6FA-F614-3B5A-658796EFC435}"/>
              </a:ext>
            </a:extLst>
          </p:cNvPr>
          <p:cNvGrpSpPr/>
          <p:nvPr/>
        </p:nvGrpSpPr>
        <p:grpSpPr>
          <a:xfrm>
            <a:off x="7102552" y="1653681"/>
            <a:ext cx="4519191" cy="3856567"/>
            <a:chOff x="5328239" y="1162874"/>
            <a:chExt cx="3395345" cy="2897505"/>
          </a:xfrm>
        </p:grpSpPr>
        <p:sp>
          <p:nvSpPr>
            <p:cNvPr id="107" name="object 41">
              <a:extLst>
                <a:ext uri="{FF2B5EF4-FFF2-40B4-BE49-F238E27FC236}">
                  <a16:creationId xmlns:a16="http://schemas.microsoft.com/office/drawing/2014/main" id="{696E0229-12E0-F7EF-3B0B-A8AA46326A52}"/>
                </a:ext>
              </a:extLst>
            </p:cNvPr>
            <p:cNvSpPr/>
            <p:nvPr/>
          </p:nvSpPr>
          <p:spPr>
            <a:xfrm>
              <a:off x="5833894" y="1575838"/>
              <a:ext cx="2433775" cy="2433775"/>
            </a:xfrm>
            <a:prstGeom prst="rect">
              <a:avLst/>
            </a:prstGeom>
            <a:blipFill>
              <a:blip r:embed="rId19" cstate="print"/>
              <a:stretch>
                <a:fillRect/>
              </a:stretch>
            </a:blipFill>
          </p:spPr>
          <p:txBody>
            <a:bodyPr wrap="square" lIns="0" tIns="0" rIns="0" bIns="0" rtlCol="0"/>
            <a:lstStyle/>
            <a:p>
              <a:endParaRPr sz="2396"/>
            </a:p>
          </p:txBody>
        </p:sp>
        <p:sp>
          <p:nvSpPr>
            <p:cNvPr id="108" name="object 42">
              <a:extLst>
                <a:ext uri="{FF2B5EF4-FFF2-40B4-BE49-F238E27FC236}">
                  <a16:creationId xmlns:a16="http://schemas.microsoft.com/office/drawing/2014/main" id="{0C5A11BF-4677-398A-A1C9-7E1F097672E4}"/>
                </a:ext>
              </a:extLst>
            </p:cNvPr>
            <p:cNvSpPr/>
            <p:nvPr/>
          </p:nvSpPr>
          <p:spPr>
            <a:xfrm>
              <a:off x="6461759" y="2087879"/>
              <a:ext cx="222504" cy="231647"/>
            </a:xfrm>
            <a:prstGeom prst="rect">
              <a:avLst/>
            </a:prstGeom>
            <a:blipFill>
              <a:blip r:embed="rId20" cstate="print"/>
              <a:stretch>
                <a:fillRect/>
              </a:stretch>
            </a:blipFill>
          </p:spPr>
          <p:txBody>
            <a:bodyPr wrap="square" lIns="0" tIns="0" rIns="0" bIns="0" rtlCol="0"/>
            <a:lstStyle/>
            <a:p>
              <a:endParaRPr sz="2396"/>
            </a:p>
          </p:txBody>
        </p:sp>
        <p:sp>
          <p:nvSpPr>
            <p:cNvPr id="109" name="object 43">
              <a:extLst>
                <a:ext uri="{FF2B5EF4-FFF2-40B4-BE49-F238E27FC236}">
                  <a16:creationId xmlns:a16="http://schemas.microsoft.com/office/drawing/2014/main" id="{A9399642-6409-84E1-B9C0-F54D0D3B97D4}"/>
                </a:ext>
              </a:extLst>
            </p:cNvPr>
            <p:cNvSpPr/>
            <p:nvPr/>
          </p:nvSpPr>
          <p:spPr>
            <a:xfrm>
              <a:off x="6193535" y="1981199"/>
              <a:ext cx="231648" cy="219456"/>
            </a:xfrm>
            <a:prstGeom prst="rect">
              <a:avLst/>
            </a:prstGeom>
            <a:blipFill>
              <a:blip r:embed="rId21" cstate="print"/>
              <a:stretch>
                <a:fillRect/>
              </a:stretch>
            </a:blipFill>
          </p:spPr>
          <p:txBody>
            <a:bodyPr wrap="square" lIns="0" tIns="0" rIns="0" bIns="0" rtlCol="0"/>
            <a:lstStyle/>
            <a:p>
              <a:endParaRPr sz="2396"/>
            </a:p>
          </p:txBody>
        </p:sp>
        <p:sp>
          <p:nvSpPr>
            <p:cNvPr id="110" name="object 44">
              <a:extLst>
                <a:ext uri="{FF2B5EF4-FFF2-40B4-BE49-F238E27FC236}">
                  <a16:creationId xmlns:a16="http://schemas.microsoft.com/office/drawing/2014/main" id="{CC7F8745-541A-294C-E61F-89293942070C}"/>
                </a:ext>
              </a:extLst>
            </p:cNvPr>
            <p:cNvSpPr/>
            <p:nvPr/>
          </p:nvSpPr>
          <p:spPr>
            <a:xfrm>
              <a:off x="7315200" y="2039111"/>
              <a:ext cx="344424" cy="323088"/>
            </a:xfrm>
            <a:prstGeom prst="rect">
              <a:avLst/>
            </a:prstGeom>
            <a:blipFill>
              <a:blip r:embed="rId22" cstate="print"/>
              <a:stretch>
                <a:fillRect/>
              </a:stretch>
            </a:blipFill>
          </p:spPr>
          <p:txBody>
            <a:bodyPr wrap="square" lIns="0" tIns="0" rIns="0" bIns="0" rtlCol="0"/>
            <a:lstStyle/>
            <a:p>
              <a:endParaRPr sz="2396"/>
            </a:p>
          </p:txBody>
        </p:sp>
        <p:sp>
          <p:nvSpPr>
            <p:cNvPr id="111" name="object 45">
              <a:extLst>
                <a:ext uri="{FF2B5EF4-FFF2-40B4-BE49-F238E27FC236}">
                  <a16:creationId xmlns:a16="http://schemas.microsoft.com/office/drawing/2014/main" id="{9BED3AF4-320A-526D-B100-47844ECF637A}"/>
                </a:ext>
              </a:extLst>
            </p:cNvPr>
            <p:cNvSpPr/>
            <p:nvPr/>
          </p:nvSpPr>
          <p:spPr>
            <a:xfrm>
              <a:off x="7488935" y="2194559"/>
              <a:ext cx="73152" cy="67056"/>
            </a:xfrm>
            <a:prstGeom prst="rect">
              <a:avLst/>
            </a:prstGeom>
            <a:blipFill>
              <a:blip r:embed="rId23" cstate="print"/>
              <a:stretch>
                <a:fillRect/>
              </a:stretch>
            </a:blipFill>
          </p:spPr>
          <p:txBody>
            <a:bodyPr wrap="square" lIns="0" tIns="0" rIns="0" bIns="0" rtlCol="0"/>
            <a:lstStyle/>
            <a:p>
              <a:endParaRPr sz="2396"/>
            </a:p>
          </p:txBody>
        </p:sp>
        <p:sp>
          <p:nvSpPr>
            <p:cNvPr id="112" name="object 46">
              <a:extLst>
                <a:ext uri="{FF2B5EF4-FFF2-40B4-BE49-F238E27FC236}">
                  <a16:creationId xmlns:a16="http://schemas.microsoft.com/office/drawing/2014/main" id="{107F50D5-63E3-A67C-6F31-C655C4B2A61A}"/>
                </a:ext>
              </a:extLst>
            </p:cNvPr>
            <p:cNvSpPr/>
            <p:nvPr/>
          </p:nvSpPr>
          <p:spPr>
            <a:xfrm>
              <a:off x="7562646" y="3336925"/>
              <a:ext cx="315925" cy="318135"/>
            </a:xfrm>
            <a:prstGeom prst="rect">
              <a:avLst/>
            </a:prstGeom>
            <a:blipFill>
              <a:blip r:embed="rId24" cstate="print"/>
              <a:stretch>
                <a:fillRect/>
              </a:stretch>
            </a:blipFill>
          </p:spPr>
          <p:txBody>
            <a:bodyPr wrap="square" lIns="0" tIns="0" rIns="0" bIns="0" rtlCol="0"/>
            <a:lstStyle/>
            <a:p>
              <a:endParaRPr sz="2396"/>
            </a:p>
          </p:txBody>
        </p:sp>
        <p:sp>
          <p:nvSpPr>
            <p:cNvPr id="113" name="object 47">
              <a:extLst>
                <a:ext uri="{FF2B5EF4-FFF2-40B4-BE49-F238E27FC236}">
                  <a16:creationId xmlns:a16="http://schemas.microsoft.com/office/drawing/2014/main" id="{007AA261-A9DF-67E3-04A6-9DF3069D3480}"/>
                </a:ext>
              </a:extLst>
            </p:cNvPr>
            <p:cNvSpPr/>
            <p:nvPr/>
          </p:nvSpPr>
          <p:spPr>
            <a:xfrm>
              <a:off x="6638924" y="3158744"/>
              <a:ext cx="291083" cy="297281"/>
            </a:xfrm>
            <a:prstGeom prst="rect">
              <a:avLst/>
            </a:prstGeom>
            <a:blipFill>
              <a:blip r:embed="rId25" cstate="print"/>
              <a:stretch>
                <a:fillRect/>
              </a:stretch>
            </a:blipFill>
          </p:spPr>
          <p:txBody>
            <a:bodyPr wrap="square" lIns="0" tIns="0" rIns="0" bIns="0" rtlCol="0"/>
            <a:lstStyle/>
            <a:p>
              <a:endParaRPr sz="2396"/>
            </a:p>
          </p:txBody>
        </p:sp>
        <p:sp>
          <p:nvSpPr>
            <p:cNvPr id="114" name="object 48">
              <a:extLst>
                <a:ext uri="{FF2B5EF4-FFF2-40B4-BE49-F238E27FC236}">
                  <a16:creationId xmlns:a16="http://schemas.microsoft.com/office/drawing/2014/main" id="{1A318255-5436-4138-53CC-0D07E1460C45}"/>
                </a:ext>
              </a:extLst>
            </p:cNvPr>
            <p:cNvSpPr/>
            <p:nvPr/>
          </p:nvSpPr>
          <p:spPr>
            <a:xfrm>
              <a:off x="7879079" y="3730751"/>
              <a:ext cx="259079" cy="326136"/>
            </a:xfrm>
            <a:prstGeom prst="rect">
              <a:avLst/>
            </a:prstGeom>
            <a:blipFill>
              <a:blip r:embed="rId26" cstate="print"/>
              <a:stretch>
                <a:fillRect/>
              </a:stretch>
            </a:blipFill>
          </p:spPr>
          <p:txBody>
            <a:bodyPr wrap="square" lIns="0" tIns="0" rIns="0" bIns="0" rtlCol="0"/>
            <a:lstStyle/>
            <a:p>
              <a:endParaRPr sz="2396"/>
            </a:p>
          </p:txBody>
        </p:sp>
        <p:sp>
          <p:nvSpPr>
            <p:cNvPr id="115" name="object 49">
              <a:extLst>
                <a:ext uri="{FF2B5EF4-FFF2-40B4-BE49-F238E27FC236}">
                  <a16:creationId xmlns:a16="http://schemas.microsoft.com/office/drawing/2014/main" id="{7BE0B8AA-60FD-462E-9857-7D4A459EE2F3}"/>
                </a:ext>
              </a:extLst>
            </p:cNvPr>
            <p:cNvSpPr/>
            <p:nvPr/>
          </p:nvSpPr>
          <p:spPr>
            <a:xfrm>
              <a:off x="8226551" y="3352800"/>
              <a:ext cx="286511" cy="286512"/>
            </a:xfrm>
            <a:prstGeom prst="rect">
              <a:avLst/>
            </a:prstGeom>
            <a:blipFill>
              <a:blip r:embed="rId27" cstate="print"/>
              <a:stretch>
                <a:fillRect/>
              </a:stretch>
            </a:blipFill>
          </p:spPr>
          <p:txBody>
            <a:bodyPr wrap="square" lIns="0" tIns="0" rIns="0" bIns="0" rtlCol="0"/>
            <a:lstStyle/>
            <a:p>
              <a:endParaRPr sz="2396"/>
            </a:p>
          </p:txBody>
        </p:sp>
        <p:sp>
          <p:nvSpPr>
            <p:cNvPr id="116" name="object 50">
              <a:extLst>
                <a:ext uri="{FF2B5EF4-FFF2-40B4-BE49-F238E27FC236}">
                  <a16:creationId xmlns:a16="http://schemas.microsoft.com/office/drawing/2014/main" id="{35054803-294F-9C63-15D3-3065A19DBCBA}"/>
                </a:ext>
              </a:extLst>
            </p:cNvPr>
            <p:cNvSpPr/>
            <p:nvPr/>
          </p:nvSpPr>
          <p:spPr>
            <a:xfrm>
              <a:off x="8392688" y="2811800"/>
              <a:ext cx="330647" cy="326094"/>
            </a:xfrm>
            <a:prstGeom prst="rect">
              <a:avLst/>
            </a:prstGeom>
            <a:blipFill>
              <a:blip r:embed="rId28" cstate="print"/>
              <a:stretch>
                <a:fillRect/>
              </a:stretch>
            </a:blipFill>
          </p:spPr>
          <p:txBody>
            <a:bodyPr wrap="square" lIns="0" tIns="0" rIns="0" bIns="0" rtlCol="0"/>
            <a:lstStyle/>
            <a:p>
              <a:endParaRPr sz="2396"/>
            </a:p>
          </p:txBody>
        </p:sp>
        <p:sp>
          <p:nvSpPr>
            <p:cNvPr id="117" name="object 51">
              <a:extLst>
                <a:ext uri="{FF2B5EF4-FFF2-40B4-BE49-F238E27FC236}">
                  <a16:creationId xmlns:a16="http://schemas.microsoft.com/office/drawing/2014/main" id="{2EAF87DB-2706-6799-CF2D-0CC982E3DB61}"/>
                </a:ext>
              </a:extLst>
            </p:cNvPr>
            <p:cNvSpPr/>
            <p:nvPr/>
          </p:nvSpPr>
          <p:spPr>
            <a:xfrm>
              <a:off x="8363756" y="2275402"/>
              <a:ext cx="303209" cy="292467"/>
            </a:xfrm>
            <a:prstGeom prst="rect">
              <a:avLst/>
            </a:prstGeom>
            <a:blipFill>
              <a:blip r:embed="rId29" cstate="print"/>
              <a:stretch>
                <a:fillRect/>
              </a:stretch>
            </a:blipFill>
          </p:spPr>
          <p:txBody>
            <a:bodyPr wrap="square" lIns="0" tIns="0" rIns="0" bIns="0" rtlCol="0"/>
            <a:lstStyle/>
            <a:p>
              <a:endParaRPr sz="2396"/>
            </a:p>
          </p:txBody>
        </p:sp>
        <p:sp>
          <p:nvSpPr>
            <p:cNvPr id="118" name="object 52">
              <a:extLst>
                <a:ext uri="{FF2B5EF4-FFF2-40B4-BE49-F238E27FC236}">
                  <a16:creationId xmlns:a16="http://schemas.microsoft.com/office/drawing/2014/main" id="{64952998-B484-059C-72F2-9EBA4561A625}"/>
                </a:ext>
              </a:extLst>
            </p:cNvPr>
            <p:cNvSpPr/>
            <p:nvPr/>
          </p:nvSpPr>
          <p:spPr>
            <a:xfrm>
              <a:off x="8138159" y="1749551"/>
              <a:ext cx="374903" cy="313944"/>
            </a:xfrm>
            <a:prstGeom prst="rect">
              <a:avLst/>
            </a:prstGeom>
            <a:blipFill>
              <a:blip r:embed="rId30" cstate="print"/>
              <a:stretch>
                <a:fillRect/>
              </a:stretch>
            </a:blipFill>
          </p:spPr>
          <p:txBody>
            <a:bodyPr wrap="square" lIns="0" tIns="0" rIns="0" bIns="0" rtlCol="0"/>
            <a:lstStyle/>
            <a:p>
              <a:endParaRPr sz="2396"/>
            </a:p>
          </p:txBody>
        </p:sp>
        <p:sp>
          <p:nvSpPr>
            <p:cNvPr id="119" name="object 53">
              <a:extLst>
                <a:ext uri="{FF2B5EF4-FFF2-40B4-BE49-F238E27FC236}">
                  <a16:creationId xmlns:a16="http://schemas.microsoft.com/office/drawing/2014/main" id="{F54C0D90-E13E-FD82-CBB8-E6DA727A2637}"/>
                </a:ext>
              </a:extLst>
            </p:cNvPr>
            <p:cNvSpPr/>
            <p:nvPr/>
          </p:nvSpPr>
          <p:spPr>
            <a:xfrm>
              <a:off x="7693151" y="1359407"/>
              <a:ext cx="304800" cy="365760"/>
            </a:xfrm>
            <a:prstGeom prst="rect">
              <a:avLst/>
            </a:prstGeom>
            <a:blipFill>
              <a:blip r:embed="rId31" cstate="print"/>
              <a:stretch>
                <a:fillRect/>
              </a:stretch>
            </a:blipFill>
          </p:spPr>
          <p:txBody>
            <a:bodyPr wrap="square" lIns="0" tIns="0" rIns="0" bIns="0" rtlCol="0"/>
            <a:lstStyle/>
            <a:p>
              <a:endParaRPr sz="2396"/>
            </a:p>
          </p:txBody>
        </p:sp>
        <p:sp>
          <p:nvSpPr>
            <p:cNvPr id="120" name="object 54">
              <a:extLst>
                <a:ext uri="{FF2B5EF4-FFF2-40B4-BE49-F238E27FC236}">
                  <a16:creationId xmlns:a16="http://schemas.microsoft.com/office/drawing/2014/main" id="{D25040B1-4E06-A446-78A8-6183D1C9C58F}"/>
                </a:ext>
              </a:extLst>
            </p:cNvPr>
            <p:cNvSpPr/>
            <p:nvPr/>
          </p:nvSpPr>
          <p:spPr>
            <a:xfrm>
              <a:off x="6830639" y="1162874"/>
              <a:ext cx="371784" cy="329058"/>
            </a:xfrm>
            <a:prstGeom prst="rect">
              <a:avLst/>
            </a:prstGeom>
            <a:blipFill>
              <a:blip r:embed="rId32" cstate="print"/>
              <a:stretch>
                <a:fillRect/>
              </a:stretch>
            </a:blipFill>
          </p:spPr>
          <p:txBody>
            <a:bodyPr wrap="square" lIns="0" tIns="0" rIns="0" bIns="0" rtlCol="0"/>
            <a:lstStyle/>
            <a:p>
              <a:endParaRPr sz="2396"/>
            </a:p>
          </p:txBody>
        </p:sp>
        <p:sp>
          <p:nvSpPr>
            <p:cNvPr id="121" name="object 55">
              <a:extLst>
                <a:ext uri="{FF2B5EF4-FFF2-40B4-BE49-F238E27FC236}">
                  <a16:creationId xmlns:a16="http://schemas.microsoft.com/office/drawing/2014/main" id="{DEDCA3A0-20C5-B776-AB33-83A4F102E78F}"/>
                </a:ext>
              </a:extLst>
            </p:cNvPr>
            <p:cNvSpPr/>
            <p:nvPr/>
          </p:nvSpPr>
          <p:spPr>
            <a:xfrm>
              <a:off x="6077711" y="1368551"/>
              <a:ext cx="338327" cy="335279"/>
            </a:xfrm>
            <a:prstGeom prst="rect">
              <a:avLst/>
            </a:prstGeom>
            <a:blipFill>
              <a:blip r:embed="rId33" cstate="print"/>
              <a:stretch>
                <a:fillRect/>
              </a:stretch>
            </a:blipFill>
          </p:spPr>
          <p:txBody>
            <a:bodyPr wrap="square" lIns="0" tIns="0" rIns="0" bIns="0" rtlCol="0"/>
            <a:lstStyle/>
            <a:p>
              <a:endParaRPr sz="2396"/>
            </a:p>
          </p:txBody>
        </p:sp>
        <p:sp>
          <p:nvSpPr>
            <p:cNvPr id="122" name="object 56">
              <a:extLst>
                <a:ext uri="{FF2B5EF4-FFF2-40B4-BE49-F238E27FC236}">
                  <a16:creationId xmlns:a16="http://schemas.microsoft.com/office/drawing/2014/main" id="{63C66B50-0B44-1D3E-4D9C-36D845A06AF4}"/>
                </a:ext>
              </a:extLst>
            </p:cNvPr>
            <p:cNvSpPr/>
            <p:nvPr/>
          </p:nvSpPr>
          <p:spPr>
            <a:xfrm>
              <a:off x="5458967" y="1703831"/>
              <a:ext cx="441960" cy="359663"/>
            </a:xfrm>
            <a:prstGeom prst="rect">
              <a:avLst/>
            </a:prstGeom>
            <a:blipFill>
              <a:blip r:embed="rId34" cstate="print"/>
              <a:stretch>
                <a:fillRect/>
              </a:stretch>
            </a:blipFill>
          </p:spPr>
          <p:txBody>
            <a:bodyPr wrap="square" lIns="0" tIns="0" rIns="0" bIns="0" rtlCol="0"/>
            <a:lstStyle/>
            <a:p>
              <a:endParaRPr sz="2396"/>
            </a:p>
          </p:txBody>
        </p:sp>
        <p:sp>
          <p:nvSpPr>
            <p:cNvPr id="123" name="object 57">
              <a:extLst>
                <a:ext uri="{FF2B5EF4-FFF2-40B4-BE49-F238E27FC236}">
                  <a16:creationId xmlns:a16="http://schemas.microsoft.com/office/drawing/2014/main" id="{E98FD404-A408-F4AE-725D-709CF3567CC8}"/>
                </a:ext>
              </a:extLst>
            </p:cNvPr>
            <p:cNvSpPr/>
            <p:nvPr/>
          </p:nvSpPr>
          <p:spPr>
            <a:xfrm>
              <a:off x="5334152" y="2211362"/>
              <a:ext cx="345757" cy="350441"/>
            </a:xfrm>
            <a:prstGeom prst="rect">
              <a:avLst/>
            </a:prstGeom>
            <a:blipFill>
              <a:blip r:embed="rId35" cstate="print"/>
              <a:stretch>
                <a:fillRect/>
              </a:stretch>
            </a:blipFill>
          </p:spPr>
          <p:txBody>
            <a:bodyPr wrap="square" lIns="0" tIns="0" rIns="0" bIns="0" rtlCol="0"/>
            <a:lstStyle/>
            <a:p>
              <a:endParaRPr sz="2396"/>
            </a:p>
          </p:txBody>
        </p:sp>
        <p:sp>
          <p:nvSpPr>
            <p:cNvPr id="124" name="object 58">
              <a:extLst>
                <a:ext uri="{FF2B5EF4-FFF2-40B4-BE49-F238E27FC236}">
                  <a16:creationId xmlns:a16="http://schemas.microsoft.com/office/drawing/2014/main" id="{BC04724A-C369-DD69-72C1-3A437B71D563}"/>
                </a:ext>
              </a:extLst>
            </p:cNvPr>
            <p:cNvSpPr/>
            <p:nvPr/>
          </p:nvSpPr>
          <p:spPr>
            <a:xfrm>
              <a:off x="5328239" y="2778290"/>
              <a:ext cx="461394" cy="359587"/>
            </a:xfrm>
            <a:prstGeom prst="rect">
              <a:avLst/>
            </a:prstGeom>
            <a:blipFill>
              <a:blip r:embed="rId36" cstate="print"/>
              <a:stretch>
                <a:fillRect/>
              </a:stretch>
            </a:blipFill>
          </p:spPr>
          <p:txBody>
            <a:bodyPr wrap="square" lIns="0" tIns="0" rIns="0" bIns="0" rtlCol="0"/>
            <a:lstStyle/>
            <a:p>
              <a:endParaRPr sz="2396"/>
            </a:p>
          </p:txBody>
        </p:sp>
        <p:sp>
          <p:nvSpPr>
            <p:cNvPr id="125" name="object 59">
              <a:extLst>
                <a:ext uri="{FF2B5EF4-FFF2-40B4-BE49-F238E27FC236}">
                  <a16:creationId xmlns:a16="http://schemas.microsoft.com/office/drawing/2014/main" id="{11C66A76-9FEA-75E5-C9D9-7776F637C702}"/>
                </a:ext>
              </a:extLst>
            </p:cNvPr>
            <p:cNvSpPr/>
            <p:nvPr/>
          </p:nvSpPr>
          <p:spPr>
            <a:xfrm>
              <a:off x="5541263" y="3304031"/>
              <a:ext cx="332232" cy="326136"/>
            </a:xfrm>
            <a:prstGeom prst="rect">
              <a:avLst/>
            </a:prstGeom>
            <a:blipFill>
              <a:blip r:embed="rId37" cstate="print"/>
              <a:stretch>
                <a:fillRect/>
              </a:stretch>
            </a:blipFill>
          </p:spPr>
          <p:txBody>
            <a:bodyPr wrap="square" lIns="0" tIns="0" rIns="0" bIns="0" rtlCol="0"/>
            <a:lstStyle/>
            <a:p>
              <a:endParaRPr sz="2396"/>
            </a:p>
          </p:txBody>
        </p:sp>
        <p:sp>
          <p:nvSpPr>
            <p:cNvPr id="126" name="object 60">
              <a:extLst>
                <a:ext uri="{FF2B5EF4-FFF2-40B4-BE49-F238E27FC236}">
                  <a16:creationId xmlns:a16="http://schemas.microsoft.com/office/drawing/2014/main" id="{182F885E-4948-9F2B-3EF4-D727DC42D5B3}"/>
                </a:ext>
              </a:extLst>
            </p:cNvPr>
            <p:cNvSpPr/>
            <p:nvPr/>
          </p:nvSpPr>
          <p:spPr>
            <a:xfrm>
              <a:off x="5949695" y="3718559"/>
              <a:ext cx="243839" cy="341375"/>
            </a:xfrm>
            <a:prstGeom prst="rect">
              <a:avLst/>
            </a:prstGeom>
            <a:blipFill>
              <a:blip r:embed="rId38" cstate="print"/>
              <a:stretch>
                <a:fillRect/>
              </a:stretch>
            </a:blipFill>
          </p:spPr>
          <p:txBody>
            <a:bodyPr wrap="square" lIns="0" tIns="0" rIns="0" bIns="0" rtlCol="0"/>
            <a:lstStyle/>
            <a:p>
              <a:endParaRPr sz="2396"/>
            </a:p>
          </p:txBody>
        </p:sp>
      </p:grpSp>
      <p:sp>
        <p:nvSpPr>
          <p:cNvPr id="127" name="object 61">
            <a:extLst>
              <a:ext uri="{FF2B5EF4-FFF2-40B4-BE49-F238E27FC236}">
                <a16:creationId xmlns:a16="http://schemas.microsoft.com/office/drawing/2014/main" id="{9E9AC574-E4EC-CAAE-3315-7AA8CA285964}"/>
              </a:ext>
            </a:extLst>
          </p:cNvPr>
          <p:cNvSpPr txBox="1"/>
          <p:nvPr/>
        </p:nvSpPr>
        <p:spPr>
          <a:xfrm>
            <a:off x="9091663" y="5598638"/>
            <a:ext cx="741903" cy="222722"/>
          </a:xfrm>
          <a:prstGeom prst="rect">
            <a:avLst/>
          </a:prstGeom>
        </p:spPr>
        <p:txBody>
          <a:bodyPr vert="horz" wrap="square" lIns="0" tIns="17749" rIns="0" bIns="0" rtlCol="0">
            <a:spAutoFit/>
          </a:bodyPr>
          <a:lstStyle/>
          <a:p>
            <a:pPr marL="16905">
              <a:spcBef>
                <a:spcPts val="140"/>
              </a:spcBef>
            </a:pPr>
            <a:r>
              <a:rPr lang="en-US" sz="1331" dirty="0" err="1">
                <a:latin typeface="Georgia"/>
                <a:cs typeface="Georgia"/>
              </a:rPr>
              <a:t>Presente</a:t>
            </a:r>
            <a:endParaRPr sz="1331" dirty="0">
              <a:latin typeface="Georgia"/>
              <a:cs typeface="Georgia"/>
            </a:endParaRPr>
          </a:p>
        </p:txBody>
      </p:sp>
      <p:sp>
        <p:nvSpPr>
          <p:cNvPr id="128" name="object 62">
            <a:extLst>
              <a:ext uri="{FF2B5EF4-FFF2-40B4-BE49-F238E27FC236}">
                <a16:creationId xmlns:a16="http://schemas.microsoft.com/office/drawing/2014/main" id="{9BC6E0D1-B2DE-4E9C-E9BA-36DA5B66C36E}"/>
              </a:ext>
            </a:extLst>
          </p:cNvPr>
          <p:cNvSpPr txBox="1">
            <a:spLocks/>
          </p:cNvSpPr>
          <p:nvPr/>
        </p:nvSpPr>
        <p:spPr>
          <a:xfrm>
            <a:off x="8441993" y="5066899"/>
            <a:ext cx="378262" cy="123111"/>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chemeClr val="tx1"/>
                </a:solidFill>
                <a:latin typeface="Carlito"/>
                <a:ea typeface="+mn-ea"/>
                <a:cs typeface="Carli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694"/>
            <a:r>
              <a:rPr lang="en-US" sz="800" spc="-5"/>
              <a:t>Page</a:t>
            </a:r>
            <a:r>
              <a:rPr lang="en-US" sz="800" spc="-30"/>
              <a:t> </a:t>
            </a:r>
            <a:fld id="{81D60167-4931-47E6-BA6A-407CBD079E47}" type="slidenum">
              <a:rPr sz="800" spc="-5" smtClean="0"/>
              <a:pPr marL="12694"/>
              <a:t>10</a:t>
            </a:fld>
            <a:endParaRPr sz="800" spc="-7"/>
          </a:p>
        </p:txBody>
      </p:sp>
      <p:sp>
        <p:nvSpPr>
          <p:cNvPr id="130" name="Date Placeholder 4">
            <a:extLst>
              <a:ext uri="{FF2B5EF4-FFF2-40B4-BE49-F238E27FC236}">
                <a16:creationId xmlns:a16="http://schemas.microsoft.com/office/drawing/2014/main" id="{FA5C73A4-A540-591A-2783-A7D8D58C0280}"/>
              </a:ext>
            </a:extLst>
          </p:cNvPr>
          <p:cNvSpPr txBox="1">
            <a:spLocks/>
          </p:cNvSpPr>
          <p:nvPr/>
        </p:nvSpPr>
        <p:spPr>
          <a:xfrm>
            <a:off x="3290562" y="6469883"/>
            <a:ext cx="1452587" cy="364935"/>
          </a:xfrm>
          <a:prstGeom prst="rect">
            <a:avLst/>
          </a:prstGeom>
        </p:spPr>
        <p:txBody>
          <a:bodyPr vert="horz" lIns="91392" tIns="45696" rIns="91392" bIns="45696" rtlCol="0" anchor="ctr"/>
          <a:lstStyle>
            <a:defPPr>
              <a:defRPr lang="en-US"/>
            </a:defPPr>
            <a:lvl1pPr marL="0" algn="ct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99"/>
              <a:t>October 2</a:t>
            </a:r>
            <a:r>
              <a:rPr lang="en-US" sz="1199" baseline="30000"/>
              <a:t>nd</a:t>
            </a:r>
            <a:r>
              <a:rPr lang="en-US" sz="1199"/>
              <a:t>,  2024</a:t>
            </a:r>
          </a:p>
        </p:txBody>
      </p:sp>
      <p:sp>
        <p:nvSpPr>
          <p:cNvPr id="3" name="object 35">
            <a:extLst>
              <a:ext uri="{FF2B5EF4-FFF2-40B4-BE49-F238E27FC236}">
                <a16:creationId xmlns:a16="http://schemas.microsoft.com/office/drawing/2014/main" id="{E395DD5B-899D-AE35-DF3C-0EAE8BE8F416}"/>
              </a:ext>
            </a:extLst>
          </p:cNvPr>
          <p:cNvSpPr txBox="1">
            <a:spLocks/>
          </p:cNvSpPr>
          <p:nvPr/>
        </p:nvSpPr>
        <p:spPr>
          <a:xfrm>
            <a:off x="301339" y="325398"/>
            <a:ext cx="11383095" cy="416970"/>
          </a:xfrm>
          <a:prstGeom prst="rect">
            <a:avLst/>
          </a:prstGeom>
        </p:spPr>
        <p:txBody>
          <a:bodyPr vert="horz" wrap="square" lIns="0" tIns="16903" rIns="0" bIns="0" rtlCol="0" anchor="ctr" anchorCtr="0">
            <a:spAutoFit/>
          </a:bodyPr>
          <a:lstStyle>
            <a:lvl1pPr marL="0" indent="0" algn="ctr" defTabSz="914400" rtl="0" eaLnBrk="1" latinLnBrk="0" hangingPunct="1">
              <a:lnSpc>
                <a:spcPct val="100000"/>
              </a:lnSpc>
              <a:spcBef>
                <a:spcPct val="20000"/>
              </a:spcBef>
              <a:spcAft>
                <a:spcPts val="0"/>
              </a:spcAft>
              <a:buNone/>
              <a:defRPr kumimoji="0" sz="5997" b="0" i="0" u="none" kern="1200" cap="all" baseline="0">
                <a:solidFill>
                  <a:schemeClr val="tx2"/>
                </a:solidFill>
                <a:latin typeface="Calibri Light" panose="020F0302020204030204" pitchFamily="34" charset="0"/>
                <a:ea typeface="+mj-ea"/>
                <a:cs typeface="Calibri Light" panose="020F0302020204030204" pitchFamily="34" charset="0"/>
              </a:defRPr>
            </a:lvl1pPr>
          </a:lstStyle>
          <a:p>
            <a:pPr marL="16510" algn="l">
              <a:spcBef>
                <a:spcPts val="133"/>
              </a:spcBef>
            </a:pPr>
            <a:r>
              <a:rPr lang="fr-CH" sz="2600" dirty="0">
                <a:latin typeface="Calibri Light"/>
                <a:ea typeface="Calibri Light"/>
                <a:cs typeface="Calibri Light"/>
              </a:rPr>
              <a:t>INTEGRATED ASSESSMENT MODELS (IAM) vs. LCA</a:t>
            </a:r>
            <a:endParaRPr lang="en-US" sz="2600" dirty="0"/>
          </a:p>
        </p:txBody>
      </p:sp>
    </p:spTree>
    <p:extLst>
      <p:ext uri="{BB962C8B-B14F-4D97-AF65-F5344CB8AC3E}">
        <p14:creationId xmlns:p14="http://schemas.microsoft.com/office/powerpoint/2010/main" val="15685656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0F40F89-71EA-43F8-C515-B3D9EB87FCE5}"/>
              </a:ext>
            </a:extLst>
          </p:cNvPr>
          <p:cNvSpPr>
            <a:spLocks noGrp="1"/>
          </p:cNvSpPr>
          <p:nvPr>
            <p:ph type="sldNum" sz="quarter" idx="12"/>
          </p:nvPr>
        </p:nvSpPr>
        <p:spPr/>
        <p:txBody>
          <a:bodyPr/>
          <a:lstStyle/>
          <a:p>
            <a:fld id="{5EE7099E-8998-4851-915A-4F4831808297}" type="slidenum">
              <a:rPr lang="nl-NL" smtClean="0"/>
              <a:pPr/>
              <a:t>11</a:t>
            </a:fld>
            <a:endParaRPr lang="nl-NL"/>
          </a:p>
        </p:txBody>
      </p:sp>
      <p:pic>
        <p:nvPicPr>
          <p:cNvPr id="6" name="Picture 5">
            <a:extLst>
              <a:ext uri="{FF2B5EF4-FFF2-40B4-BE49-F238E27FC236}">
                <a16:creationId xmlns:a16="http://schemas.microsoft.com/office/drawing/2014/main" id="{AAE49195-05FD-84B7-4056-859C5127A6A4}"/>
              </a:ext>
            </a:extLst>
          </p:cNvPr>
          <p:cNvPicPr>
            <a:picLocks noChangeAspect="1"/>
          </p:cNvPicPr>
          <p:nvPr/>
        </p:nvPicPr>
        <p:blipFill>
          <a:blip r:embed="rId2"/>
          <a:stretch>
            <a:fillRect/>
          </a:stretch>
        </p:blipFill>
        <p:spPr>
          <a:xfrm>
            <a:off x="288775" y="3808536"/>
            <a:ext cx="3776283" cy="2339290"/>
          </a:xfrm>
          <a:prstGeom prst="rect">
            <a:avLst/>
          </a:prstGeom>
        </p:spPr>
      </p:pic>
      <p:pic>
        <p:nvPicPr>
          <p:cNvPr id="7" name="Picture 6">
            <a:extLst>
              <a:ext uri="{FF2B5EF4-FFF2-40B4-BE49-F238E27FC236}">
                <a16:creationId xmlns:a16="http://schemas.microsoft.com/office/drawing/2014/main" id="{9A20DC7E-EDB7-2C66-8C1F-C897159648DC}"/>
              </a:ext>
            </a:extLst>
          </p:cNvPr>
          <p:cNvPicPr>
            <a:picLocks noChangeAspect="1"/>
          </p:cNvPicPr>
          <p:nvPr/>
        </p:nvPicPr>
        <p:blipFill>
          <a:blip r:embed="rId3"/>
          <a:stretch>
            <a:fillRect/>
          </a:stretch>
        </p:blipFill>
        <p:spPr>
          <a:xfrm>
            <a:off x="4192459" y="3807874"/>
            <a:ext cx="3963096" cy="2347764"/>
          </a:xfrm>
          <a:prstGeom prst="rect">
            <a:avLst/>
          </a:prstGeom>
        </p:spPr>
      </p:pic>
      <p:pic>
        <p:nvPicPr>
          <p:cNvPr id="8" name="Picture 7">
            <a:extLst>
              <a:ext uri="{FF2B5EF4-FFF2-40B4-BE49-F238E27FC236}">
                <a16:creationId xmlns:a16="http://schemas.microsoft.com/office/drawing/2014/main" id="{C9EB07F6-390B-D81F-E983-8380C8CFA86F}"/>
              </a:ext>
            </a:extLst>
          </p:cNvPr>
          <p:cNvPicPr>
            <a:picLocks noChangeAspect="1"/>
          </p:cNvPicPr>
          <p:nvPr/>
        </p:nvPicPr>
        <p:blipFill>
          <a:blip r:embed="rId4"/>
          <a:stretch>
            <a:fillRect/>
          </a:stretch>
        </p:blipFill>
        <p:spPr>
          <a:xfrm>
            <a:off x="4192458" y="1224256"/>
            <a:ext cx="3963096" cy="2464958"/>
          </a:xfrm>
          <a:prstGeom prst="rect">
            <a:avLst/>
          </a:prstGeom>
        </p:spPr>
      </p:pic>
      <p:pic>
        <p:nvPicPr>
          <p:cNvPr id="9" name="Picture 8">
            <a:extLst>
              <a:ext uri="{FF2B5EF4-FFF2-40B4-BE49-F238E27FC236}">
                <a16:creationId xmlns:a16="http://schemas.microsoft.com/office/drawing/2014/main" id="{4ECE6FD0-355C-B2E5-792A-267A7F2A8DE1}"/>
              </a:ext>
            </a:extLst>
          </p:cNvPr>
          <p:cNvPicPr>
            <a:picLocks noChangeAspect="1"/>
          </p:cNvPicPr>
          <p:nvPr/>
        </p:nvPicPr>
        <p:blipFill>
          <a:blip r:embed="rId5"/>
          <a:stretch>
            <a:fillRect/>
          </a:stretch>
        </p:blipFill>
        <p:spPr>
          <a:xfrm>
            <a:off x="8282955" y="3807874"/>
            <a:ext cx="3696431" cy="2347764"/>
          </a:xfrm>
          <a:prstGeom prst="rect">
            <a:avLst/>
          </a:prstGeom>
        </p:spPr>
      </p:pic>
      <p:pic>
        <p:nvPicPr>
          <p:cNvPr id="10" name="Picture 9">
            <a:extLst>
              <a:ext uri="{FF2B5EF4-FFF2-40B4-BE49-F238E27FC236}">
                <a16:creationId xmlns:a16="http://schemas.microsoft.com/office/drawing/2014/main" id="{F7FC7B1C-ECC4-D8B8-8CC9-9BD1AE73C295}"/>
              </a:ext>
            </a:extLst>
          </p:cNvPr>
          <p:cNvPicPr>
            <a:picLocks noChangeAspect="1"/>
          </p:cNvPicPr>
          <p:nvPr/>
        </p:nvPicPr>
        <p:blipFill>
          <a:blip r:embed="rId6"/>
          <a:stretch>
            <a:fillRect/>
          </a:stretch>
        </p:blipFill>
        <p:spPr>
          <a:xfrm>
            <a:off x="8282955" y="1217910"/>
            <a:ext cx="3696431" cy="2464958"/>
          </a:xfrm>
          <a:prstGeom prst="rect">
            <a:avLst/>
          </a:prstGeom>
        </p:spPr>
      </p:pic>
      <p:sp>
        <p:nvSpPr>
          <p:cNvPr id="11" name="Title 1">
            <a:extLst>
              <a:ext uri="{FF2B5EF4-FFF2-40B4-BE49-F238E27FC236}">
                <a16:creationId xmlns:a16="http://schemas.microsoft.com/office/drawing/2014/main" id="{17964CD6-79C6-DC7B-EF9D-907A894D1318}"/>
              </a:ext>
            </a:extLst>
          </p:cNvPr>
          <p:cNvSpPr>
            <a:spLocks noGrp="1"/>
          </p:cNvSpPr>
          <p:nvPr>
            <p:ph type="title"/>
          </p:nvPr>
        </p:nvSpPr>
        <p:spPr>
          <a:xfrm>
            <a:off x="334963" y="349844"/>
            <a:ext cx="8764785" cy="491579"/>
          </a:xfrm>
        </p:spPr>
        <p:txBody>
          <a:bodyPr>
            <a:normAutofit/>
          </a:bodyPr>
          <a:lstStyle/>
          <a:p>
            <a:r>
              <a:rPr lang="es-ES" b="1" dirty="0"/>
              <a:t>Proyecciones en sectores intensivos en energía</a:t>
            </a:r>
            <a:endParaRPr lang="en-CH" sz="2599" dirty="0"/>
          </a:p>
        </p:txBody>
      </p:sp>
      <p:sp>
        <p:nvSpPr>
          <p:cNvPr id="12" name="Rectangle 11">
            <a:extLst>
              <a:ext uri="{FF2B5EF4-FFF2-40B4-BE49-F238E27FC236}">
                <a16:creationId xmlns:a16="http://schemas.microsoft.com/office/drawing/2014/main" id="{508D2BAB-8B13-3239-C44F-724E08E595E7}"/>
              </a:ext>
            </a:extLst>
          </p:cNvPr>
          <p:cNvSpPr/>
          <p:nvPr/>
        </p:nvSpPr>
        <p:spPr>
          <a:xfrm>
            <a:off x="288775" y="1224256"/>
            <a:ext cx="3776283" cy="2464958"/>
          </a:xfrm>
          <a:prstGeom prst="rect">
            <a:avLst/>
          </a:prstGeom>
          <a:noFill/>
          <a:ln w="9525">
            <a:solidFill>
              <a:srgbClr val="A4A4A4"/>
            </a:solidFill>
          </a:ln>
        </p:spPr>
        <p:style>
          <a:lnRef idx="2">
            <a:schemeClr val="accent1">
              <a:shade val="50000"/>
            </a:schemeClr>
          </a:lnRef>
          <a:fillRef idx="1">
            <a:schemeClr val="accent1"/>
          </a:fillRef>
          <a:effectRef idx="0">
            <a:schemeClr val="accent1"/>
          </a:effectRef>
          <a:fontRef idx="minor">
            <a:schemeClr val="lt1"/>
          </a:fontRef>
        </p:style>
        <p:txBody>
          <a:bodyPr lIns="143925" rIns="143925" rtlCol="0" anchor="ctr"/>
          <a:lstStyle/>
          <a:p>
            <a:r>
              <a:rPr lang="en-US" sz="1799" dirty="0">
                <a:solidFill>
                  <a:schemeClr val="tx1"/>
                </a:solidFill>
              </a:rPr>
              <a:t>Para </a:t>
            </a:r>
            <a:r>
              <a:rPr lang="en-US" sz="1799" dirty="0" err="1">
                <a:solidFill>
                  <a:schemeClr val="tx1"/>
                </a:solidFill>
              </a:rPr>
              <a:t>cada</a:t>
            </a:r>
            <a:r>
              <a:rPr lang="en-US" sz="1799" dirty="0">
                <a:solidFill>
                  <a:schemeClr val="tx1"/>
                </a:solidFill>
              </a:rPr>
              <a:t> interval de </a:t>
            </a:r>
            <a:r>
              <a:rPr lang="en-US" sz="1799" dirty="0" err="1">
                <a:solidFill>
                  <a:schemeClr val="tx1"/>
                </a:solidFill>
              </a:rPr>
              <a:t>tiempo</a:t>
            </a:r>
            <a:r>
              <a:rPr lang="en-CH" sz="1799" dirty="0">
                <a:solidFill>
                  <a:schemeClr val="tx1"/>
                </a:solidFill>
              </a:rPr>
              <a:t>:</a:t>
            </a:r>
            <a:endParaRPr lang="en-US" sz="1799" dirty="0">
              <a:solidFill>
                <a:schemeClr val="tx1"/>
              </a:solidFill>
            </a:endParaRPr>
          </a:p>
          <a:p>
            <a:endParaRPr lang="en-CH" sz="1799" dirty="0">
              <a:solidFill>
                <a:schemeClr val="tx1"/>
              </a:solidFill>
            </a:endParaRPr>
          </a:p>
          <a:p>
            <a:pPr marL="285607" indent="-285607">
              <a:buFont typeface="Arial" panose="020B0604020202020204" pitchFamily="34" charset="0"/>
              <a:buChar char="•"/>
            </a:pPr>
            <a:r>
              <a:rPr lang="en-GB" sz="1799" dirty="0" err="1">
                <a:solidFill>
                  <a:schemeClr val="tx1"/>
                </a:solidFill>
              </a:rPr>
              <a:t>Inversiones</a:t>
            </a:r>
            <a:r>
              <a:rPr lang="en-GB" sz="1799" dirty="0">
                <a:solidFill>
                  <a:schemeClr val="tx1"/>
                </a:solidFill>
              </a:rPr>
              <a:t> </a:t>
            </a:r>
            <a:r>
              <a:rPr lang="en-GB" sz="1799" dirty="0" err="1">
                <a:solidFill>
                  <a:schemeClr val="tx1"/>
                </a:solidFill>
              </a:rPr>
              <a:t>en</a:t>
            </a:r>
            <a:r>
              <a:rPr lang="en-GB" sz="1799" dirty="0">
                <a:solidFill>
                  <a:schemeClr val="tx1"/>
                </a:solidFill>
              </a:rPr>
              <a:t> </a:t>
            </a:r>
            <a:r>
              <a:rPr lang="en-GB" sz="1799" dirty="0" err="1">
                <a:solidFill>
                  <a:schemeClr val="tx1"/>
                </a:solidFill>
              </a:rPr>
              <a:t>tecnología</a:t>
            </a:r>
            <a:r>
              <a:rPr lang="en-GB" sz="1799" dirty="0">
                <a:solidFill>
                  <a:schemeClr val="tx1"/>
                </a:solidFill>
              </a:rPr>
              <a:t> </a:t>
            </a:r>
          </a:p>
          <a:p>
            <a:pPr marL="285607" indent="-285607">
              <a:buFont typeface="Arial" panose="020B0604020202020204" pitchFamily="34" charset="0"/>
              <a:buChar char="•"/>
            </a:pPr>
            <a:r>
              <a:rPr lang="en-US" sz="1799" dirty="0" err="1">
                <a:solidFill>
                  <a:schemeClr val="tx1"/>
                </a:solidFill>
              </a:rPr>
              <a:t>Expansión</a:t>
            </a:r>
            <a:r>
              <a:rPr lang="en-US" sz="1799" dirty="0">
                <a:solidFill>
                  <a:schemeClr val="tx1"/>
                </a:solidFill>
              </a:rPr>
              <a:t>  de </a:t>
            </a:r>
            <a:r>
              <a:rPr lang="en-US" sz="1799" dirty="0" err="1">
                <a:solidFill>
                  <a:schemeClr val="tx1"/>
                </a:solidFill>
              </a:rPr>
              <a:t>capacidad</a:t>
            </a:r>
            <a:endParaRPr lang="en-CH" sz="1799" dirty="0">
              <a:solidFill>
                <a:schemeClr val="tx1"/>
              </a:solidFill>
            </a:endParaRPr>
          </a:p>
          <a:p>
            <a:pPr marL="285607" indent="-285607">
              <a:buFont typeface="Arial" panose="020B0604020202020204" pitchFamily="34" charset="0"/>
              <a:buChar char="•"/>
            </a:pPr>
            <a:r>
              <a:rPr lang="en-US" sz="1799" dirty="0" err="1">
                <a:solidFill>
                  <a:schemeClr val="tx1"/>
                </a:solidFill>
              </a:rPr>
              <a:t>Generación</a:t>
            </a:r>
            <a:endParaRPr lang="en-CH" sz="1799" dirty="0">
              <a:solidFill>
                <a:schemeClr val="tx1"/>
              </a:solidFill>
            </a:endParaRPr>
          </a:p>
          <a:p>
            <a:pPr marL="285607" indent="-285607">
              <a:buFont typeface="Arial" panose="020B0604020202020204" pitchFamily="34" charset="0"/>
              <a:buChar char="•"/>
            </a:pPr>
            <a:endParaRPr lang="en-CH" sz="1799" dirty="0">
              <a:solidFill>
                <a:schemeClr val="tx1"/>
              </a:solidFill>
            </a:endParaRPr>
          </a:p>
          <a:p>
            <a:pPr marL="285607" indent="-285607">
              <a:buFont typeface="Arial" panose="020B0604020202020204" pitchFamily="34" charset="0"/>
              <a:buChar char="•"/>
            </a:pPr>
            <a:r>
              <a:rPr lang="en-CH" sz="1799" dirty="0">
                <a:solidFill>
                  <a:schemeClr val="tx1"/>
                </a:solidFill>
                <a:hlinkClick r:id="rId7"/>
              </a:rPr>
              <a:t>Link </a:t>
            </a:r>
            <a:r>
              <a:rPr lang="en-US" sz="1799" dirty="0">
                <a:solidFill>
                  <a:schemeClr val="tx1"/>
                </a:solidFill>
                <a:hlinkClick r:id="rId7"/>
              </a:rPr>
              <a:t>al</a:t>
            </a:r>
            <a:r>
              <a:rPr lang="en-CH" sz="1799" dirty="0">
                <a:solidFill>
                  <a:schemeClr val="tx1"/>
                </a:solidFill>
                <a:hlinkClick r:id="rId7"/>
              </a:rPr>
              <a:t> dashboard</a:t>
            </a:r>
            <a:endParaRPr lang="en-CH" sz="1799" dirty="0">
              <a:solidFill>
                <a:schemeClr val="tx1"/>
              </a:solidFill>
            </a:endParaRPr>
          </a:p>
          <a:p>
            <a:endParaRPr lang="en-CH" sz="1799" dirty="0">
              <a:solidFill>
                <a:schemeClr val="tx1"/>
              </a:solidFill>
            </a:endParaRPr>
          </a:p>
        </p:txBody>
      </p:sp>
    </p:spTree>
    <p:extLst>
      <p:ext uri="{BB962C8B-B14F-4D97-AF65-F5344CB8AC3E}">
        <p14:creationId xmlns:p14="http://schemas.microsoft.com/office/powerpoint/2010/main" val="1571953988"/>
      </p:ext>
    </p:extLst>
  </p:cSld>
  <p:clrMapOvr>
    <a:masterClrMapping/>
  </p:clrMapOvr>
  <p:transition spd="slow">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8E5FC10-89CF-1AE5-D1E4-9BE3C36F583E}"/>
              </a:ext>
            </a:extLst>
          </p:cNvPr>
          <p:cNvSpPr>
            <a:spLocks noGrp="1"/>
          </p:cNvSpPr>
          <p:nvPr>
            <p:ph type="title"/>
          </p:nvPr>
        </p:nvSpPr>
        <p:spPr>
          <a:xfrm>
            <a:off x="327342" y="352876"/>
            <a:ext cx="11510008" cy="492443"/>
          </a:xfrm>
        </p:spPr>
        <p:txBody>
          <a:bodyPr>
            <a:normAutofit/>
          </a:bodyPr>
          <a:lstStyle/>
          <a:p>
            <a:r>
              <a:rPr lang="en-US" sz="2600" dirty="0" err="1"/>
              <a:t>C</a:t>
            </a:r>
            <a:r>
              <a:rPr lang="en-US" sz="2800" dirty="0" err="1">
                <a:solidFill>
                  <a:schemeClr val="tx1"/>
                </a:solidFill>
              </a:rPr>
              <a:t>ó</a:t>
            </a:r>
            <a:r>
              <a:rPr lang="en-US" sz="2600" dirty="0" err="1"/>
              <a:t>mo</a:t>
            </a:r>
            <a:r>
              <a:rPr lang="en-US" sz="2600" dirty="0"/>
              <a:t> </a:t>
            </a:r>
            <a:r>
              <a:rPr lang="en-US" sz="2600" dirty="0" err="1"/>
              <a:t>funciona</a:t>
            </a:r>
            <a:r>
              <a:rPr lang="en-US" sz="2600" dirty="0"/>
              <a:t> premise</a:t>
            </a:r>
            <a:endParaRPr lang="en-CH" sz="2600" dirty="0"/>
          </a:p>
        </p:txBody>
      </p:sp>
      <p:sp>
        <p:nvSpPr>
          <p:cNvPr id="9" name="Slide Number Placeholder 8">
            <a:extLst>
              <a:ext uri="{FF2B5EF4-FFF2-40B4-BE49-F238E27FC236}">
                <a16:creationId xmlns:a16="http://schemas.microsoft.com/office/drawing/2014/main" id="{AA96FDE9-9303-F2AE-CF98-CDA294E431F6}"/>
              </a:ext>
            </a:extLst>
          </p:cNvPr>
          <p:cNvSpPr>
            <a:spLocks noGrp="1"/>
          </p:cNvSpPr>
          <p:nvPr>
            <p:ph type="sldNum" sz="quarter" idx="19"/>
          </p:nvPr>
        </p:nvSpPr>
        <p:spPr/>
        <p:txBody>
          <a:bodyPr/>
          <a:lstStyle/>
          <a:p>
            <a:fld id="{5EE7099E-8998-4851-915A-4F4831808297}" type="slidenum">
              <a:rPr lang="nl-NL" smtClean="0"/>
              <a:pPr/>
              <a:t>12</a:t>
            </a:fld>
            <a:endParaRPr lang="nl-NL"/>
          </a:p>
        </p:txBody>
      </p:sp>
      <p:sp>
        <p:nvSpPr>
          <p:cNvPr id="83" name="Content Placeholder 82">
            <a:extLst>
              <a:ext uri="{FF2B5EF4-FFF2-40B4-BE49-F238E27FC236}">
                <a16:creationId xmlns:a16="http://schemas.microsoft.com/office/drawing/2014/main" id="{8F755578-9A67-C795-3301-B5533CFA02DF}"/>
              </a:ext>
            </a:extLst>
          </p:cNvPr>
          <p:cNvSpPr>
            <a:spLocks noGrp="1"/>
          </p:cNvSpPr>
          <p:nvPr>
            <p:ph sz="quarter" idx="20"/>
          </p:nvPr>
        </p:nvSpPr>
        <p:spPr>
          <a:xfrm>
            <a:off x="359732" y="1270000"/>
            <a:ext cx="3535814" cy="4699000"/>
          </a:xfrm>
        </p:spPr>
        <p:txBody>
          <a:bodyPr/>
          <a:lstStyle/>
          <a:p>
            <a:pPr marL="0" indent="0">
              <a:buNone/>
            </a:pPr>
            <a:r>
              <a:rPr lang="en-US" sz="2000" b="1" dirty="0">
                <a:solidFill>
                  <a:schemeClr val="tx1"/>
                </a:solidFill>
                <a:latin typeface="+mn-lt"/>
              </a:rPr>
              <a:t>Pasos</a:t>
            </a:r>
          </a:p>
          <a:p>
            <a:r>
              <a:rPr lang="es-ES" sz="2000" b="1" dirty="0">
                <a:solidFill>
                  <a:schemeClr val="tx1"/>
                </a:solidFill>
                <a:latin typeface="+mn-lt"/>
              </a:rPr>
              <a:t>1) </a:t>
            </a:r>
            <a:r>
              <a:rPr lang="es-ES" sz="2000" dirty="0">
                <a:solidFill>
                  <a:schemeClr val="tx1"/>
                </a:solidFill>
                <a:latin typeface="+mn-lt"/>
              </a:rPr>
              <a:t>Datos de entrada → Escenarios futuros de los </a:t>
            </a:r>
            <a:r>
              <a:rPr lang="es-ES" sz="2000" dirty="0" err="1">
                <a:solidFill>
                  <a:schemeClr val="tx1"/>
                </a:solidFill>
                <a:latin typeface="+mn-lt"/>
              </a:rPr>
              <a:t>IAMs</a:t>
            </a:r>
            <a:r>
              <a:rPr lang="es-ES" sz="2000" dirty="0">
                <a:solidFill>
                  <a:schemeClr val="tx1"/>
                </a:solidFill>
                <a:latin typeface="+mn-lt"/>
              </a:rPr>
              <a:t> y la base de datos LCI </a:t>
            </a:r>
            <a:r>
              <a:rPr lang="es-ES" sz="2000" dirty="0" err="1">
                <a:solidFill>
                  <a:schemeClr val="tx1"/>
                </a:solidFill>
                <a:latin typeface="+mn-lt"/>
              </a:rPr>
              <a:t>ecoinvent</a:t>
            </a:r>
            <a:r>
              <a:rPr lang="es-ES" sz="2000" dirty="0">
                <a:solidFill>
                  <a:schemeClr val="tx1"/>
                </a:solidFill>
                <a:latin typeface="+mn-lt"/>
              </a:rPr>
              <a:t>.</a:t>
            </a:r>
          </a:p>
          <a:p>
            <a:r>
              <a:rPr lang="en-US" sz="2000" b="1" dirty="0">
                <a:solidFill>
                  <a:schemeClr val="tx1"/>
                </a:solidFill>
                <a:latin typeface="+mn-lt"/>
              </a:rPr>
              <a:t>2) </a:t>
            </a:r>
            <a:r>
              <a:rPr lang="es-ES" sz="2000" dirty="0">
                <a:solidFill>
                  <a:schemeClr val="tx1"/>
                </a:solidFill>
                <a:latin typeface="+mn-lt"/>
              </a:rPr>
              <a:t>Integración → Combinación de los datos de escenarios futuros con la base de datos LCI a través de Premise.</a:t>
            </a:r>
          </a:p>
          <a:p>
            <a:r>
              <a:rPr lang="en-US" b="1" dirty="0"/>
              <a:t>3) </a:t>
            </a:r>
            <a:r>
              <a:rPr lang="es-ES" dirty="0"/>
              <a:t>Exportación → Generación de bases de datos </a:t>
            </a:r>
            <a:r>
              <a:rPr lang="es-ES" dirty="0" err="1"/>
              <a:t>pLCI</a:t>
            </a:r>
            <a:r>
              <a:rPr lang="es-ES" dirty="0"/>
              <a:t> en varios formatos.</a:t>
            </a:r>
          </a:p>
          <a:p>
            <a:r>
              <a:rPr lang="en-US" sz="2000" b="1" dirty="0">
                <a:solidFill>
                  <a:schemeClr val="tx1"/>
                </a:solidFill>
                <a:latin typeface="+mn-lt"/>
              </a:rPr>
              <a:t>4 &amp; 5) </a:t>
            </a:r>
            <a:r>
              <a:rPr lang="en-US" sz="2000" dirty="0">
                <a:solidFill>
                  <a:schemeClr val="tx1"/>
                </a:solidFill>
                <a:latin typeface="+mn-lt"/>
              </a:rPr>
              <a:t>(</a:t>
            </a:r>
            <a:r>
              <a:rPr lang="en-US" sz="2000" i="1" dirty="0">
                <a:solidFill>
                  <a:schemeClr val="tx1"/>
                </a:solidFill>
                <a:latin typeface="+mn-lt"/>
              </a:rPr>
              <a:t>Optional) </a:t>
            </a:r>
            <a:r>
              <a:rPr lang="en-US" sz="2000" dirty="0">
                <a:solidFill>
                  <a:schemeClr val="tx1"/>
                </a:solidFill>
                <a:latin typeface="+mn-lt"/>
              </a:rPr>
              <a:t>feedback </a:t>
            </a:r>
            <a:r>
              <a:rPr lang="de-CH" dirty="0"/>
              <a:t>de </a:t>
            </a:r>
            <a:r>
              <a:rPr lang="de-CH" dirty="0" err="1"/>
              <a:t>indicadores</a:t>
            </a:r>
            <a:r>
              <a:rPr lang="de-CH" dirty="0"/>
              <a:t> </a:t>
            </a:r>
            <a:r>
              <a:rPr lang="de-CH" dirty="0" err="1"/>
              <a:t>ambientales</a:t>
            </a:r>
            <a:r>
              <a:rPr lang="de-CH" dirty="0"/>
              <a:t> a los IAMs.</a:t>
            </a:r>
            <a:endParaRPr lang="en-CH" sz="2000" dirty="0">
              <a:solidFill>
                <a:schemeClr val="tx1"/>
              </a:solidFill>
              <a:latin typeface="+mn-lt"/>
            </a:endParaRPr>
          </a:p>
          <a:p>
            <a:endParaRPr lang="en-US" dirty="0">
              <a:latin typeface="+mn-lt"/>
            </a:endParaRPr>
          </a:p>
        </p:txBody>
      </p:sp>
      <p:grpSp>
        <p:nvGrpSpPr>
          <p:cNvPr id="81" name="Group 80">
            <a:extLst>
              <a:ext uri="{FF2B5EF4-FFF2-40B4-BE49-F238E27FC236}">
                <a16:creationId xmlns:a16="http://schemas.microsoft.com/office/drawing/2014/main" id="{4F4D02E2-C2CF-905F-24CD-A7D995019E4A}"/>
              </a:ext>
            </a:extLst>
          </p:cNvPr>
          <p:cNvGrpSpPr/>
          <p:nvPr/>
        </p:nvGrpSpPr>
        <p:grpSpPr>
          <a:xfrm>
            <a:off x="3743128" y="1517067"/>
            <a:ext cx="8329011" cy="4339997"/>
            <a:chOff x="3743128" y="1517067"/>
            <a:chExt cx="8329011" cy="4339997"/>
          </a:xfrm>
        </p:grpSpPr>
        <p:grpSp>
          <p:nvGrpSpPr>
            <p:cNvPr id="82" name="Group 81">
              <a:extLst>
                <a:ext uri="{FF2B5EF4-FFF2-40B4-BE49-F238E27FC236}">
                  <a16:creationId xmlns:a16="http://schemas.microsoft.com/office/drawing/2014/main" id="{A7DE2E7D-4161-8211-3BF3-2434C1A02923}"/>
                </a:ext>
              </a:extLst>
            </p:cNvPr>
            <p:cNvGrpSpPr/>
            <p:nvPr/>
          </p:nvGrpSpPr>
          <p:grpSpPr>
            <a:xfrm>
              <a:off x="4081052" y="2374559"/>
              <a:ext cx="841454" cy="487390"/>
              <a:chOff x="1325509" y="1563638"/>
              <a:chExt cx="870227" cy="504056"/>
            </a:xfrm>
          </p:grpSpPr>
          <p:sp>
            <p:nvSpPr>
              <p:cNvPr id="168" name="Rectangle 167">
                <a:extLst>
                  <a:ext uri="{FF2B5EF4-FFF2-40B4-BE49-F238E27FC236}">
                    <a16:creationId xmlns:a16="http://schemas.microsoft.com/office/drawing/2014/main" id="{D390A052-5331-7A98-C6D0-6AF51696DA7C}"/>
                  </a:ext>
                </a:extLst>
              </p:cNvPr>
              <p:cNvSpPr/>
              <p:nvPr/>
            </p:nvSpPr>
            <p:spPr bwMode="auto">
              <a:xfrm>
                <a:off x="1325509" y="1563638"/>
                <a:ext cx="870227" cy="504056"/>
              </a:xfrm>
              <a:prstGeom prst="rect">
                <a:avLst/>
              </a:prstGeom>
              <a:solidFill>
                <a:schemeClr val="bg1">
                  <a:lumMod val="95000"/>
                </a:schemeClr>
              </a:solidFill>
              <a:ln w="9525" cap="flat" cmpd="sng" algn="ctr">
                <a:solidFill>
                  <a:srgbClr val="96969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CH" sz="2400" b="0" i="0" u="none" strike="noStrike" cap="none" normalizeH="0" baseline="0">
                  <a:ln>
                    <a:noFill/>
                  </a:ln>
                  <a:solidFill>
                    <a:schemeClr val="tx1"/>
                  </a:solidFill>
                  <a:effectLst/>
                  <a:cs typeface="Times New Roman" panose="02020603050405020304" pitchFamily="18" charset="0"/>
                </a:endParaRPr>
              </a:p>
            </p:txBody>
          </p:sp>
          <p:pic>
            <p:nvPicPr>
              <p:cNvPr id="169" name="Picture 168" descr="Potsdam Institute for Climate Impact Research">
                <a:extLst>
                  <a:ext uri="{FF2B5EF4-FFF2-40B4-BE49-F238E27FC236}">
                    <a16:creationId xmlns:a16="http://schemas.microsoft.com/office/drawing/2014/main" id="{61A4F05E-AED8-BFA4-3E68-6747B8B91AC1}"/>
                  </a:ext>
                </a:extLst>
              </p:cNvPr>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441401" y="1738411"/>
                <a:ext cx="635810" cy="279757"/>
              </a:xfrm>
              <a:prstGeom prst="rect">
                <a:avLst/>
              </a:prstGeom>
              <a:noFill/>
              <a:extLst>
                <a:ext uri="{909E8E84-426E-40DD-AFC4-6F175D3DCCD1}">
                  <a14:hiddenFill xmlns:a14="http://schemas.microsoft.com/office/drawing/2010/main">
                    <a:solidFill>
                      <a:srgbClr val="FFFFFF"/>
                    </a:solidFill>
                  </a14:hiddenFill>
                </a:ext>
              </a:extLst>
            </p:spPr>
          </p:pic>
          <p:sp>
            <p:nvSpPr>
              <p:cNvPr id="170" name="TextBox 66">
                <a:extLst>
                  <a:ext uri="{FF2B5EF4-FFF2-40B4-BE49-F238E27FC236}">
                    <a16:creationId xmlns:a16="http://schemas.microsoft.com/office/drawing/2014/main" id="{4A95A730-FCF8-3BBA-67FA-AD7F9B888051}"/>
                  </a:ext>
                </a:extLst>
              </p:cNvPr>
              <p:cNvSpPr txBox="1"/>
              <p:nvPr/>
            </p:nvSpPr>
            <p:spPr>
              <a:xfrm>
                <a:off x="1439814" y="1563638"/>
                <a:ext cx="648072" cy="211481"/>
              </a:xfrm>
              <a:prstGeom prst="rect">
                <a:avLst/>
              </a:prstGeom>
              <a:noFill/>
            </p:spPr>
            <p:txBody>
              <a:bodyPr wrap="square" lIns="0" tIns="0" rIns="0" bIns="0" rtlCol="0">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lnSpc>
                    <a:spcPct val="110000"/>
                  </a:lnSpc>
                  <a:spcBef>
                    <a:spcPct val="0"/>
                  </a:spcBef>
                  <a:buClr>
                    <a:srgbClr val="000000"/>
                  </a:buClr>
                </a:pPr>
                <a:r>
                  <a:rPr lang="en-US" sz="1000" dirty="0">
                    <a:solidFill>
                      <a:srgbClr val="000000"/>
                    </a:solidFill>
                    <a:cs typeface="Times New Roman" panose="02020603050405020304" pitchFamily="18" charset="0"/>
                  </a:rPr>
                  <a:t>REMIND</a:t>
                </a:r>
                <a:endParaRPr lang="de-CH" sz="1000" dirty="0" err="1">
                  <a:solidFill>
                    <a:srgbClr val="000000"/>
                  </a:solidFill>
                  <a:cs typeface="Times New Roman" panose="02020603050405020304" pitchFamily="18" charset="0"/>
                </a:endParaRPr>
              </a:p>
            </p:txBody>
          </p:sp>
        </p:grpSp>
        <p:grpSp>
          <p:nvGrpSpPr>
            <p:cNvPr id="84" name="Group 83">
              <a:extLst>
                <a:ext uri="{FF2B5EF4-FFF2-40B4-BE49-F238E27FC236}">
                  <a16:creationId xmlns:a16="http://schemas.microsoft.com/office/drawing/2014/main" id="{E0DC192B-5EFF-5E2B-D932-54C0CB8C941C}"/>
                </a:ext>
              </a:extLst>
            </p:cNvPr>
            <p:cNvGrpSpPr/>
            <p:nvPr/>
          </p:nvGrpSpPr>
          <p:grpSpPr>
            <a:xfrm>
              <a:off x="4077341" y="2904197"/>
              <a:ext cx="841454" cy="516071"/>
              <a:chOff x="1243532" y="1933290"/>
              <a:chExt cx="870227" cy="533718"/>
            </a:xfrm>
          </p:grpSpPr>
          <p:sp>
            <p:nvSpPr>
              <p:cNvPr id="165" name="Rectangle 164">
                <a:extLst>
                  <a:ext uri="{FF2B5EF4-FFF2-40B4-BE49-F238E27FC236}">
                    <a16:creationId xmlns:a16="http://schemas.microsoft.com/office/drawing/2014/main" id="{FE3BE2A9-7D9C-C6B2-3D59-C9FEDB611E13}"/>
                  </a:ext>
                </a:extLst>
              </p:cNvPr>
              <p:cNvSpPr/>
              <p:nvPr/>
            </p:nvSpPr>
            <p:spPr bwMode="auto">
              <a:xfrm>
                <a:off x="1243532" y="1933290"/>
                <a:ext cx="870227" cy="533718"/>
              </a:xfrm>
              <a:prstGeom prst="rect">
                <a:avLst/>
              </a:prstGeom>
              <a:solidFill>
                <a:schemeClr val="bg1">
                  <a:lumMod val="95000"/>
                </a:schemeClr>
              </a:solidFill>
              <a:ln w="9525" cap="flat" cmpd="sng" algn="ctr">
                <a:solidFill>
                  <a:srgbClr val="96969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CH" sz="2400" b="0" i="0" u="none" strike="noStrike" cap="none" normalizeH="0" baseline="0">
                  <a:ln>
                    <a:noFill/>
                  </a:ln>
                  <a:solidFill>
                    <a:schemeClr val="tx1"/>
                  </a:solidFill>
                  <a:effectLst/>
                  <a:cs typeface="Times New Roman" panose="02020603050405020304" pitchFamily="18" charset="0"/>
                </a:endParaRPr>
              </a:p>
            </p:txBody>
          </p:sp>
          <p:pic>
            <p:nvPicPr>
              <p:cNvPr id="166" name="Picture 165" descr="Image result for pbl netherlands">
                <a:extLst>
                  <a:ext uri="{FF2B5EF4-FFF2-40B4-BE49-F238E27FC236}">
                    <a16:creationId xmlns:a16="http://schemas.microsoft.com/office/drawing/2014/main" id="{BF251FFB-F385-99D9-845A-22B68EF0EF32}"/>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6300" t="17946" r="6761" b="30071"/>
              <a:stretch/>
            </p:blipFill>
            <p:spPr bwMode="auto">
              <a:xfrm>
                <a:off x="1288126" y="2090901"/>
                <a:ext cx="792088" cy="315739"/>
              </a:xfrm>
              <a:prstGeom prst="rect">
                <a:avLst/>
              </a:prstGeom>
              <a:noFill/>
              <a:extLst>
                <a:ext uri="{909E8E84-426E-40DD-AFC4-6F175D3DCCD1}">
                  <a14:hiddenFill xmlns:a14="http://schemas.microsoft.com/office/drawing/2010/main">
                    <a:solidFill>
                      <a:srgbClr val="FFFFFF"/>
                    </a:solidFill>
                  </a14:hiddenFill>
                </a:ext>
              </a:extLst>
            </p:spPr>
          </p:pic>
          <p:sp>
            <p:nvSpPr>
              <p:cNvPr id="167" name="TextBox 63">
                <a:extLst>
                  <a:ext uri="{FF2B5EF4-FFF2-40B4-BE49-F238E27FC236}">
                    <a16:creationId xmlns:a16="http://schemas.microsoft.com/office/drawing/2014/main" id="{530FB8E8-2163-0AA4-385C-9537BAB173D8}"/>
                  </a:ext>
                </a:extLst>
              </p:cNvPr>
              <p:cNvSpPr txBox="1"/>
              <p:nvPr/>
            </p:nvSpPr>
            <p:spPr>
              <a:xfrm>
                <a:off x="1347900" y="1933290"/>
                <a:ext cx="648072" cy="183205"/>
              </a:xfrm>
              <a:prstGeom prst="rect">
                <a:avLst/>
              </a:prstGeom>
              <a:noFill/>
            </p:spPr>
            <p:txBody>
              <a:bodyPr wrap="square" lIns="0" tIns="0" rIns="0" bIns="0" rtlCol="0">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lnSpc>
                    <a:spcPct val="110000"/>
                  </a:lnSpc>
                  <a:spcBef>
                    <a:spcPct val="0"/>
                  </a:spcBef>
                  <a:buClr>
                    <a:srgbClr val="000000"/>
                  </a:buClr>
                </a:pPr>
                <a:r>
                  <a:rPr lang="en-US" sz="1000" dirty="0">
                    <a:solidFill>
                      <a:srgbClr val="000000"/>
                    </a:solidFill>
                    <a:cs typeface="Times New Roman" panose="02020603050405020304" pitchFamily="18" charset="0"/>
                  </a:rPr>
                  <a:t>IMAGE</a:t>
                </a:r>
                <a:endParaRPr lang="de-CH" sz="1000" dirty="0" err="1">
                  <a:solidFill>
                    <a:srgbClr val="000000"/>
                  </a:solidFill>
                  <a:cs typeface="Times New Roman" panose="02020603050405020304" pitchFamily="18" charset="0"/>
                </a:endParaRPr>
              </a:p>
            </p:txBody>
          </p:sp>
        </p:grpSp>
        <p:grpSp>
          <p:nvGrpSpPr>
            <p:cNvPr id="85" name="Group 84">
              <a:extLst>
                <a:ext uri="{FF2B5EF4-FFF2-40B4-BE49-F238E27FC236}">
                  <a16:creationId xmlns:a16="http://schemas.microsoft.com/office/drawing/2014/main" id="{894D83DE-2B7D-27B4-7C0F-E5D3A58D6DE7}"/>
                </a:ext>
              </a:extLst>
            </p:cNvPr>
            <p:cNvGrpSpPr/>
            <p:nvPr/>
          </p:nvGrpSpPr>
          <p:grpSpPr>
            <a:xfrm>
              <a:off x="4074974" y="3513797"/>
              <a:ext cx="841454" cy="487389"/>
              <a:chOff x="1256927" y="2563735"/>
              <a:chExt cx="870227" cy="504055"/>
            </a:xfrm>
          </p:grpSpPr>
          <p:sp>
            <p:nvSpPr>
              <p:cNvPr id="163" name="Rectangle 162">
                <a:extLst>
                  <a:ext uri="{FF2B5EF4-FFF2-40B4-BE49-F238E27FC236}">
                    <a16:creationId xmlns:a16="http://schemas.microsoft.com/office/drawing/2014/main" id="{125AB33D-F200-133E-EE87-473AA2BFCA3A}"/>
                  </a:ext>
                </a:extLst>
              </p:cNvPr>
              <p:cNvSpPr/>
              <p:nvPr/>
            </p:nvSpPr>
            <p:spPr bwMode="auto">
              <a:xfrm>
                <a:off x="1256927" y="2563735"/>
                <a:ext cx="870227" cy="504055"/>
              </a:xfrm>
              <a:prstGeom prst="rect">
                <a:avLst/>
              </a:prstGeom>
              <a:solidFill>
                <a:schemeClr val="bg1">
                  <a:lumMod val="95000"/>
                </a:schemeClr>
              </a:solidFill>
              <a:ln w="9525" cap="flat" cmpd="sng" algn="ctr">
                <a:solidFill>
                  <a:srgbClr val="96969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CH" sz="2400" b="0" i="0" u="none" strike="noStrike" cap="none" normalizeH="0" baseline="0">
                  <a:ln>
                    <a:noFill/>
                  </a:ln>
                  <a:solidFill>
                    <a:schemeClr val="tx1"/>
                  </a:solidFill>
                  <a:effectLst/>
                  <a:cs typeface="Times New Roman" panose="02020603050405020304" pitchFamily="18" charset="0"/>
                </a:endParaRPr>
              </a:p>
            </p:txBody>
          </p:sp>
          <p:sp>
            <p:nvSpPr>
              <p:cNvPr id="164" name="TextBox 60">
                <a:extLst>
                  <a:ext uri="{FF2B5EF4-FFF2-40B4-BE49-F238E27FC236}">
                    <a16:creationId xmlns:a16="http://schemas.microsoft.com/office/drawing/2014/main" id="{6052C989-2DB5-745B-0993-72FE7B4C582D}"/>
                  </a:ext>
                </a:extLst>
              </p:cNvPr>
              <p:cNvSpPr txBox="1"/>
              <p:nvPr/>
            </p:nvSpPr>
            <p:spPr>
              <a:xfrm>
                <a:off x="1367482" y="2563735"/>
                <a:ext cx="728574" cy="177674"/>
              </a:xfrm>
              <a:prstGeom prst="rect">
                <a:avLst/>
              </a:prstGeom>
              <a:noFill/>
            </p:spPr>
            <p:txBody>
              <a:bodyPr wrap="square" lIns="0" tIns="0" rIns="0" bIns="0" rtlCol="0">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lnSpc>
                    <a:spcPct val="110000"/>
                  </a:lnSpc>
                  <a:spcBef>
                    <a:spcPct val="0"/>
                  </a:spcBef>
                  <a:buClr>
                    <a:srgbClr val="000000"/>
                  </a:buClr>
                </a:pPr>
                <a:r>
                  <a:rPr lang="en-US" sz="1000" dirty="0" err="1">
                    <a:solidFill>
                      <a:srgbClr val="000000"/>
                    </a:solidFill>
                    <a:cs typeface="Times New Roman" panose="02020603050405020304" pitchFamily="18" charset="0"/>
                  </a:rPr>
                  <a:t>MESSAGE</a:t>
                </a:r>
                <a:r>
                  <a:rPr lang="en-US" sz="1000" baseline="-25000" dirty="0" err="1">
                    <a:solidFill>
                      <a:srgbClr val="000000"/>
                    </a:solidFill>
                    <a:cs typeface="Times New Roman" panose="02020603050405020304" pitchFamily="18" charset="0"/>
                  </a:rPr>
                  <a:t>ix</a:t>
                </a:r>
                <a:endParaRPr lang="de-CH" sz="1000" baseline="-25000" dirty="0" err="1">
                  <a:solidFill>
                    <a:srgbClr val="000000"/>
                  </a:solidFill>
                  <a:cs typeface="Times New Roman" panose="02020603050405020304" pitchFamily="18" charset="0"/>
                </a:endParaRPr>
              </a:p>
            </p:txBody>
          </p:sp>
        </p:grpSp>
        <p:pic>
          <p:nvPicPr>
            <p:cNvPr id="86" name="Picture 85" descr="https://github.com/romainsacchi/premise/raw/master/docs/large.png">
              <a:extLst>
                <a:ext uri="{FF2B5EF4-FFF2-40B4-BE49-F238E27FC236}">
                  <a16:creationId xmlns:a16="http://schemas.microsoft.com/office/drawing/2014/main" id="{ACEB0D87-C7DB-56FE-5F9B-171C7122805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30131" y="2407511"/>
              <a:ext cx="566092" cy="566092"/>
            </a:xfrm>
            <a:prstGeom prst="rect">
              <a:avLst/>
            </a:prstGeom>
            <a:noFill/>
            <a:extLst>
              <a:ext uri="{909E8E84-426E-40DD-AFC4-6F175D3DCCD1}">
                <a14:hiddenFill xmlns:a14="http://schemas.microsoft.com/office/drawing/2010/main">
                  <a:solidFill>
                    <a:srgbClr val="FFFFFF"/>
                  </a:solidFill>
                </a14:hiddenFill>
              </a:ext>
            </a:extLst>
          </p:spPr>
        </p:pic>
        <p:sp>
          <p:nvSpPr>
            <p:cNvPr id="87" name="Right Brace 86">
              <a:extLst>
                <a:ext uri="{FF2B5EF4-FFF2-40B4-BE49-F238E27FC236}">
                  <a16:creationId xmlns:a16="http://schemas.microsoft.com/office/drawing/2014/main" id="{DD46D749-FE60-F9CA-93C5-9374869D7F50}"/>
                </a:ext>
              </a:extLst>
            </p:cNvPr>
            <p:cNvSpPr/>
            <p:nvPr/>
          </p:nvSpPr>
          <p:spPr bwMode="auto">
            <a:xfrm>
              <a:off x="4998062" y="2374560"/>
              <a:ext cx="278509" cy="1603538"/>
            </a:xfrm>
            <a:prstGeom prst="rightBrace">
              <a:avLst>
                <a:gd name="adj1" fmla="val 25398"/>
                <a:gd name="adj2" fmla="val 18103"/>
              </a:avLst>
            </a:prstGeom>
            <a:noFill/>
            <a:ln w="9525" cap="flat" cmpd="sng" algn="ctr">
              <a:solidFill>
                <a:srgbClr val="68686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CH" sz="2400" b="0" i="0" u="none" strike="noStrike" cap="none" normalizeH="0" baseline="0">
                <a:ln>
                  <a:noFill/>
                </a:ln>
                <a:solidFill>
                  <a:schemeClr val="tx1"/>
                </a:solidFill>
                <a:effectLst/>
                <a:cs typeface="Times New Roman" panose="02020603050405020304" pitchFamily="18" charset="0"/>
              </a:endParaRPr>
            </a:p>
          </p:txBody>
        </p:sp>
        <p:cxnSp>
          <p:nvCxnSpPr>
            <p:cNvPr id="88" name="Straight Connector 87">
              <a:extLst>
                <a:ext uri="{FF2B5EF4-FFF2-40B4-BE49-F238E27FC236}">
                  <a16:creationId xmlns:a16="http://schemas.microsoft.com/office/drawing/2014/main" id="{FD5DF9BA-3D43-7A2C-1F8C-F721367DE3FC}"/>
                </a:ext>
              </a:extLst>
            </p:cNvPr>
            <p:cNvCxnSpPr>
              <a:cxnSpLocks/>
              <a:stCxn id="87" idx="1"/>
            </p:cNvCxnSpPr>
            <p:nvPr/>
          </p:nvCxnSpPr>
          <p:spPr bwMode="auto">
            <a:xfrm>
              <a:off x="5276571" y="2664848"/>
              <a:ext cx="676713" cy="2256"/>
            </a:xfrm>
            <a:prstGeom prst="line">
              <a:avLst/>
            </a:prstGeom>
            <a:solidFill>
              <a:schemeClr val="accent1"/>
            </a:solidFill>
            <a:ln w="9525" cap="flat" cmpd="sng" algn="ctr">
              <a:solidFill>
                <a:srgbClr val="686868"/>
              </a:solidFill>
              <a:prstDash val="solid"/>
              <a:round/>
              <a:headEnd type="none" w="med" len="med"/>
              <a:tailEnd type="none" w="med" len="med"/>
            </a:ln>
            <a:effectLst/>
          </p:spPr>
        </p:cxnSp>
        <p:cxnSp>
          <p:nvCxnSpPr>
            <p:cNvPr id="89" name="Straight Connector 88">
              <a:extLst>
                <a:ext uri="{FF2B5EF4-FFF2-40B4-BE49-F238E27FC236}">
                  <a16:creationId xmlns:a16="http://schemas.microsoft.com/office/drawing/2014/main" id="{F0F24664-DD11-75D0-7C66-102159004928}"/>
                </a:ext>
              </a:extLst>
            </p:cNvPr>
            <p:cNvCxnSpPr/>
            <p:nvPr/>
          </p:nvCxnSpPr>
          <p:spPr bwMode="auto">
            <a:xfrm>
              <a:off x="6706983" y="2667104"/>
              <a:ext cx="770785" cy="0"/>
            </a:xfrm>
            <a:prstGeom prst="line">
              <a:avLst/>
            </a:prstGeom>
            <a:solidFill>
              <a:schemeClr val="accent1"/>
            </a:solidFill>
            <a:ln w="9525" cap="flat" cmpd="sng" algn="ctr">
              <a:solidFill>
                <a:srgbClr val="686868"/>
              </a:solidFill>
              <a:prstDash val="solid"/>
              <a:round/>
              <a:headEnd type="none" w="med" len="med"/>
              <a:tailEnd type="none" w="med" len="med"/>
            </a:ln>
            <a:effectLst/>
          </p:spPr>
        </p:cxnSp>
        <p:cxnSp>
          <p:nvCxnSpPr>
            <p:cNvPr id="90" name="Straight Connector 89">
              <a:extLst>
                <a:ext uri="{FF2B5EF4-FFF2-40B4-BE49-F238E27FC236}">
                  <a16:creationId xmlns:a16="http://schemas.microsoft.com/office/drawing/2014/main" id="{9B110C1B-3AAC-BBD4-0439-B4BAFF443E13}"/>
                </a:ext>
              </a:extLst>
            </p:cNvPr>
            <p:cNvCxnSpPr>
              <a:cxnSpLocks/>
              <a:stCxn id="112" idx="1"/>
            </p:cNvCxnSpPr>
            <p:nvPr/>
          </p:nvCxnSpPr>
          <p:spPr bwMode="auto">
            <a:xfrm flipH="1">
              <a:off x="10495353" y="5109349"/>
              <a:ext cx="2838" cy="125873"/>
            </a:xfrm>
            <a:prstGeom prst="line">
              <a:avLst/>
            </a:prstGeom>
            <a:solidFill>
              <a:schemeClr val="accent1"/>
            </a:solidFill>
            <a:ln w="9525" cap="flat" cmpd="sng" algn="ctr">
              <a:solidFill>
                <a:srgbClr val="686868"/>
              </a:solidFill>
              <a:prstDash val="dash"/>
              <a:round/>
              <a:headEnd type="none" w="med" len="med"/>
              <a:tailEnd type="none" w="med" len="med"/>
            </a:ln>
            <a:effectLst/>
          </p:spPr>
        </p:cxnSp>
        <p:cxnSp>
          <p:nvCxnSpPr>
            <p:cNvPr id="91" name="Straight Connector 90">
              <a:extLst>
                <a:ext uri="{FF2B5EF4-FFF2-40B4-BE49-F238E27FC236}">
                  <a16:creationId xmlns:a16="http://schemas.microsoft.com/office/drawing/2014/main" id="{7D1B7774-7888-498F-0BFC-FE617C6CE4BD}"/>
                </a:ext>
              </a:extLst>
            </p:cNvPr>
            <p:cNvCxnSpPr>
              <a:stCxn id="102" idx="1"/>
            </p:cNvCxnSpPr>
            <p:nvPr/>
          </p:nvCxnSpPr>
          <p:spPr bwMode="auto">
            <a:xfrm flipH="1" flipV="1">
              <a:off x="3744774" y="5235222"/>
              <a:ext cx="4242274" cy="2834"/>
            </a:xfrm>
            <a:prstGeom prst="line">
              <a:avLst/>
            </a:prstGeom>
            <a:solidFill>
              <a:schemeClr val="accent1"/>
            </a:solidFill>
            <a:ln w="9525" cap="flat" cmpd="sng" algn="ctr">
              <a:solidFill>
                <a:srgbClr val="686868"/>
              </a:solidFill>
              <a:prstDash val="dash"/>
              <a:round/>
              <a:headEnd type="none" w="med" len="med"/>
              <a:tailEnd type="none" w="med" len="med"/>
            </a:ln>
            <a:effectLst/>
          </p:spPr>
        </p:cxnSp>
        <p:cxnSp>
          <p:nvCxnSpPr>
            <p:cNvPr id="92" name="Straight Connector 91">
              <a:extLst>
                <a:ext uri="{FF2B5EF4-FFF2-40B4-BE49-F238E27FC236}">
                  <a16:creationId xmlns:a16="http://schemas.microsoft.com/office/drawing/2014/main" id="{AF51A7D5-2FB8-C2D9-04FE-D21BF4F22C52}"/>
                </a:ext>
              </a:extLst>
            </p:cNvPr>
            <p:cNvCxnSpPr>
              <a:cxnSpLocks/>
            </p:cNvCxnSpPr>
            <p:nvPr/>
          </p:nvCxnSpPr>
          <p:spPr bwMode="auto">
            <a:xfrm>
              <a:off x="3743128" y="3263511"/>
              <a:ext cx="0" cy="1971711"/>
            </a:xfrm>
            <a:prstGeom prst="line">
              <a:avLst/>
            </a:prstGeom>
            <a:solidFill>
              <a:schemeClr val="accent1"/>
            </a:solidFill>
            <a:ln w="9525" cap="flat" cmpd="sng" algn="ctr">
              <a:solidFill>
                <a:srgbClr val="686868"/>
              </a:solidFill>
              <a:prstDash val="dash"/>
              <a:round/>
              <a:headEnd type="none" w="med" len="med"/>
              <a:tailEnd type="none" w="med" len="med"/>
            </a:ln>
            <a:effectLst/>
          </p:spPr>
        </p:cxnSp>
        <p:cxnSp>
          <p:nvCxnSpPr>
            <p:cNvPr id="93" name="Straight Connector 92">
              <a:extLst>
                <a:ext uri="{FF2B5EF4-FFF2-40B4-BE49-F238E27FC236}">
                  <a16:creationId xmlns:a16="http://schemas.microsoft.com/office/drawing/2014/main" id="{EC50FAA5-5777-6532-5884-233724104622}"/>
                </a:ext>
              </a:extLst>
            </p:cNvPr>
            <p:cNvCxnSpPr/>
            <p:nvPr/>
          </p:nvCxnSpPr>
          <p:spPr bwMode="auto">
            <a:xfrm flipH="1">
              <a:off x="3743128" y="3263512"/>
              <a:ext cx="264850" cy="0"/>
            </a:xfrm>
            <a:prstGeom prst="line">
              <a:avLst/>
            </a:prstGeom>
            <a:solidFill>
              <a:schemeClr val="accent1"/>
            </a:solidFill>
            <a:ln w="9525" cap="flat" cmpd="sng" algn="ctr">
              <a:solidFill>
                <a:srgbClr val="686868"/>
              </a:solidFill>
              <a:prstDash val="dash"/>
              <a:round/>
              <a:headEnd type="triangle" w="med" len="med"/>
              <a:tailEnd type="none" w="med" len="med"/>
            </a:ln>
            <a:effectLst/>
          </p:spPr>
        </p:cxnSp>
        <p:cxnSp>
          <p:nvCxnSpPr>
            <p:cNvPr id="94" name="Straight Connector 93">
              <a:extLst>
                <a:ext uri="{FF2B5EF4-FFF2-40B4-BE49-F238E27FC236}">
                  <a16:creationId xmlns:a16="http://schemas.microsoft.com/office/drawing/2014/main" id="{BB24EF4D-214D-31BE-0E7C-4FCBC682F7DE}"/>
                </a:ext>
              </a:extLst>
            </p:cNvPr>
            <p:cNvCxnSpPr/>
            <p:nvPr/>
          </p:nvCxnSpPr>
          <p:spPr bwMode="auto">
            <a:xfrm>
              <a:off x="6308733" y="2973735"/>
              <a:ext cx="0" cy="214045"/>
            </a:xfrm>
            <a:prstGeom prst="line">
              <a:avLst/>
            </a:prstGeom>
            <a:solidFill>
              <a:schemeClr val="accent1"/>
            </a:solidFill>
            <a:ln w="9525" cap="flat" cmpd="sng" algn="ctr">
              <a:solidFill>
                <a:srgbClr val="686868"/>
              </a:solidFill>
              <a:prstDash val="solid"/>
              <a:round/>
              <a:headEnd type="none" w="med" len="med"/>
              <a:tailEnd type="none" w="med" len="med"/>
            </a:ln>
            <a:effectLst/>
          </p:spPr>
        </p:cxnSp>
        <p:sp>
          <p:nvSpPr>
            <p:cNvPr id="95" name="Right Brace 94">
              <a:extLst>
                <a:ext uri="{FF2B5EF4-FFF2-40B4-BE49-F238E27FC236}">
                  <a16:creationId xmlns:a16="http://schemas.microsoft.com/office/drawing/2014/main" id="{F9DD0E3E-14B2-96B4-F708-1F6B04ADA87D}"/>
                </a:ext>
              </a:extLst>
            </p:cNvPr>
            <p:cNvSpPr/>
            <p:nvPr/>
          </p:nvSpPr>
          <p:spPr bwMode="auto">
            <a:xfrm rot="16200000">
              <a:off x="6649590" y="2731147"/>
              <a:ext cx="278509" cy="1175658"/>
            </a:xfrm>
            <a:prstGeom prst="rightBrace">
              <a:avLst>
                <a:gd name="adj1" fmla="val 25398"/>
                <a:gd name="adj2" fmla="val 8850"/>
              </a:avLst>
            </a:prstGeom>
            <a:noFill/>
            <a:ln w="9525" cap="flat" cmpd="sng" algn="ctr">
              <a:solidFill>
                <a:srgbClr val="68686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CH" sz="2400" b="0" i="0" u="none" strike="noStrike" cap="none" normalizeH="0" baseline="0">
                <a:ln>
                  <a:noFill/>
                </a:ln>
                <a:solidFill>
                  <a:schemeClr val="tx1"/>
                </a:solidFill>
                <a:effectLst/>
                <a:cs typeface="Times New Roman" panose="02020603050405020304" pitchFamily="18" charset="0"/>
              </a:endParaRPr>
            </a:p>
          </p:txBody>
        </p:sp>
        <p:sp>
          <p:nvSpPr>
            <p:cNvPr id="96" name="Right Brace 95">
              <a:extLst>
                <a:ext uri="{FF2B5EF4-FFF2-40B4-BE49-F238E27FC236}">
                  <a16:creationId xmlns:a16="http://schemas.microsoft.com/office/drawing/2014/main" id="{47BF4B4D-7B45-72F2-5D5E-5DC0655E21A6}"/>
                </a:ext>
              </a:extLst>
            </p:cNvPr>
            <p:cNvSpPr/>
            <p:nvPr/>
          </p:nvSpPr>
          <p:spPr bwMode="auto">
            <a:xfrm rot="5400000" flipV="1">
              <a:off x="6081270" y="1106892"/>
              <a:ext cx="278509" cy="1887908"/>
            </a:xfrm>
            <a:prstGeom prst="rightBrace">
              <a:avLst>
                <a:gd name="adj1" fmla="val 25398"/>
                <a:gd name="adj2" fmla="val 55983"/>
              </a:avLst>
            </a:prstGeom>
            <a:noFill/>
            <a:ln w="9525" cap="flat" cmpd="sng" algn="ctr">
              <a:solidFill>
                <a:srgbClr val="68686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CH" sz="2400" b="0" i="0" u="none" strike="noStrike" cap="none" normalizeH="0" baseline="0">
                <a:ln>
                  <a:noFill/>
                </a:ln>
                <a:solidFill>
                  <a:schemeClr val="tx1"/>
                </a:solidFill>
                <a:effectLst/>
                <a:cs typeface="Times New Roman" panose="02020603050405020304" pitchFamily="18" charset="0"/>
              </a:endParaRPr>
            </a:p>
          </p:txBody>
        </p:sp>
        <p:sp>
          <p:nvSpPr>
            <p:cNvPr id="97" name="Right Brace 96">
              <a:extLst>
                <a:ext uri="{FF2B5EF4-FFF2-40B4-BE49-F238E27FC236}">
                  <a16:creationId xmlns:a16="http://schemas.microsoft.com/office/drawing/2014/main" id="{A45D012A-AF2C-EDC8-BB42-274377B46F42}"/>
                </a:ext>
              </a:extLst>
            </p:cNvPr>
            <p:cNvSpPr/>
            <p:nvPr/>
          </p:nvSpPr>
          <p:spPr bwMode="auto">
            <a:xfrm flipH="1">
              <a:off x="7484574" y="1795269"/>
              <a:ext cx="278509" cy="1822933"/>
            </a:xfrm>
            <a:prstGeom prst="rightBrace">
              <a:avLst>
                <a:gd name="adj1" fmla="val 25398"/>
                <a:gd name="adj2" fmla="val 47736"/>
              </a:avLst>
            </a:prstGeom>
            <a:noFill/>
            <a:ln w="9525" cap="flat" cmpd="sng" algn="ctr">
              <a:solidFill>
                <a:srgbClr val="68686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CH" sz="2400" b="0" i="0" u="none" strike="noStrike" cap="none" normalizeH="0" baseline="0">
                <a:ln>
                  <a:noFill/>
                </a:ln>
                <a:solidFill>
                  <a:schemeClr val="tx1"/>
                </a:solidFill>
                <a:effectLst/>
                <a:cs typeface="Times New Roman" panose="02020603050405020304" pitchFamily="18" charset="0"/>
              </a:endParaRPr>
            </a:p>
          </p:txBody>
        </p:sp>
        <p:sp>
          <p:nvSpPr>
            <p:cNvPr id="98" name="Right Brace 97">
              <a:extLst>
                <a:ext uri="{FF2B5EF4-FFF2-40B4-BE49-F238E27FC236}">
                  <a16:creationId xmlns:a16="http://schemas.microsoft.com/office/drawing/2014/main" id="{5F0571EA-64CA-5E31-6DD1-A0EACF814D3E}"/>
                </a:ext>
              </a:extLst>
            </p:cNvPr>
            <p:cNvSpPr/>
            <p:nvPr/>
          </p:nvSpPr>
          <p:spPr bwMode="auto">
            <a:xfrm>
              <a:off x="9680891" y="1795269"/>
              <a:ext cx="278509" cy="1822933"/>
            </a:xfrm>
            <a:prstGeom prst="rightBrace">
              <a:avLst>
                <a:gd name="adj1" fmla="val 25398"/>
                <a:gd name="adj2" fmla="val 47736"/>
              </a:avLst>
            </a:prstGeom>
            <a:noFill/>
            <a:ln w="9525" cap="flat" cmpd="sng" algn="ctr">
              <a:solidFill>
                <a:srgbClr val="68686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CH" sz="2400" b="0" i="0" u="none" strike="noStrike" cap="none" normalizeH="0" baseline="0">
                <a:ln>
                  <a:noFill/>
                </a:ln>
                <a:solidFill>
                  <a:schemeClr val="tx1"/>
                </a:solidFill>
                <a:effectLst/>
                <a:cs typeface="Times New Roman" panose="02020603050405020304" pitchFamily="18" charset="0"/>
              </a:endParaRPr>
            </a:p>
          </p:txBody>
        </p:sp>
        <p:cxnSp>
          <p:nvCxnSpPr>
            <p:cNvPr id="99" name="Straight Connector 98">
              <a:extLst>
                <a:ext uri="{FF2B5EF4-FFF2-40B4-BE49-F238E27FC236}">
                  <a16:creationId xmlns:a16="http://schemas.microsoft.com/office/drawing/2014/main" id="{4DD7B800-D630-7BD9-1374-DC031CE1AA3A}"/>
                </a:ext>
              </a:extLst>
            </p:cNvPr>
            <p:cNvCxnSpPr>
              <a:stCxn id="98" idx="1"/>
            </p:cNvCxnSpPr>
            <p:nvPr/>
          </p:nvCxnSpPr>
          <p:spPr bwMode="auto">
            <a:xfrm>
              <a:off x="9959400" y="2665464"/>
              <a:ext cx="1525718" cy="0"/>
            </a:xfrm>
            <a:prstGeom prst="line">
              <a:avLst/>
            </a:prstGeom>
            <a:solidFill>
              <a:schemeClr val="accent1"/>
            </a:solidFill>
            <a:ln w="9525" cap="flat" cmpd="sng" algn="ctr">
              <a:solidFill>
                <a:srgbClr val="686868"/>
              </a:solidFill>
              <a:prstDash val="solid"/>
              <a:round/>
              <a:headEnd type="none" w="med" len="med"/>
              <a:tailEnd type="none" w="med" len="med"/>
            </a:ln>
            <a:effectLst/>
          </p:spPr>
        </p:cxnSp>
        <p:cxnSp>
          <p:nvCxnSpPr>
            <p:cNvPr id="100" name="Straight Connector 99">
              <a:extLst>
                <a:ext uri="{FF2B5EF4-FFF2-40B4-BE49-F238E27FC236}">
                  <a16:creationId xmlns:a16="http://schemas.microsoft.com/office/drawing/2014/main" id="{941AEB13-C39E-E075-36A5-17C1E7B52FCC}"/>
                </a:ext>
              </a:extLst>
            </p:cNvPr>
            <p:cNvCxnSpPr>
              <a:endCxn id="101" idx="1"/>
            </p:cNvCxnSpPr>
            <p:nvPr/>
          </p:nvCxnSpPr>
          <p:spPr bwMode="auto">
            <a:xfrm flipH="1">
              <a:off x="9521276" y="5238056"/>
              <a:ext cx="974076" cy="0"/>
            </a:xfrm>
            <a:prstGeom prst="line">
              <a:avLst/>
            </a:prstGeom>
            <a:solidFill>
              <a:schemeClr val="accent1"/>
            </a:solidFill>
            <a:ln w="9525" cap="flat" cmpd="sng" algn="ctr">
              <a:solidFill>
                <a:srgbClr val="686868"/>
              </a:solidFill>
              <a:prstDash val="dash"/>
              <a:round/>
              <a:headEnd type="none" w="med" len="med"/>
              <a:tailEnd type="none" w="med" len="med"/>
            </a:ln>
            <a:effectLst/>
          </p:spPr>
        </p:cxnSp>
        <p:sp>
          <p:nvSpPr>
            <p:cNvPr id="101" name="Right Brace 100">
              <a:extLst>
                <a:ext uri="{FF2B5EF4-FFF2-40B4-BE49-F238E27FC236}">
                  <a16:creationId xmlns:a16="http://schemas.microsoft.com/office/drawing/2014/main" id="{072AA2BD-FA98-D4B0-39AA-87EDF018AA4E}"/>
                </a:ext>
              </a:extLst>
            </p:cNvPr>
            <p:cNvSpPr/>
            <p:nvPr/>
          </p:nvSpPr>
          <p:spPr bwMode="auto">
            <a:xfrm>
              <a:off x="9242767" y="4672675"/>
              <a:ext cx="278509" cy="1184389"/>
            </a:xfrm>
            <a:prstGeom prst="rightBrace">
              <a:avLst>
                <a:gd name="adj1" fmla="val 25398"/>
                <a:gd name="adj2" fmla="val 47736"/>
              </a:avLst>
            </a:prstGeom>
            <a:noFill/>
            <a:ln w="9525" cap="flat" cmpd="sng" algn="ctr">
              <a:solidFill>
                <a:srgbClr val="686868"/>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CH" sz="2400" b="0" i="0" u="none" strike="noStrike" cap="none" normalizeH="0" baseline="0">
                <a:ln>
                  <a:noFill/>
                </a:ln>
                <a:solidFill>
                  <a:schemeClr val="tx1"/>
                </a:solidFill>
                <a:effectLst/>
                <a:cs typeface="Times New Roman" panose="02020603050405020304" pitchFamily="18" charset="0"/>
              </a:endParaRPr>
            </a:p>
          </p:txBody>
        </p:sp>
        <p:sp>
          <p:nvSpPr>
            <p:cNvPr id="102" name="Right Brace 101">
              <a:extLst>
                <a:ext uri="{FF2B5EF4-FFF2-40B4-BE49-F238E27FC236}">
                  <a16:creationId xmlns:a16="http://schemas.microsoft.com/office/drawing/2014/main" id="{E1D29C9C-B952-BDD6-3AF9-14A4D14076E0}"/>
                </a:ext>
              </a:extLst>
            </p:cNvPr>
            <p:cNvSpPr/>
            <p:nvPr/>
          </p:nvSpPr>
          <p:spPr bwMode="auto">
            <a:xfrm flipH="1">
              <a:off x="7987048" y="4672675"/>
              <a:ext cx="278509" cy="1184389"/>
            </a:xfrm>
            <a:prstGeom prst="rightBrace">
              <a:avLst>
                <a:gd name="adj1" fmla="val 25398"/>
                <a:gd name="adj2" fmla="val 47736"/>
              </a:avLst>
            </a:prstGeom>
            <a:noFill/>
            <a:ln w="9525" cap="flat" cmpd="sng" algn="ctr">
              <a:solidFill>
                <a:srgbClr val="686868"/>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CH" sz="2400" b="0" i="0" u="none" strike="noStrike" cap="none" normalizeH="0" baseline="0">
                <a:ln>
                  <a:noFill/>
                </a:ln>
                <a:solidFill>
                  <a:schemeClr val="tx1"/>
                </a:solidFill>
                <a:effectLst/>
                <a:cs typeface="Times New Roman" panose="02020603050405020304" pitchFamily="18" charset="0"/>
              </a:endParaRPr>
            </a:p>
          </p:txBody>
        </p:sp>
        <p:pic>
          <p:nvPicPr>
            <p:cNvPr id="103" name="Picture 102" descr="A picture containing room, clock&#10;&#10;Description automatically generated">
              <a:extLst>
                <a:ext uri="{FF2B5EF4-FFF2-40B4-BE49-F238E27FC236}">
                  <a16:creationId xmlns:a16="http://schemas.microsoft.com/office/drawing/2014/main" id="{795529E6-49AF-2AFB-9D87-1F7EE6FF7A65}"/>
                </a:ext>
              </a:extLst>
            </p:cNvPr>
            <p:cNvPicPr>
              <a:picLocks noChangeAspect="1"/>
            </p:cNvPicPr>
            <p:nvPr/>
          </p:nvPicPr>
          <p:blipFill rotWithShape="1">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contrast="-93000"/>
                      </a14:imgEffect>
                    </a14:imgLayer>
                  </a14:imgProps>
                </a:ext>
                <a:ext uri="{28A0092B-C50C-407E-A947-70E740481C1C}">
                  <a14:useLocalDpi xmlns:a14="http://schemas.microsoft.com/office/drawing/2010/main" val="0"/>
                </a:ext>
              </a:extLst>
            </a:blip>
            <a:srcRect b="-2519"/>
            <a:stretch/>
          </p:blipFill>
          <p:spPr>
            <a:xfrm>
              <a:off x="8857409" y="5117379"/>
              <a:ext cx="368094" cy="294981"/>
            </a:xfrm>
            <a:prstGeom prst="rect">
              <a:avLst/>
            </a:prstGeom>
          </p:spPr>
        </p:pic>
        <p:pic>
          <p:nvPicPr>
            <p:cNvPr id="104" name="Picture 103" descr="A picture containing room, clock&#10;&#10;Description automatically generated">
              <a:extLst>
                <a:ext uri="{FF2B5EF4-FFF2-40B4-BE49-F238E27FC236}">
                  <a16:creationId xmlns:a16="http://schemas.microsoft.com/office/drawing/2014/main" id="{47C2F08F-E3AC-C2DC-0982-0257FFA21210}"/>
                </a:ext>
              </a:extLst>
            </p:cNvPr>
            <p:cNvPicPr>
              <a:picLocks noChangeAspect="1"/>
            </p:cNvPicPr>
            <p:nvPr/>
          </p:nvPicPr>
          <p:blipFill rotWithShape="1">
            <a:blip r:embed="rId7" cstate="print">
              <a:duotone>
                <a:schemeClr val="bg2">
                  <a:shade val="45000"/>
                  <a:satMod val="135000"/>
                </a:schemeClr>
                <a:prstClr val="white"/>
              </a:duotone>
              <a:extLst>
                <a:ext uri="{BEBA8EAE-BF5A-486C-A8C5-ECC9F3942E4B}">
                  <a14:imgProps xmlns:a14="http://schemas.microsoft.com/office/drawing/2010/main">
                    <a14:imgLayer r:embed="rId8">
                      <a14:imgEffect>
                        <a14:brightnessContrast contrast="-93000"/>
                      </a14:imgEffect>
                    </a14:imgLayer>
                  </a14:imgProps>
                </a:ext>
                <a:ext uri="{28A0092B-C50C-407E-A947-70E740481C1C}">
                  <a14:useLocalDpi xmlns:a14="http://schemas.microsoft.com/office/drawing/2010/main" val="0"/>
                </a:ext>
              </a:extLst>
            </a:blip>
            <a:srcRect/>
            <a:stretch/>
          </p:blipFill>
          <p:spPr>
            <a:xfrm>
              <a:off x="8857460" y="4722136"/>
              <a:ext cx="368094" cy="294981"/>
            </a:xfrm>
            <a:prstGeom prst="rect">
              <a:avLst/>
            </a:prstGeom>
          </p:spPr>
        </p:pic>
        <p:pic>
          <p:nvPicPr>
            <p:cNvPr id="105" name="Picture 104" descr="A picture containing room, clock&#10;&#10;Description automatically generated">
              <a:extLst>
                <a:ext uri="{FF2B5EF4-FFF2-40B4-BE49-F238E27FC236}">
                  <a16:creationId xmlns:a16="http://schemas.microsoft.com/office/drawing/2014/main" id="{5FCB8361-4058-CFE8-39BE-F784E7F1F1A2}"/>
                </a:ext>
              </a:extLst>
            </p:cNvPr>
            <p:cNvPicPr>
              <a:picLocks noChangeAspect="1"/>
            </p:cNvPicPr>
            <p:nvPr/>
          </p:nvPicPr>
          <p:blipFill rotWithShape="1">
            <a:blip r:embed="rId9" cstate="print">
              <a:duotone>
                <a:schemeClr val="bg2">
                  <a:shade val="45000"/>
                  <a:satMod val="135000"/>
                </a:schemeClr>
                <a:prstClr val="white"/>
              </a:duotone>
              <a:extLst>
                <a:ext uri="{BEBA8EAE-BF5A-486C-A8C5-ECC9F3942E4B}">
                  <a14:imgProps xmlns:a14="http://schemas.microsoft.com/office/drawing/2010/main">
                    <a14:imgLayer r:embed="rId10">
                      <a14:imgEffect>
                        <a14:brightnessContrast contrast="-93000"/>
                      </a14:imgEffect>
                    </a14:imgLayer>
                  </a14:imgProps>
                </a:ext>
                <a:ext uri="{28A0092B-C50C-407E-A947-70E740481C1C}">
                  <a14:useLocalDpi xmlns:a14="http://schemas.microsoft.com/office/drawing/2010/main" val="0"/>
                </a:ext>
              </a:extLst>
            </a:blip>
            <a:srcRect b="-16373"/>
            <a:stretch/>
          </p:blipFill>
          <p:spPr>
            <a:xfrm>
              <a:off x="8857460" y="5537119"/>
              <a:ext cx="368094" cy="294981"/>
            </a:xfrm>
            <a:prstGeom prst="rect">
              <a:avLst/>
            </a:prstGeom>
          </p:spPr>
        </p:pic>
        <p:pic>
          <p:nvPicPr>
            <p:cNvPr id="106" name="Picture 105">
              <a:extLst>
                <a:ext uri="{FF2B5EF4-FFF2-40B4-BE49-F238E27FC236}">
                  <a16:creationId xmlns:a16="http://schemas.microsoft.com/office/drawing/2014/main" id="{5D4B0B01-8008-C242-6C99-6614541A4FE0}"/>
                </a:ext>
              </a:extLst>
            </p:cNvPr>
            <p:cNvPicPr>
              <a:picLocks noChangeAspect="1"/>
            </p:cNvPicPr>
            <p:nvPr/>
          </p:nvPicPr>
          <p:blipFill rotWithShape="1">
            <a:blip r:embed="rId11" cstate="print">
              <a:duotone>
                <a:schemeClr val="bg2">
                  <a:shade val="45000"/>
                  <a:satMod val="135000"/>
                </a:schemeClr>
                <a:prstClr val="white"/>
              </a:duotone>
              <a:extLst>
                <a:ext uri="{28A0092B-C50C-407E-A947-70E740481C1C}">
                  <a14:useLocalDpi xmlns:a14="http://schemas.microsoft.com/office/drawing/2010/main" val="0"/>
                </a:ext>
              </a:extLst>
            </a:blip>
            <a:srcRect l="15995" t="21588" r="14007" b="19613"/>
            <a:stretch/>
          </p:blipFill>
          <p:spPr>
            <a:xfrm>
              <a:off x="8287593" y="4747979"/>
              <a:ext cx="362155" cy="304211"/>
            </a:xfrm>
            <a:prstGeom prst="rect">
              <a:avLst/>
            </a:prstGeom>
          </p:spPr>
        </p:pic>
        <p:pic>
          <p:nvPicPr>
            <p:cNvPr id="107" name="Picture 106">
              <a:extLst>
                <a:ext uri="{FF2B5EF4-FFF2-40B4-BE49-F238E27FC236}">
                  <a16:creationId xmlns:a16="http://schemas.microsoft.com/office/drawing/2014/main" id="{D31C36C3-F806-55B8-1071-45C25646F329}"/>
                </a:ext>
              </a:extLst>
            </p:cNvPr>
            <p:cNvPicPr>
              <a:picLocks noChangeAspect="1"/>
            </p:cNvPicPr>
            <p:nvPr/>
          </p:nvPicPr>
          <p:blipFill rotWithShape="1">
            <a:blip r:embed="rId12" cstate="print">
              <a:duotone>
                <a:schemeClr val="bg2">
                  <a:shade val="45000"/>
                  <a:satMod val="135000"/>
                </a:schemeClr>
                <a:prstClr val="white"/>
              </a:duotone>
              <a:extLst>
                <a:ext uri="{28A0092B-C50C-407E-A947-70E740481C1C}">
                  <a14:useLocalDpi xmlns:a14="http://schemas.microsoft.com/office/drawing/2010/main" val="0"/>
                </a:ext>
              </a:extLst>
            </a:blip>
            <a:srcRect l="22000" t="12201" r="19201" b="13600"/>
            <a:stretch/>
          </p:blipFill>
          <p:spPr>
            <a:xfrm>
              <a:off x="8345127" y="5106918"/>
              <a:ext cx="250338" cy="315903"/>
            </a:xfrm>
            <a:prstGeom prst="rect">
              <a:avLst/>
            </a:prstGeom>
          </p:spPr>
        </p:pic>
        <p:pic>
          <p:nvPicPr>
            <p:cNvPr id="108" name="Picture 107">
              <a:extLst>
                <a:ext uri="{FF2B5EF4-FFF2-40B4-BE49-F238E27FC236}">
                  <a16:creationId xmlns:a16="http://schemas.microsoft.com/office/drawing/2014/main" id="{83D5D86A-345D-7416-B572-1ECE96D40B50}"/>
                </a:ext>
              </a:extLst>
            </p:cNvPr>
            <p:cNvPicPr>
              <a:picLocks noChangeAspect="1"/>
            </p:cNvPicPr>
            <p:nvPr/>
          </p:nvPicPr>
          <p:blipFill rotWithShape="1">
            <a:blip r:embed="rId13" cstate="print">
              <a:duotone>
                <a:schemeClr val="bg2">
                  <a:shade val="45000"/>
                  <a:satMod val="135000"/>
                </a:schemeClr>
                <a:prstClr val="white"/>
              </a:duotone>
              <a:extLst>
                <a:ext uri="{28A0092B-C50C-407E-A947-70E740481C1C}">
                  <a14:useLocalDpi xmlns:a14="http://schemas.microsoft.com/office/drawing/2010/main" val="0"/>
                </a:ext>
              </a:extLst>
            </a:blip>
            <a:srcRect l="16335" t="16733" r="15339" b="16335"/>
            <a:stretch/>
          </p:blipFill>
          <p:spPr>
            <a:xfrm>
              <a:off x="8300623" y="5496821"/>
              <a:ext cx="331320" cy="324558"/>
            </a:xfrm>
            <a:prstGeom prst="rect">
              <a:avLst/>
            </a:prstGeom>
          </p:spPr>
        </p:pic>
        <p:cxnSp>
          <p:nvCxnSpPr>
            <p:cNvPr id="109" name="Straight Connector 108">
              <a:extLst>
                <a:ext uri="{FF2B5EF4-FFF2-40B4-BE49-F238E27FC236}">
                  <a16:creationId xmlns:a16="http://schemas.microsoft.com/office/drawing/2014/main" id="{82E3C2BC-A62A-2E6B-1981-B5F4E1E523F2}"/>
                </a:ext>
              </a:extLst>
            </p:cNvPr>
            <p:cNvCxnSpPr/>
            <p:nvPr/>
          </p:nvCxnSpPr>
          <p:spPr bwMode="auto">
            <a:xfrm>
              <a:off x="6336954" y="2163412"/>
              <a:ext cx="0" cy="214045"/>
            </a:xfrm>
            <a:prstGeom prst="line">
              <a:avLst/>
            </a:prstGeom>
            <a:solidFill>
              <a:schemeClr val="accent1"/>
            </a:solidFill>
            <a:ln w="9525" cap="flat" cmpd="sng" algn="ctr">
              <a:solidFill>
                <a:srgbClr val="686868"/>
              </a:solidFill>
              <a:prstDash val="solid"/>
              <a:round/>
              <a:headEnd type="none" w="med" len="med"/>
              <a:tailEnd type="none" w="med" len="med"/>
            </a:ln>
            <a:effectLst/>
          </p:spPr>
        </p:cxnSp>
        <p:cxnSp>
          <p:nvCxnSpPr>
            <p:cNvPr id="110" name="Straight Connector 109">
              <a:extLst>
                <a:ext uri="{FF2B5EF4-FFF2-40B4-BE49-F238E27FC236}">
                  <a16:creationId xmlns:a16="http://schemas.microsoft.com/office/drawing/2014/main" id="{6BBCF6B5-70C8-5B4C-B8B3-0F2B63D5CD22}"/>
                </a:ext>
              </a:extLst>
            </p:cNvPr>
            <p:cNvCxnSpPr>
              <a:endCxn id="113" idx="1"/>
            </p:cNvCxnSpPr>
            <p:nvPr/>
          </p:nvCxnSpPr>
          <p:spPr bwMode="auto">
            <a:xfrm flipH="1">
              <a:off x="10496632" y="2503473"/>
              <a:ext cx="872" cy="166733"/>
            </a:xfrm>
            <a:prstGeom prst="line">
              <a:avLst/>
            </a:prstGeom>
            <a:solidFill>
              <a:schemeClr val="accent1"/>
            </a:solidFill>
            <a:ln w="9525" cap="flat" cmpd="sng" algn="ctr">
              <a:solidFill>
                <a:srgbClr val="686868"/>
              </a:solidFill>
              <a:prstDash val="solid"/>
              <a:round/>
              <a:headEnd type="none" w="med" len="med"/>
              <a:tailEnd type="none" w="med" len="med"/>
            </a:ln>
            <a:effectLst/>
          </p:spPr>
        </p:cxnSp>
        <p:sp>
          <p:nvSpPr>
            <p:cNvPr id="111" name="TextBox 80">
              <a:extLst>
                <a:ext uri="{FF2B5EF4-FFF2-40B4-BE49-F238E27FC236}">
                  <a16:creationId xmlns:a16="http://schemas.microsoft.com/office/drawing/2014/main" id="{D800FB34-9480-32A3-EAC2-0BA05BD23432}"/>
                </a:ext>
              </a:extLst>
            </p:cNvPr>
            <p:cNvSpPr txBox="1"/>
            <p:nvPr/>
          </p:nvSpPr>
          <p:spPr>
            <a:xfrm>
              <a:off x="11116689" y="3616018"/>
              <a:ext cx="955450" cy="230092"/>
            </a:xfrm>
            <a:prstGeom prst="rect">
              <a:avLst/>
            </a:prstGeom>
            <a:noFill/>
          </p:spPr>
          <p:txBody>
            <a:bodyPr wrap="square" lIns="0" tIns="0" rIns="0" bIns="0" rtlCol="0">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lnSpc>
                  <a:spcPct val="110000"/>
                </a:lnSpc>
                <a:spcBef>
                  <a:spcPct val="0"/>
                </a:spcBef>
                <a:buClr>
                  <a:srgbClr val="000000"/>
                </a:buClr>
              </a:pPr>
              <a:r>
                <a:rPr lang="en-US" sz="1200" dirty="0">
                  <a:solidFill>
                    <a:srgbClr val="000000"/>
                  </a:solidFill>
                  <a:cs typeface="Times New Roman" panose="02020603050405020304" pitchFamily="18" charset="0"/>
                </a:rPr>
                <a:t>Superstructure</a:t>
              </a:r>
              <a:endParaRPr lang="de-CH" sz="1200" dirty="0" err="1">
                <a:solidFill>
                  <a:srgbClr val="000000"/>
                </a:solidFill>
                <a:cs typeface="Times New Roman" panose="02020603050405020304" pitchFamily="18" charset="0"/>
              </a:endParaRPr>
            </a:p>
          </p:txBody>
        </p:sp>
        <p:sp>
          <p:nvSpPr>
            <p:cNvPr id="112" name="Right Brace 111">
              <a:extLst>
                <a:ext uri="{FF2B5EF4-FFF2-40B4-BE49-F238E27FC236}">
                  <a16:creationId xmlns:a16="http://schemas.microsoft.com/office/drawing/2014/main" id="{97C251D9-FA15-3D0E-EA44-FB75E93AA752}"/>
                </a:ext>
              </a:extLst>
            </p:cNvPr>
            <p:cNvSpPr/>
            <p:nvPr/>
          </p:nvSpPr>
          <p:spPr bwMode="auto">
            <a:xfrm rot="5400000">
              <a:off x="10337282" y="4491879"/>
              <a:ext cx="278509" cy="956429"/>
            </a:xfrm>
            <a:prstGeom prst="rightBrace">
              <a:avLst>
                <a:gd name="adj1" fmla="val 25398"/>
                <a:gd name="adj2" fmla="val 47736"/>
              </a:avLst>
            </a:prstGeom>
            <a:noFill/>
            <a:ln w="9525" cap="flat" cmpd="sng" algn="ctr">
              <a:solidFill>
                <a:srgbClr val="68686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CH" sz="2400" b="0" i="0" u="none" strike="noStrike" cap="none" normalizeH="0" baseline="0">
                <a:ln>
                  <a:noFill/>
                </a:ln>
                <a:solidFill>
                  <a:schemeClr val="tx1"/>
                </a:solidFill>
                <a:effectLst/>
                <a:cs typeface="Times New Roman" panose="02020603050405020304" pitchFamily="18" charset="0"/>
              </a:endParaRPr>
            </a:p>
          </p:txBody>
        </p:sp>
        <p:sp>
          <p:nvSpPr>
            <p:cNvPr id="113" name="Right Brace 112">
              <a:extLst>
                <a:ext uri="{FF2B5EF4-FFF2-40B4-BE49-F238E27FC236}">
                  <a16:creationId xmlns:a16="http://schemas.microsoft.com/office/drawing/2014/main" id="{062CB176-D0F9-0FFD-7EAF-3D448A1227D1}"/>
                </a:ext>
              </a:extLst>
            </p:cNvPr>
            <p:cNvSpPr/>
            <p:nvPr/>
          </p:nvSpPr>
          <p:spPr bwMode="auto">
            <a:xfrm rot="16200000">
              <a:off x="10337283" y="2331245"/>
              <a:ext cx="278509" cy="956429"/>
            </a:xfrm>
            <a:prstGeom prst="rightBrace">
              <a:avLst>
                <a:gd name="adj1" fmla="val 25398"/>
                <a:gd name="adj2" fmla="val 52101"/>
              </a:avLst>
            </a:prstGeom>
            <a:noFill/>
            <a:ln w="9525" cap="flat" cmpd="sng" algn="ctr">
              <a:solidFill>
                <a:srgbClr val="68686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CH" sz="2400" b="0" i="0" u="none" strike="noStrike" cap="none" normalizeH="0" baseline="0">
                <a:ln>
                  <a:noFill/>
                </a:ln>
                <a:solidFill>
                  <a:schemeClr val="tx1"/>
                </a:solidFill>
                <a:effectLst/>
                <a:cs typeface="Times New Roman" panose="02020603050405020304" pitchFamily="18" charset="0"/>
              </a:endParaRPr>
            </a:p>
          </p:txBody>
        </p:sp>
        <p:pic>
          <p:nvPicPr>
            <p:cNvPr id="114" name="Picture 113">
              <a:extLst>
                <a:ext uri="{FF2B5EF4-FFF2-40B4-BE49-F238E27FC236}">
                  <a16:creationId xmlns:a16="http://schemas.microsoft.com/office/drawing/2014/main" id="{4B6B52E2-4E14-ACF6-D611-74C9471A02EB}"/>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11320532" y="2998867"/>
              <a:ext cx="492442" cy="492442"/>
            </a:xfrm>
            <a:prstGeom prst="rect">
              <a:avLst/>
            </a:prstGeom>
          </p:spPr>
        </p:pic>
        <p:cxnSp>
          <p:nvCxnSpPr>
            <p:cNvPr id="115" name="Straight Connector 114">
              <a:extLst>
                <a:ext uri="{FF2B5EF4-FFF2-40B4-BE49-F238E27FC236}">
                  <a16:creationId xmlns:a16="http://schemas.microsoft.com/office/drawing/2014/main" id="{129B52EE-4D64-DF6E-D997-B5AD159EEA8F}"/>
                </a:ext>
              </a:extLst>
            </p:cNvPr>
            <p:cNvCxnSpPr/>
            <p:nvPr/>
          </p:nvCxnSpPr>
          <p:spPr bwMode="auto">
            <a:xfrm>
              <a:off x="11485118" y="2667104"/>
              <a:ext cx="0" cy="352740"/>
            </a:xfrm>
            <a:prstGeom prst="line">
              <a:avLst/>
            </a:prstGeom>
            <a:solidFill>
              <a:schemeClr val="accent1"/>
            </a:solidFill>
            <a:ln w="9525" cap="flat" cmpd="sng" algn="ctr">
              <a:solidFill>
                <a:srgbClr val="686868"/>
              </a:solidFill>
              <a:prstDash val="solid"/>
              <a:round/>
              <a:headEnd type="none" w="med" len="med"/>
              <a:tailEnd type="none" w="med" len="med"/>
            </a:ln>
            <a:effectLst/>
          </p:spPr>
        </p:cxnSp>
        <p:cxnSp>
          <p:nvCxnSpPr>
            <p:cNvPr id="116" name="Straight Connector 115">
              <a:extLst>
                <a:ext uri="{FF2B5EF4-FFF2-40B4-BE49-F238E27FC236}">
                  <a16:creationId xmlns:a16="http://schemas.microsoft.com/office/drawing/2014/main" id="{E104C08D-CA0B-F08E-777A-A991A7BC0B7E}"/>
                </a:ext>
              </a:extLst>
            </p:cNvPr>
            <p:cNvCxnSpPr>
              <a:cxnSpLocks/>
              <a:stCxn id="138" idx="3"/>
              <a:endCxn id="114" idx="1"/>
            </p:cNvCxnSpPr>
            <p:nvPr/>
          </p:nvCxnSpPr>
          <p:spPr bwMode="auto">
            <a:xfrm>
              <a:off x="10834528" y="3240414"/>
              <a:ext cx="486004" cy="4674"/>
            </a:xfrm>
            <a:prstGeom prst="line">
              <a:avLst/>
            </a:prstGeom>
            <a:solidFill>
              <a:schemeClr val="accent1"/>
            </a:solidFill>
            <a:ln w="9525" cap="flat" cmpd="sng" algn="ctr">
              <a:solidFill>
                <a:srgbClr val="686868"/>
              </a:solidFill>
              <a:prstDash val="solid"/>
              <a:round/>
              <a:headEnd type="none" w="med" len="med"/>
              <a:tailEnd type="none" w="med" len="med"/>
            </a:ln>
            <a:effectLst/>
          </p:spPr>
        </p:cxnSp>
        <p:sp>
          <p:nvSpPr>
            <p:cNvPr id="117" name="Oval 116">
              <a:extLst>
                <a:ext uri="{FF2B5EF4-FFF2-40B4-BE49-F238E27FC236}">
                  <a16:creationId xmlns:a16="http://schemas.microsoft.com/office/drawing/2014/main" id="{FD845596-AEAB-635C-2010-3F968431E154}"/>
                </a:ext>
              </a:extLst>
            </p:cNvPr>
            <p:cNvSpPr/>
            <p:nvPr/>
          </p:nvSpPr>
          <p:spPr>
            <a:xfrm>
              <a:off x="4356223" y="1791021"/>
              <a:ext cx="358579" cy="358579"/>
            </a:xfrm>
            <a:prstGeom prst="ellipse">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chemeClr val="bg1">
                      <a:lumMod val="65000"/>
                    </a:schemeClr>
                  </a:solidFill>
                </a:rPr>
                <a:t>1</a:t>
              </a:r>
              <a:endParaRPr lang="de-CH" dirty="0">
                <a:solidFill>
                  <a:schemeClr val="bg1">
                    <a:lumMod val="65000"/>
                  </a:schemeClr>
                </a:solidFill>
              </a:endParaRPr>
            </a:p>
          </p:txBody>
        </p:sp>
        <p:sp>
          <p:nvSpPr>
            <p:cNvPr id="118" name="Oval 117">
              <a:extLst>
                <a:ext uri="{FF2B5EF4-FFF2-40B4-BE49-F238E27FC236}">
                  <a16:creationId xmlns:a16="http://schemas.microsoft.com/office/drawing/2014/main" id="{87F97F4A-6853-EAAB-F09F-7BFD8019FDCD}"/>
                </a:ext>
              </a:extLst>
            </p:cNvPr>
            <p:cNvSpPr/>
            <p:nvPr/>
          </p:nvSpPr>
          <p:spPr>
            <a:xfrm>
              <a:off x="5611156" y="2136075"/>
              <a:ext cx="358579" cy="358579"/>
            </a:xfrm>
            <a:prstGeom prst="ellipse">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chemeClr val="bg1">
                      <a:lumMod val="65000"/>
                    </a:schemeClr>
                  </a:solidFill>
                </a:rPr>
                <a:t>2</a:t>
              </a:r>
              <a:endParaRPr lang="de-CH" dirty="0">
                <a:solidFill>
                  <a:schemeClr val="bg1">
                    <a:lumMod val="65000"/>
                  </a:schemeClr>
                </a:solidFill>
              </a:endParaRPr>
            </a:p>
          </p:txBody>
        </p:sp>
        <p:sp>
          <p:nvSpPr>
            <p:cNvPr id="119" name="Oval 118">
              <a:extLst>
                <a:ext uri="{FF2B5EF4-FFF2-40B4-BE49-F238E27FC236}">
                  <a16:creationId xmlns:a16="http://schemas.microsoft.com/office/drawing/2014/main" id="{FD80A55D-E56B-558E-15DD-084DB33DA20D}"/>
                </a:ext>
              </a:extLst>
            </p:cNvPr>
            <p:cNvSpPr/>
            <p:nvPr/>
          </p:nvSpPr>
          <p:spPr>
            <a:xfrm>
              <a:off x="10294340" y="2224340"/>
              <a:ext cx="358579" cy="358579"/>
            </a:xfrm>
            <a:prstGeom prst="ellipse">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chemeClr val="bg1">
                      <a:lumMod val="65000"/>
                    </a:schemeClr>
                  </a:solidFill>
                </a:rPr>
                <a:t>3</a:t>
              </a:r>
              <a:endParaRPr lang="de-CH" dirty="0">
                <a:solidFill>
                  <a:schemeClr val="bg1">
                    <a:lumMod val="65000"/>
                  </a:schemeClr>
                </a:solidFill>
              </a:endParaRPr>
            </a:p>
          </p:txBody>
        </p:sp>
        <p:sp>
          <p:nvSpPr>
            <p:cNvPr id="120" name="Oval 119">
              <a:extLst>
                <a:ext uri="{FF2B5EF4-FFF2-40B4-BE49-F238E27FC236}">
                  <a16:creationId xmlns:a16="http://schemas.microsoft.com/office/drawing/2014/main" id="{BBD4D7DF-0614-7439-058C-8B7B951D4233}"/>
                </a:ext>
              </a:extLst>
            </p:cNvPr>
            <p:cNvSpPr/>
            <p:nvPr/>
          </p:nvSpPr>
          <p:spPr>
            <a:xfrm>
              <a:off x="9533253" y="5346460"/>
              <a:ext cx="358579" cy="358579"/>
            </a:xfrm>
            <a:prstGeom prst="ellipse">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chemeClr val="bg1">
                      <a:lumMod val="65000"/>
                    </a:schemeClr>
                  </a:solidFill>
                </a:rPr>
                <a:t>4</a:t>
              </a:r>
              <a:endParaRPr lang="de-CH" dirty="0">
                <a:solidFill>
                  <a:schemeClr val="bg1">
                    <a:lumMod val="65000"/>
                  </a:schemeClr>
                </a:solidFill>
              </a:endParaRPr>
            </a:p>
          </p:txBody>
        </p:sp>
        <p:sp>
          <p:nvSpPr>
            <p:cNvPr id="121" name="Oval 120">
              <a:extLst>
                <a:ext uri="{FF2B5EF4-FFF2-40B4-BE49-F238E27FC236}">
                  <a16:creationId xmlns:a16="http://schemas.microsoft.com/office/drawing/2014/main" id="{4975C71C-48C1-FE35-0295-E1F37D55AC85}"/>
                </a:ext>
              </a:extLst>
            </p:cNvPr>
            <p:cNvSpPr/>
            <p:nvPr/>
          </p:nvSpPr>
          <p:spPr>
            <a:xfrm>
              <a:off x="4354313" y="5346460"/>
              <a:ext cx="358579" cy="358579"/>
            </a:xfrm>
            <a:prstGeom prst="ellipse">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chemeClr val="bg1">
                      <a:lumMod val="65000"/>
                    </a:schemeClr>
                  </a:solidFill>
                </a:rPr>
                <a:t>5</a:t>
              </a:r>
              <a:endParaRPr lang="de-CH" dirty="0">
                <a:solidFill>
                  <a:schemeClr val="bg1">
                    <a:lumMod val="65000"/>
                  </a:schemeClr>
                </a:solidFill>
              </a:endParaRPr>
            </a:p>
          </p:txBody>
        </p:sp>
        <p:grpSp>
          <p:nvGrpSpPr>
            <p:cNvPr id="122" name="Group 121">
              <a:extLst>
                <a:ext uri="{FF2B5EF4-FFF2-40B4-BE49-F238E27FC236}">
                  <a16:creationId xmlns:a16="http://schemas.microsoft.com/office/drawing/2014/main" id="{C1C8398C-D1AB-966E-19E1-89E184891E6F}"/>
                </a:ext>
              </a:extLst>
            </p:cNvPr>
            <p:cNvGrpSpPr/>
            <p:nvPr/>
          </p:nvGrpSpPr>
          <p:grpSpPr>
            <a:xfrm>
              <a:off x="7725774" y="1914683"/>
              <a:ext cx="823959" cy="235097"/>
              <a:chOff x="5580362" y="1366455"/>
              <a:chExt cx="1424233" cy="406371"/>
            </a:xfrm>
          </p:grpSpPr>
          <p:grpSp>
            <p:nvGrpSpPr>
              <p:cNvPr id="159" name="Group 158">
                <a:extLst>
                  <a:ext uri="{FF2B5EF4-FFF2-40B4-BE49-F238E27FC236}">
                    <a16:creationId xmlns:a16="http://schemas.microsoft.com/office/drawing/2014/main" id="{A5264B11-E674-B0FC-1737-5074CA0D963C}"/>
                  </a:ext>
                </a:extLst>
              </p:cNvPr>
              <p:cNvGrpSpPr/>
              <p:nvPr/>
            </p:nvGrpSpPr>
            <p:grpSpPr>
              <a:xfrm>
                <a:off x="5580362" y="1516396"/>
                <a:ext cx="1260415" cy="256430"/>
                <a:chOff x="3731825" y="1490500"/>
                <a:chExt cx="1795031" cy="365197"/>
              </a:xfrm>
            </p:grpSpPr>
            <p:pic>
              <p:nvPicPr>
                <p:cNvPr id="161" name="Picture 160">
                  <a:extLst>
                    <a:ext uri="{FF2B5EF4-FFF2-40B4-BE49-F238E27FC236}">
                      <a16:creationId xmlns:a16="http://schemas.microsoft.com/office/drawing/2014/main" id="{C4822E6D-F810-86D5-4E3E-BECB401EDA7C}"/>
                    </a:ext>
                  </a:extLst>
                </p:cNvPr>
                <p:cNvPicPr>
                  <a:picLocks noChangeAspect="1"/>
                </p:cNvPicPr>
                <p:nvPr/>
              </p:nvPicPr>
              <p:blipFill rotWithShape="1">
                <a:blip r:embed="rId15" cstate="print">
                  <a:duotone>
                    <a:schemeClr val="bg2">
                      <a:shade val="45000"/>
                      <a:satMod val="135000"/>
                    </a:schemeClr>
                    <a:prstClr val="white"/>
                  </a:duotone>
                  <a:extLst>
                    <a:ext uri="{28A0092B-C50C-407E-A947-70E740481C1C}">
                      <a14:useLocalDpi xmlns:a14="http://schemas.microsoft.com/office/drawing/2010/main" val="0"/>
                    </a:ext>
                  </a:extLst>
                </a:blip>
                <a:srcRect l="15000" t="13601" r="13601" b="13601"/>
                <a:stretch/>
              </p:blipFill>
              <p:spPr>
                <a:xfrm>
                  <a:off x="3731825" y="1490500"/>
                  <a:ext cx="358174" cy="365197"/>
                </a:xfrm>
                <a:prstGeom prst="rect">
                  <a:avLst/>
                </a:prstGeom>
              </p:spPr>
            </p:pic>
            <p:pic>
              <p:nvPicPr>
                <p:cNvPr id="162" name="Picture 6" descr="ecoinvent">
                  <a:extLst>
                    <a:ext uri="{FF2B5EF4-FFF2-40B4-BE49-F238E27FC236}">
                      <a16:creationId xmlns:a16="http://schemas.microsoft.com/office/drawing/2014/main" id="{596FCB72-1109-36BF-6978-C1A622D995C4}"/>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4136031" y="1537454"/>
                  <a:ext cx="1390825" cy="227908"/>
                </a:xfrm>
                <a:prstGeom prst="rect">
                  <a:avLst/>
                </a:prstGeom>
                <a:noFill/>
                <a:extLst>
                  <a:ext uri="{909E8E84-426E-40DD-AFC4-6F175D3DCCD1}">
                    <a14:hiddenFill xmlns:a14="http://schemas.microsoft.com/office/drawing/2010/main">
                      <a:solidFill>
                        <a:srgbClr val="FFFFFF"/>
                      </a:solidFill>
                    </a14:hiddenFill>
                  </a:ext>
                </a:extLst>
              </p:spPr>
            </p:pic>
          </p:grpSp>
          <p:pic>
            <p:nvPicPr>
              <p:cNvPr id="160" name="Picture 159" descr="https://github.com/romainsacchi/premise/raw/master/docs/large.png">
                <a:extLst>
                  <a:ext uri="{FF2B5EF4-FFF2-40B4-BE49-F238E27FC236}">
                    <a16:creationId xmlns:a16="http://schemas.microsoft.com/office/drawing/2014/main" id="{506D8A4F-9F26-6004-3B33-B846638C0FB5}"/>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38869"/>
              <a:stretch/>
            </p:blipFill>
            <p:spPr bwMode="auto">
              <a:xfrm>
                <a:off x="6705384" y="1366455"/>
                <a:ext cx="299211" cy="182911"/>
              </a:xfrm>
              <a:prstGeom prst="rect">
                <a:avLst/>
              </a:prstGeom>
              <a:noFill/>
              <a:extLst>
                <a:ext uri="{909E8E84-426E-40DD-AFC4-6F175D3DCCD1}">
                  <a14:hiddenFill xmlns:a14="http://schemas.microsoft.com/office/drawing/2010/main">
                    <a:solidFill>
                      <a:srgbClr val="FFFFFF"/>
                    </a:solidFill>
                  </a14:hiddenFill>
                </a:ext>
              </a:extLst>
            </p:spPr>
          </p:pic>
        </p:grpSp>
        <p:sp>
          <p:nvSpPr>
            <p:cNvPr id="123" name="TextBox 122">
              <a:extLst>
                <a:ext uri="{FF2B5EF4-FFF2-40B4-BE49-F238E27FC236}">
                  <a16:creationId xmlns:a16="http://schemas.microsoft.com/office/drawing/2014/main" id="{13F6DDED-C643-07BA-D52F-B817AAC7253F}"/>
                </a:ext>
              </a:extLst>
            </p:cNvPr>
            <p:cNvSpPr txBox="1"/>
            <p:nvPr/>
          </p:nvSpPr>
          <p:spPr>
            <a:xfrm>
              <a:off x="7999275" y="1972679"/>
              <a:ext cx="2201290" cy="299211"/>
            </a:xfrm>
            <a:prstGeom prst="rect">
              <a:avLst/>
            </a:prstGeom>
            <a:noFill/>
          </p:spPr>
          <p:txBody>
            <a:bodyPr wrap="square" lIns="0" tIns="0" rIns="0" bIns="0" rtlCol="0">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lnSpc>
                  <a:spcPct val="110000"/>
                </a:lnSpc>
                <a:spcBef>
                  <a:spcPct val="0"/>
                </a:spcBef>
                <a:buClr>
                  <a:srgbClr val="000000"/>
                </a:buClr>
              </a:pPr>
              <a:r>
                <a:rPr lang="en-US" sz="1050" dirty="0">
                  <a:solidFill>
                    <a:srgbClr val="000000"/>
                  </a:solidFill>
                  <a:latin typeface="Calibri" panose="020F0502020204030204" pitchFamily="34" charset="0"/>
                  <a:cs typeface="Calibri" panose="020F0502020204030204" pitchFamily="34" charset="0"/>
                </a:rPr>
                <a:t>No climate policy</a:t>
              </a:r>
              <a:endParaRPr lang="de-CH" sz="1050" dirty="0">
                <a:solidFill>
                  <a:srgbClr val="000000"/>
                </a:solidFill>
                <a:latin typeface="Calibri" panose="020F0502020204030204" pitchFamily="34" charset="0"/>
                <a:cs typeface="Calibri" panose="020F0502020204030204" pitchFamily="34" charset="0"/>
              </a:endParaRPr>
            </a:p>
          </p:txBody>
        </p:sp>
        <p:sp>
          <p:nvSpPr>
            <p:cNvPr id="124" name="TextBox 123">
              <a:extLst>
                <a:ext uri="{FF2B5EF4-FFF2-40B4-BE49-F238E27FC236}">
                  <a16:creationId xmlns:a16="http://schemas.microsoft.com/office/drawing/2014/main" id="{ADBBDF42-9E70-B406-E5A4-64B6FD1B8826}"/>
                </a:ext>
              </a:extLst>
            </p:cNvPr>
            <p:cNvSpPr txBox="1"/>
            <p:nvPr/>
          </p:nvSpPr>
          <p:spPr>
            <a:xfrm>
              <a:off x="8547891" y="2303622"/>
              <a:ext cx="1180309" cy="299211"/>
            </a:xfrm>
            <a:prstGeom prst="rect">
              <a:avLst/>
            </a:prstGeom>
            <a:noFill/>
          </p:spPr>
          <p:txBody>
            <a:bodyPr wrap="square" lIns="0" tIns="0" rIns="0" bIns="0" rtlCol="0">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lnSpc>
                  <a:spcPct val="110000"/>
                </a:lnSpc>
                <a:spcBef>
                  <a:spcPct val="0"/>
                </a:spcBef>
                <a:buClr>
                  <a:srgbClr val="000000"/>
                </a:buClr>
              </a:pPr>
              <a:r>
                <a:rPr lang="en-US" sz="1050" dirty="0">
                  <a:solidFill>
                    <a:srgbClr val="000000"/>
                  </a:solidFill>
                  <a:latin typeface="Calibri" panose="020F0502020204030204" pitchFamily="34" charset="0"/>
                  <a:cs typeface="Calibri" panose="020F0502020204030204" pitchFamily="34" charset="0"/>
                </a:rPr>
                <a:t>Paris Agreement target</a:t>
              </a:r>
              <a:endParaRPr lang="de-CH" sz="1050" dirty="0">
                <a:solidFill>
                  <a:srgbClr val="000000"/>
                </a:solidFill>
                <a:latin typeface="Calibri" panose="020F0502020204030204" pitchFamily="34" charset="0"/>
                <a:cs typeface="Calibri" panose="020F0502020204030204" pitchFamily="34" charset="0"/>
              </a:endParaRPr>
            </a:p>
          </p:txBody>
        </p:sp>
        <p:sp>
          <p:nvSpPr>
            <p:cNvPr id="125" name="TextBox 124">
              <a:extLst>
                <a:ext uri="{FF2B5EF4-FFF2-40B4-BE49-F238E27FC236}">
                  <a16:creationId xmlns:a16="http://schemas.microsoft.com/office/drawing/2014/main" id="{40AB0CD1-04A4-F8A8-0BC5-21D130F43EA3}"/>
                </a:ext>
              </a:extLst>
            </p:cNvPr>
            <p:cNvSpPr txBox="1"/>
            <p:nvPr/>
          </p:nvSpPr>
          <p:spPr>
            <a:xfrm>
              <a:off x="8565465" y="2834903"/>
              <a:ext cx="1239032" cy="514521"/>
            </a:xfrm>
            <a:prstGeom prst="rect">
              <a:avLst/>
            </a:prstGeom>
            <a:noFill/>
          </p:spPr>
          <p:txBody>
            <a:bodyPr wrap="square" lIns="0" tIns="0" rIns="0" bIns="0" rtlCol="0">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lnSpc>
                  <a:spcPct val="110000"/>
                </a:lnSpc>
                <a:spcBef>
                  <a:spcPct val="0"/>
                </a:spcBef>
                <a:buClr>
                  <a:srgbClr val="000000"/>
                </a:buClr>
              </a:pPr>
              <a:r>
                <a:rPr lang="en-US" sz="1050" dirty="0">
                  <a:solidFill>
                    <a:srgbClr val="000000"/>
                  </a:solidFill>
                  <a:latin typeface="Calibri" panose="020F0502020204030204" pitchFamily="34" charset="0"/>
                  <a:cs typeface="Calibri" panose="020F0502020204030204" pitchFamily="34" charset="0"/>
                </a:rPr>
                <a:t>Nationally-determined contributions</a:t>
              </a:r>
              <a:endParaRPr lang="de-CH" sz="1050" dirty="0">
                <a:solidFill>
                  <a:srgbClr val="000000"/>
                </a:solidFill>
                <a:latin typeface="Calibri" panose="020F0502020204030204" pitchFamily="34" charset="0"/>
                <a:cs typeface="Calibri" panose="020F0502020204030204" pitchFamily="34" charset="0"/>
              </a:endParaRPr>
            </a:p>
          </p:txBody>
        </p:sp>
        <p:sp>
          <p:nvSpPr>
            <p:cNvPr id="126" name="TextBox 125">
              <a:extLst>
                <a:ext uri="{FF2B5EF4-FFF2-40B4-BE49-F238E27FC236}">
                  <a16:creationId xmlns:a16="http://schemas.microsoft.com/office/drawing/2014/main" id="{9AE919EA-EA36-C45D-1620-BA36FAE36201}"/>
                </a:ext>
              </a:extLst>
            </p:cNvPr>
            <p:cNvSpPr txBox="1"/>
            <p:nvPr/>
          </p:nvSpPr>
          <p:spPr>
            <a:xfrm>
              <a:off x="8573291" y="3310054"/>
              <a:ext cx="1258602" cy="299211"/>
            </a:xfrm>
            <a:prstGeom prst="rect">
              <a:avLst/>
            </a:prstGeom>
            <a:noFill/>
          </p:spPr>
          <p:txBody>
            <a:bodyPr wrap="square" lIns="0" tIns="0" rIns="0" bIns="0" rtlCol="0">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lnSpc>
                  <a:spcPct val="110000"/>
                </a:lnSpc>
                <a:spcBef>
                  <a:spcPct val="0"/>
                </a:spcBef>
                <a:buClr>
                  <a:srgbClr val="000000"/>
                </a:buClr>
              </a:pPr>
              <a:r>
                <a:rPr lang="en-US" sz="1050" dirty="0">
                  <a:solidFill>
                    <a:srgbClr val="000000"/>
                  </a:solidFill>
                  <a:latin typeface="Calibri" panose="020F0502020204030204" pitchFamily="34" charset="0"/>
                  <a:cs typeface="Calibri" panose="020F0502020204030204" pitchFamily="34" charset="0"/>
                </a:rPr>
                <a:t>Push for biofuels</a:t>
              </a:r>
              <a:endParaRPr lang="de-CH" sz="1050" dirty="0">
                <a:solidFill>
                  <a:srgbClr val="000000"/>
                </a:solidFill>
                <a:latin typeface="Calibri" panose="020F0502020204030204" pitchFamily="34" charset="0"/>
                <a:cs typeface="Calibri" panose="020F0502020204030204" pitchFamily="34" charset="0"/>
              </a:endParaRPr>
            </a:p>
          </p:txBody>
        </p:sp>
        <p:grpSp>
          <p:nvGrpSpPr>
            <p:cNvPr id="127" name="Group 126">
              <a:extLst>
                <a:ext uri="{FF2B5EF4-FFF2-40B4-BE49-F238E27FC236}">
                  <a16:creationId xmlns:a16="http://schemas.microsoft.com/office/drawing/2014/main" id="{9212D2E8-9D73-9534-78EA-5BFAD352C3F3}"/>
                </a:ext>
              </a:extLst>
            </p:cNvPr>
            <p:cNvGrpSpPr/>
            <p:nvPr/>
          </p:nvGrpSpPr>
          <p:grpSpPr>
            <a:xfrm>
              <a:off x="7725774" y="2334318"/>
              <a:ext cx="823959" cy="235097"/>
              <a:chOff x="5580362" y="1366455"/>
              <a:chExt cx="1424233" cy="406371"/>
            </a:xfrm>
          </p:grpSpPr>
          <p:grpSp>
            <p:nvGrpSpPr>
              <p:cNvPr id="155" name="Group 154">
                <a:extLst>
                  <a:ext uri="{FF2B5EF4-FFF2-40B4-BE49-F238E27FC236}">
                    <a16:creationId xmlns:a16="http://schemas.microsoft.com/office/drawing/2014/main" id="{A026D91D-0131-9C90-B7AA-623FE356FDA9}"/>
                  </a:ext>
                </a:extLst>
              </p:cNvPr>
              <p:cNvGrpSpPr/>
              <p:nvPr/>
            </p:nvGrpSpPr>
            <p:grpSpPr>
              <a:xfrm>
                <a:off x="5580362" y="1516396"/>
                <a:ext cx="1260415" cy="256430"/>
                <a:chOff x="3731825" y="1490500"/>
                <a:chExt cx="1795031" cy="365197"/>
              </a:xfrm>
            </p:grpSpPr>
            <p:pic>
              <p:nvPicPr>
                <p:cNvPr id="157" name="Picture 156">
                  <a:extLst>
                    <a:ext uri="{FF2B5EF4-FFF2-40B4-BE49-F238E27FC236}">
                      <a16:creationId xmlns:a16="http://schemas.microsoft.com/office/drawing/2014/main" id="{B94A825B-5AA9-2F0C-8EE6-CF154519B398}"/>
                    </a:ext>
                  </a:extLst>
                </p:cNvPr>
                <p:cNvPicPr>
                  <a:picLocks noChangeAspect="1"/>
                </p:cNvPicPr>
                <p:nvPr/>
              </p:nvPicPr>
              <p:blipFill rotWithShape="1">
                <a:blip r:embed="rId15" cstate="print">
                  <a:duotone>
                    <a:schemeClr val="bg2">
                      <a:shade val="45000"/>
                      <a:satMod val="135000"/>
                    </a:schemeClr>
                    <a:prstClr val="white"/>
                  </a:duotone>
                  <a:extLst>
                    <a:ext uri="{28A0092B-C50C-407E-A947-70E740481C1C}">
                      <a14:useLocalDpi xmlns:a14="http://schemas.microsoft.com/office/drawing/2010/main" val="0"/>
                    </a:ext>
                  </a:extLst>
                </a:blip>
                <a:srcRect l="15000" t="13601" r="13601" b="13601"/>
                <a:stretch/>
              </p:blipFill>
              <p:spPr>
                <a:xfrm>
                  <a:off x="3731825" y="1490500"/>
                  <a:ext cx="358174" cy="365197"/>
                </a:xfrm>
                <a:prstGeom prst="rect">
                  <a:avLst/>
                </a:prstGeom>
              </p:spPr>
            </p:pic>
            <p:pic>
              <p:nvPicPr>
                <p:cNvPr id="158" name="Picture 6" descr="ecoinvent">
                  <a:extLst>
                    <a:ext uri="{FF2B5EF4-FFF2-40B4-BE49-F238E27FC236}">
                      <a16:creationId xmlns:a16="http://schemas.microsoft.com/office/drawing/2014/main" id="{48138812-50AE-75FB-E82C-52748F277CFB}"/>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4136031" y="1537454"/>
                  <a:ext cx="1390825" cy="227908"/>
                </a:xfrm>
                <a:prstGeom prst="rect">
                  <a:avLst/>
                </a:prstGeom>
                <a:noFill/>
                <a:extLst>
                  <a:ext uri="{909E8E84-426E-40DD-AFC4-6F175D3DCCD1}">
                    <a14:hiddenFill xmlns:a14="http://schemas.microsoft.com/office/drawing/2010/main">
                      <a:solidFill>
                        <a:srgbClr val="FFFFFF"/>
                      </a:solidFill>
                    </a14:hiddenFill>
                  </a:ext>
                </a:extLst>
              </p:spPr>
            </p:pic>
          </p:grpSp>
          <p:pic>
            <p:nvPicPr>
              <p:cNvPr id="156" name="Picture 155" descr="https://github.com/romainsacchi/premise/raw/master/docs/large.png">
                <a:extLst>
                  <a:ext uri="{FF2B5EF4-FFF2-40B4-BE49-F238E27FC236}">
                    <a16:creationId xmlns:a16="http://schemas.microsoft.com/office/drawing/2014/main" id="{7E94C004-1BAB-28D6-6677-0B978630F89F}"/>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38869"/>
              <a:stretch/>
            </p:blipFill>
            <p:spPr bwMode="auto">
              <a:xfrm>
                <a:off x="6705384" y="1366455"/>
                <a:ext cx="299211" cy="18291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28" name="Group 127">
              <a:extLst>
                <a:ext uri="{FF2B5EF4-FFF2-40B4-BE49-F238E27FC236}">
                  <a16:creationId xmlns:a16="http://schemas.microsoft.com/office/drawing/2014/main" id="{8301CBF3-A5FA-0E99-1E20-D82F98ED5E00}"/>
                </a:ext>
              </a:extLst>
            </p:cNvPr>
            <p:cNvGrpSpPr/>
            <p:nvPr/>
          </p:nvGrpSpPr>
          <p:grpSpPr>
            <a:xfrm>
              <a:off x="7725774" y="2863855"/>
              <a:ext cx="823959" cy="235097"/>
              <a:chOff x="5580362" y="1366455"/>
              <a:chExt cx="1424233" cy="406371"/>
            </a:xfrm>
          </p:grpSpPr>
          <p:grpSp>
            <p:nvGrpSpPr>
              <p:cNvPr id="151" name="Group 150">
                <a:extLst>
                  <a:ext uri="{FF2B5EF4-FFF2-40B4-BE49-F238E27FC236}">
                    <a16:creationId xmlns:a16="http://schemas.microsoft.com/office/drawing/2014/main" id="{79D92F7E-235F-1DA3-B848-24C58FE67306}"/>
                  </a:ext>
                </a:extLst>
              </p:cNvPr>
              <p:cNvGrpSpPr/>
              <p:nvPr/>
            </p:nvGrpSpPr>
            <p:grpSpPr>
              <a:xfrm>
                <a:off x="5580362" y="1516396"/>
                <a:ext cx="1260415" cy="256430"/>
                <a:chOff x="3731825" y="1490500"/>
                <a:chExt cx="1795031" cy="365197"/>
              </a:xfrm>
            </p:grpSpPr>
            <p:pic>
              <p:nvPicPr>
                <p:cNvPr id="153" name="Picture 152">
                  <a:extLst>
                    <a:ext uri="{FF2B5EF4-FFF2-40B4-BE49-F238E27FC236}">
                      <a16:creationId xmlns:a16="http://schemas.microsoft.com/office/drawing/2014/main" id="{4B504CD2-503D-200C-4EED-EF981D56BBFC}"/>
                    </a:ext>
                  </a:extLst>
                </p:cNvPr>
                <p:cNvPicPr>
                  <a:picLocks noChangeAspect="1"/>
                </p:cNvPicPr>
                <p:nvPr/>
              </p:nvPicPr>
              <p:blipFill rotWithShape="1">
                <a:blip r:embed="rId15" cstate="print">
                  <a:duotone>
                    <a:schemeClr val="bg2">
                      <a:shade val="45000"/>
                      <a:satMod val="135000"/>
                    </a:schemeClr>
                    <a:prstClr val="white"/>
                  </a:duotone>
                  <a:extLst>
                    <a:ext uri="{28A0092B-C50C-407E-A947-70E740481C1C}">
                      <a14:useLocalDpi xmlns:a14="http://schemas.microsoft.com/office/drawing/2010/main" val="0"/>
                    </a:ext>
                  </a:extLst>
                </a:blip>
                <a:srcRect l="15000" t="13601" r="13601" b="13601"/>
                <a:stretch/>
              </p:blipFill>
              <p:spPr>
                <a:xfrm>
                  <a:off x="3731825" y="1490500"/>
                  <a:ext cx="358174" cy="365197"/>
                </a:xfrm>
                <a:prstGeom prst="rect">
                  <a:avLst/>
                </a:prstGeom>
              </p:spPr>
            </p:pic>
            <p:pic>
              <p:nvPicPr>
                <p:cNvPr id="154" name="Picture 6" descr="ecoinvent">
                  <a:extLst>
                    <a:ext uri="{FF2B5EF4-FFF2-40B4-BE49-F238E27FC236}">
                      <a16:creationId xmlns:a16="http://schemas.microsoft.com/office/drawing/2014/main" id="{ACF88A4B-20B6-1042-FFEA-7C0F3DBEC333}"/>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4136031" y="1537454"/>
                  <a:ext cx="1390825" cy="227908"/>
                </a:xfrm>
                <a:prstGeom prst="rect">
                  <a:avLst/>
                </a:prstGeom>
                <a:noFill/>
                <a:extLst>
                  <a:ext uri="{909E8E84-426E-40DD-AFC4-6F175D3DCCD1}">
                    <a14:hiddenFill xmlns:a14="http://schemas.microsoft.com/office/drawing/2010/main">
                      <a:solidFill>
                        <a:srgbClr val="FFFFFF"/>
                      </a:solidFill>
                    </a14:hiddenFill>
                  </a:ext>
                </a:extLst>
              </p:spPr>
            </p:pic>
          </p:grpSp>
          <p:pic>
            <p:nvPicPr>
              <p:cNvPr id="152" name="Picture 151" descr="https://github.com/romainsacchi/premise/raw/master/docs/large.png">
                <a:extLst>
                  <a:ext uri="{FF2B5EF4-FFF2-40B4-BE49-F238E27FC236}">
                    <a16:creationId xmlns:a16="http://schemas.microsoft.com/office/drawing/2014/main" id="{2C700676-8C00-7EBD-4A7F-D9CB515B46AF}"/>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38869"/>
              <a:stretch/>
            </p:blipFill>
            <p:spPr bwMode="auto">
              <a:xfrm>
                <a:off x="6705384" y="1366455"/>
                <a:ext cx="299211" cy="18291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29" name="Group 128">
              <a:extLst>
                <a:ext uri="{FF2B5EF4-FFF2-40B4-BE49-F238E27FC236}">
                  <a16:creationId xmlns:a16="http://schemas.microsoft.com/office/drawing/2014/main" id="{A5C2F56C-FE94-E634-5348-C3D323F38C79}"/>
                </a:ext>
              </a:extLst>
            </p:cNvPr>
            <p:cNvGrpSpPr/>
            <p:nvPr/>
          </p:nvGrpSpPr>
          <p:grpSpPr>
            <a:xfrm>
              <a:off x="7725774" y="3245817"/>
              <a:ext cx="823959" cy="235097"/>
              <a:chOff x="5580362" y="1366455"/>
              <a:chExt cx="1424233" cy="406371"/>
            </a:xfrm>
          </p:grpSpPr>
          <p:grpSp>
            <p:nvGrpSpPr>
              <p:cNvPr id="147" name="Group 146">
                <a:extLst>
                  <a:ext uri="{FF2B5EF4-FFF2-40B4-BE49-F238E27FC236}">
                    <a16:creationId xmlns:a16="http://schemas.microsoft.com/office/drawing/2014/main" id="{00616A19-861B-CDDA-8631-426F19A141D2}"/>
                  </a:ext>
                </a:extLst>
              </p:cNvPr>
              <p:cNvGrpSpPr/>
              <p:nvPr/>
            </p:nvGrpSpPr>
            <p:grpSpPr>
              <a:xfrm>
                <a:off x="5580362" y="1516396"/>
                <a:ext cx="1260415" cy="256430"/>
                <a:chOff x="3731825" y="1490500"/>
                <a:chExt cx="1795031" cy="365197"/>
              </a:xfrm>
            </p:grpSpPr>
            <p:pic>
              <p:nvPicPr>
                <p:cNvPr id="149" name="Picture 148">
                  <a:extLst>
                    <a:ext uri="{FF2B5EF4-FFF2-40B4-BE49-F238E27FC236}">
                      <a16:creationId xmlns:a16="http://schemas.microsoft.com/office/drawing/2014/main" id="{82938356-A0DB-B62A-5DE8-C3B00FCD091E}"/>
                    </a:ext>
                  </a:extLst>
                </p:cNvPr>
                <p:cNvPicPr>
                  <a:picLocks noChangeAspect="1"/>
                </p:cNvPicPr>
                <p:nvPr/>
              </p:nvPicPr>
              <p:blipFill rotWithShape="1">
                <a:blip r:embed="rId15" cstate="print">
                  <a:duotone>
                    <a:schemeClr val="bg2">
                      <a:shade val="45000"/>
                      <a:satMod val="135000"/>
                    </a:schemeClr>
                    <a:prstClr val="white"/>
                  </a:duotone>
                  <a:extLst>
                    <a:ext uri="{28A0092B-C50C-407E-A947-70E740481C1C}">
                      <a14:useLocalDpi xmlns:a14="http://schemas.microsoft.com/office/drawing/2010/main" val="0"/>
                    </a:ext>
                  </a:extLst>
                </a:blip>
                <a:srcRect l="15000" t="13601" r="13601" b="13601"/>
                <a:stretch/>
              </p:blipFill>
              <p:spPr>
                <a:xfrm>
                  <a:off x="3731825" y="1490500"/>
                  <a:ext cx="358174" cy="365197"/>
                </a:xfrm>
                <a:prstGeom prst="rect">
                  <a:avLst/>
                </a:prstGeom>
              </p:spPr>
            </p:pic>
            <p:pic>
              <p:nvPicPr>
                <p:cNvPr id="150" name="Picture 6" descr="ecoinvent">
                  <a:extLst>
                    <a:ext uri="{FF2B5EF4-FFF2-40B4-BE49-F238E27FC236}">
                      <a16:creationId xmlns:a16="http://schemas.microsoft.com/office/drawing/2014/main" id="{A718C42C-EF44-724F-BC3E-710EBF73A2D6}"/>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4136031" y="1537454"/>
                  <a:ext cx="1390825" cy="227908"/>
                </a:xfrm>
                <a:prstGeom prst="rect">
                  <a:avLst/>
                </a:prstGeom>
                <a:noFill/>
                <a:extLst>
                  <a:ext uri="{909E8E84-426E-40DD-AFC4-6F175D3DCCD1}">
                    <a14:hiddenFill xmlns:a14="http://schemas.microsoft.com/office/drawing/2010/main">
                      <a:solidFill>
                        <a:srgbClr val="FFFFFF"/>
                      </a:solidFill>
                    </a14:hiddenFill>
                  </a:ext>
                </a:extLst>
              </p:spPr>
            </p:pic>
          </p:grpSp>
          <p:pic>
            <p:nvPicPr>
              <p:cNvPr id="148" name="Picture 147" descr="https://github.com/romainsacchi/premise/raw/master/docs/large.png">
                <a:extLst>
                  <a:ext uri="{FF2B5EF4-FFF2-40B4-BE49-F238E27FC236}">
                    <a16:creationId xmlns:a16="http://schemas.microsoft.com/office/drawing/2014/main" id="{86D5C884-E9BD-1974-D4C1-7446D235AD5C}"/>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38869"/>
              <a:stretch/>
            </p:blipFill>
            <p:spPr bwMode="auto">
              <a:xfrm>
                <a:off x="6705384" y="1366455"/>
                <a:ext cx="299211" cy="18291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30" name="Group 129">
              <a:extLst>
                <a:ext uri="{FF2B5EF4-FFF2-40B4-BE49-F238E27FC236}">
                  <a16:creationId xmlns:a16="http://schemas.microsoft.com/office/drawing/2014/main" id="{698347E0-1CE4-3FC8-7286-E5B329935B16}"/>
                </a:ext>
              </a:extLst>
            </p:cNvPr>
            <p:cNvGrpSpPr/>
            <p:nvPr/>
          </p:nvGrpSpPr>
          <p:grpSpPr>
            <a:xfrm>
              <a:off x="5401446" y="1517067"/>
              <a:ext cx="1688699" cy="343564"/>
              <a:chOff x="3731825" y="1490500"/>
              <a:chExt cx="1795031" cy="365197"/>
            </a:xfrm>
          </p:grpSpPr>
          <p:pic>
            <p:nvPicPr>
              <p:cNvPr id="145" name="Picture 144">
                <a:extLst>
                  <a:ext uri="{FF2B5EF4-FFF2-40B4-BE49-F238E27FC236}">
                    <a16:creationId xmlns:a16="http://schemas.microsoft.com/office/drawing/2014/main" id="{A72F2097-E35C-10BD-6DD1-5CC0870076D4}"/>
                  </a:ext>
                </a:extLst>
              </p:cNvPr>
              <p:cNvPicPr>
                <a:picLocks noChangeAspect="1"/>
              </p:cNvPicPr>
              <p:nvPr/>
            </p:nvPicPr>
            <p:blipFill rotWithShape="1">
              <a:blip r:embed="rId15" cstate="print">
                <a:duotone>
                  <a:schemeClr val="bg2">
                    <a:shade val="45000"/>
                    <a:satMod val="135000"/>
                  </a:schemeClr>
                  <a:prstClr val="white"/>
                </a:duotone>
                <a:extLst>
                  <a:ext uri="{28A0092B-C50C-407E-A947-70E740481C1C}">
                    <a14:useLocalDpi xmlns:a14="http://schemas.microsoft.com/office/drawing/2010/main" val="0"/>
                  </a:ext>
                </a:extLst>
              </a:blip>
              <a:srcRect l="15000" t="13601" r="13601" b="13601"/>
              <a:stretch/>
            </p:blipFill>
            <p:spPr>
              <a:xfrm>
                <a:off x="3731825" y="1490500"/>
                <a:ext cx="358174" cy="365197"/>
              </a:xfrm>
              <a:prstGeom prst="rect">
                <a:avLst/>
              </a:prstGeom>
            </p:spPr>
          </p:pic>
          <p:pic>
            <p:nvPicPr>
              <p:cNvPr id="146" name="Picture 6" descr="ecoinvent">
                <a:extLst>
                  <a:ext uri="{FF2B5EF4-FFF2-40B4-BE49-F238E27FC236}">
                    <a16:creationId xmlns:a16="http://schemas.microsoft.com/office/drawing/2014/main" id="{EF199728-2C15-67CE-4B8A-BD49128DE4CE}"/>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136031" y="1537454"/>
                <a:ext cx="1390825" cy="227908"/>
              </a:xfrm>
              <a:prstGeom prst="rect">
                <a:avLst/>
              </a:prstGeom>
              <a:noFill/>
              <a:extLst>
                <a:ext uri="{909E8E84-426E-40DD-AFC4-6F175D3DCCD1}">
                  <a14:hiddenFill xmlns:a14="http://schemas.microsoft.com/office/drawing/2010/main">
                    <a:solidFill>
                      <a:srgbClr val="FFFFFF"/>
                    </a:solidFill>
                  </a14:hiddenFill>
                </a:ext>
              </a:extLst>
            </p:spPr>
          </p:pic>
        </p:grpSp>
        <p:pic>
          <p:nvPicPr>
            <p:cNvPr id="131" name="Picture 130">
              <a:extLst>
                <a:ext uri="{FF2B5EF4-FFF2-40B4-BE49-F238E27FC236}">
                  <a16:creationId xmlns:a16="http://schemas.microsoft.com/office/drawing/2014/main" id="{AE31A9AB-073C-85BC-81AC-725E96146176}"/>
                </a:ext>
              </a:extLst>
            </p:cNvPr>
            <p:cNvPicPr>
              <a:picLocks noChangeAspect="1"/>
            </p:cNvPicPr>
            <p:nvPr/>
          </p:nvPicPr>
          <p:blipFill rotWithShape="1">
            <a:blip r:embed="rId18" cstate="print">
              <a:lum bright="70000" contrast="-70000"/>
              <a:extLst>
                <a:ext uri="{28A0092B-C50C-407E-A947-70E740481C1C}">
                  <a14:useLocalDpi xmlns:a14="http://schemas.microsoft.com/office/drawing/2010/main" val="0"/>
                </a:ext>
              </a:extLst>
            </a:blip>
            <a:srcRect l="20600" t="16401" r="20601" b="17801"/>
            <a:stretch/>
          </p:blipFill>
          <p:spPr>
            <a:xfrm>
              <a:off x="6786725" y="3410481"/>
              <a:ext cx="427338" cy="478211"/>
            </a:xfrm>
            <a:prstGeom prst="rect">
              <a:avLst/>
            </a:prstGeom>
          </p:spPr>
        </p:pic>
        <p:pic>
          <p:nvPicPr>
            <p:cNvPr id="132" name="Picture 131">
              <a:extLst>
                <a:ext uri="{FF2B5EF4-FFF2-40B4-BE49-F238E27FC236}">
                  <a16:creationId xmlns:a16="http://schemas.microsoft.com/office/drawing/2014/main" id="{7068D964-CC99-A5A4-7173-2F4A714884D4}"/>
                </a:ext>
              </a:extLst>
            </p:cNvPr>
            <p:cNvPicPr>
              <a:picLocks noChangeAspect="1"/>
            </p:cNvPicPr>
            <p:nvPr/>
          </p:nvPicPr>
          <p:blipFill rotWithShape="1">
            <a:blip r:embed="rId18" cstate="print">
              <a:duotone>
                <a:schemeClr val="bg2">
                  <a:shade val="45000"/>
                  <a:satMod val="135000"/>
                </a:schemeClr>
                <a:prstClr val="white"/>
              </a:duotone>
              <a:extLst>
                <a:ext uri="{28A0092B-C50C-407E-A947-70E740481C1C}">
                  <a14:useLocalDpi xmlns:a14="http://schemas.microsoft.com/office/drawing/2010/main" val="0"/>
                </a:ext>
              </a:extLst>
            </a:blip>
            <a:srcRect l="20600" t="16401" r="20601" b="17801"/>
            <a:stretch/>
          </p:blipFill>
          <p:spPr>
            <a:xfrm>
              <a:off x="6641197" y="3499700"/>
              <a:ext cx="427338" cy="478211"/>
            </a:xfrm>
            <a:prstGeom prst="rect">
              <a:avLst/>
            </a:prstGeom>
          </p:spPr>
        </p:pic>
        <p:grpSp>
          <p:nvGrpSpPr>
            <p:cNvPr id="133" name="Group 132">
              <a:extLst>
                <a:ext uri="{FF2B5EF4-FFF2-40B4-BE49-F238E27FC236}">
                  <a16:creationId xmlns:a16="http://schemas.microsoft.com/office/drawing/2014/main" id="{35ACD190-88BB-8C64-3000-8C90952A5F0C}"/>
                </a:ext>
              </a:extLst>
            </p:cNvPr>
            <p:cNvGrpSpPr/>
            <p:nvPr/>
          </p:nvGrpSpPr>
          <p:grpSpPr>
            <a:xfrm>
              <a:off x="6524653" y="3632632"/>
              <a:ext cx="427338" cy="478211"/>
              <a:chOff x="4011807" y="2525610"/>
              <a:chExt cx="381050" cy="426413"/>
            </a:xfrm>
          </p:grpSpPr>
          <p:sp>
            <p:nvSpPr>
              <p:cNvPr id="143" name="Rectangle 142">
                <a:extLst>
                  <a:ext uri="{FF2B5EF4-FFF2-40B4-BE49-F238E27FC236}">
                    <a16:creationId xmlns:a16="http://schemas.microsoft.com/office/drawing/2014/main" id="{C8D8973F-26AD-10E2-2739-3CFCC7326A80}"/>
                  </a:ext>
                </a:extLst>
              </p:cNvPr>
              <p:cNvSpPr/>
              <p:nvPr/>
            </p:nvSpPr>
            <p:spPr bwMode="auto">
              <a:xfrm>
                <a:off x="4053881" y="2545640"/>
                <a:ext cx="318459" cy="395470"/>
              </a:xfrm>
              <a:prstGeom prst="rect">
                <a:avLst/>
              </a:prstGeom>
              <a:solidFill>
                <a:schemeClr val="bg1"/>
              </a:solidFill>
              <a:ln w="9525" cap="flat" cmpd="sng" algn="ctr">
                <a:solidFill>
                  <a:srgbClr val="E5E5E5"/>
                </a:solidFill>
                <a:prstDash val="solid"/>
                <a:round/>
                <a:headEnd type="none" w="med" len="med"/>
                <a:tailEnd type="none" w="med" len="med"/>
              </a:ln>
              <a:effectLst/>
            </p:spPr>
            <p:txBody>
              <a:bodyPr vert="horz" wrap="square" lIns="162160" tIns="81080" rIns="162160" bIns="8108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621619" eaLnBrk="0" fontAlgn="base" hangingPunct="0">
                  <a:spcBef>
                    <a:spcPct val="0"/>
                  </a:spcBef>
                  <a:spcAft>
                    <a:spcPct val="0"/>
                  </a:spcAft>
                </a:pPr>
                <a:endParaRPr lang="de-CH" sz="4256">
                  <a:latin typeface="Calibri" panose="020F0502020204030204" pitchFamily="34" charset="0"/>
                  <a:cs typeface="Calibri" panose="020F0502020204030204" pitchFamily="34" charset="0"/>
                </a:endParaRPr>
              </a:p>
            </p:txBody>
          </p:sp>
          <p:pic>
            <p:nvPicPr>
              <p:cNvPr id="144" name="Picture 143">
                <a:extLst>
                  <a:ext uri="{FF2B5EF4-FFF2-40B4-BE49-F238E27FC236}">
                    <a16:creationId xmlns:a16="http://schemas.microsoft.com/office/drawing/2014/main" id="{608B203A-4CF7-1A0D-7BCA-481840B59378}"/>
                  </a:ext>
                </a:extLst>
              </p:cNvPr>
              <p:cNvPicPr>
                <a:picLocks noChangeAspect="1"/>
              </p:cNvPicPr>
              <p:nvPr/>
            </p:nvPicPr>
            <p:blipFill rotWithShape="1">
              <a:blip r:embed="rId18" cstate="print">
                <a:extLst>
                  <a:ext uri="{28A0092B-C50C-407E-A947-70E740481C1C}">
                    <a14:useLocalDpi xmlns:a14="http://schemas.microsoft.com/office/drawing/2010/main" val="0"/>
                  </a:ext>
                </a:extLst>
              </a:blip>
              <a:srcRect l="20600" t="16401" r="20601" b="17801"/>
              <a:stretch/>
            </p:blipFill>
            <p:spPr>
              <a:xfrm>
                <a:off x="4011807" y="2525610"/>
                <a:ext cx="381050" cy="426413"/>
              </a:xfrm>
              <a:prstGeom prst="rect">
                <a:avLst/>
              </a:prstGeom>
            </p:spPr>
          </p:pic>
        </p:grpSp>
        <p:sp>
          <p:nvSpPr>
            <p:cNvPr id="134" name="TextBox 133">
              <a:extLst>
                <a:ext uri="{FF2B5EF4-FFF2-40B4-BE49-F238E27FC236}">
                  <a16:creationId xmlns:a16="http://schemas.microsoft.com/office/drawing/2014/main" id="{2965B74D-84E5-8D30-0220-2D0007C0E4E8}"/>
                </a:ext>
              </a:extLst>
            </p:cNvPr>
            <p:cNvSpPr txBox="1"/>
            <p:nvPr/>
          </p:nvSpPr>
          <p:spPr>
            <a:xfrm>
              <a:off x="6119130" y="4191496"/>
              <a:ext cx="1374866" cy="692884"/>
            </a:xfrm>
            <a:prstGeom prst="rect">
              <a:avLst/>
            </a:prstGeom>
            <a:noFill/>
          </p:spPr>
          <p:txBody>
            <a:bodyPr wrap="square" lIns="0" tIns="0" rIns="0" bIns="0" rtlCol="0">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lnSpc>
                  <a:spcPct val="110000"/>
                </a:lnSpc>
                <a:spcBef>
                  <a:spcPct val="0"/>
                </a:spcBef>
                <a:buClr>
                  <a:srgbClr val="000000"/>
                </a:buClr>
              </a:pPr>
              <a:r>
                <a:rPr lang="en-US" sz="1100" dirty="0">
                  <a:solidFill>
                    <a:srgbClr val="000000"/>
                  </a:solidFill>
                  <a:latin typeface="Calibri" panose="020F0502020204030204" pitchFamily="34" charset="0"/>
                  <a:cs typeface="Calibri" panose="020F0502020204030204" pitchFamily="34" charset="0"/>
                </a:rPr>
                <a:t>Additional inventories to represent emerging technologies</a:t>
              </a:r>
              <a:endParaRPr lang="de-CH" sz="1100" dirty="0">
                <a:solidFill>
                  <a:srgbClr val="000000"/>
                </a:solidFill>
                <a:latin typeface="Calibri" panose="020F0502020204030204" pitchFamily="34" charset="0"/>
                <a:cs typeface="Calibri" panose="020F0502020204030204" pitchFamily="34" charset="0"/>
              </a:endParaRPr>
            </a:p>
          </p:txBody>
        </p:sp>
        <p:pic>
          <p:nvPicPr>
            <p:cNvPr id="135" name="Picture 134">
              <a:extLst>
                <a:ext uri="{FF2B5EF4-FFF2-40B4-BE49-F238E27FC236}">
                  <a16:creationId xmlns:a16="http://schemas.microsoft.com/office/drawing/2014/main" id="{A5430DDF-CB43-06CE-403C-308627F37920}"/>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10194870" y="3687969"/>
              <a:ext cx="603739" cy="151313"/>
            </a:xfrm>
            <a:prstGeom prst="rect">
              <a:avLst/>
            </a:prstGeom>
          </p:spPr>
        </p:pic>
        <p:pic>
          <p:nvPicPr>
            <p:cNvPr id="136" name="Picture 135">
              <a:extLst>
                <a:ext uri="{FF2B5EF4-FFF2-40B4-BE49-F238E27FC236}">
                  <a16:creationId xmlns:a16="http://schemas.microsoft.com/office/drawing/2014/main" id="{C9BC96C9-2973-A83F-9E14-20F696F43D37}"/>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10035985" y="4649209"/>
              <a:ext cx="918661" cy="272010"/>
            </a:xfrm>
            <a:prstGeom prst="rect">
              <a:avLst/>
            </a:prstGeom>
          </p:spPr>
        </p:pic>
        <p:pic>
          <p:nvPicPr>
            <p:cNvPr id="137" name="Picture 2" descr="openLCA - YouTube">
              <a:extLst>
                <a:ext uri="{FF2B5EF4-FFF2-40B4-BE49-F238E27FC236}">
                  <a16:creationId xmlns:a16="http://schemas.microsoft.com/office/drawing/2014/main" id="{AB13637C-D7FF-AC1C-DA3E-78633C08F268}"/>
                </a:ext>
              </a:extLst>
            </p:cNvPr>
            <p:cNvPicPr>
              <a:picLocks noChangeAspect="1" noChangeArrowheads="1"/>
            </p:cNvPicPr>
            <p:nvPr/>
          </p:nvPicPr>
          <p:blipFill>
            <a:blip r:embed="rId21"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190134" y="3972519"/>
              <a:ext cx="599564" cy="599564"/>
            </a:xfrm>
            <a:prstGeom prst="rect">
              <a:avLst/>
            </a:prstGeom>
            <a:noFill/>
            <a:extLst>
              <a:ext uri="{909E8E84-426E-40DD-AFC4-6F175D3DCCD1}">
                <a14:hiddenFill xmlns:a14="http://schemas.microsoft.com/office/drawing/2010/main">
                  <a:solidFill>
                    <a:srgbClr val="FFFFFF"/>
                  </a:solidFill>
                </a14:hiddenFill>
              </a:ext>
            </a:extLst>
          </p:spPr>
        </p:pic>
        <p:pic>
          <p:nvPicPr>
            <p:cNvPr id="138" name="Picture 8" descr="Cauldron Solutions">
              <a:extLst>
                <a:ext uri="{FF2B5EF4-FFF2-40B4-BE49-F238E27FC236}">
                  <a16:creationId xmlns:a16="http://schemas.microsoft.com/office/drawing/2014/main" id="{3405B792-69DA-56E2-748C-D37E26536EA2}"/>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10080829" y="2863564"/>
              <a:ext cx="753699" cy="753699"/>
            </a:xfrm>
            <a:prstGeom prst="rect">
              <a:avLst/>
            </a:prstGeom>
            <a:noFill/>
            <a:extLst>
              <a:ext uri="{909E8E84-426E-40DD-AFC4-6F175D3DCCD1}">
                <a14:hiddenFill xmlns:a14="http://schemas.microsoft.com/office/drawing/2010/main">
                  <a:solidFill>
                    <a:srgbClr val="FFFFFF"/>
                  </a:solidFill>
                </a14:hiddenFill>
              </a:ext>
            </a:extLst>
          </p:spPr>
        </p:pic>
        <p:sp>
          <p:nvSpPr>
            <p:cNvPr id="139" name="TextBox 138">
              <a:extLst>
                <a:ext uri="{FF2B5EF4-FFF2-40B4-BE49-F238E27FC236}">
                  <a16:creationId xmlns:a16="http://schemas.microsoft.com/office/drawing/2014/main" id="{3C5D0E12-33CA-D1FC-D71B-63EFB23B429F}"/>
                </a:ext>
              </a:extLst>
            </p:cNvPr>
            <p:cNvSpPr txBox="1"/>
            <p:nvPr/>
          </p:nvSpPr>
          <p:spPr>
            <a:xfrm>
              <a:off x="5367651" y="3685596"/>
              <a:ext cx="742283" cy="177148"/>
            </a:xfrm>
            <a:prstGeom prst="rect">
              <a:avLst/>
            </a:prstGeom>
            <a:noFill/>
          </p:spPr>
          <p:txBody>
            <a:bodyPr wrap="square" lIns="0" tIns="0" rIns="0" bIns="0" rtlCol="0">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lnSpc>
                  <a:spcPct val="110000"/>
                </a:lnSpc>
                <a:spcBef>
                  <a:spcPct val="0"/>
                </a:spcBef>
                <a:buClr>
                  <a:srgbClr val="000000"/>
                </a:buClr>
              </a:pPr>
              <a:r>
                <a:rPr lang="en-US" sz="1000" b="1" dirty="0">
                  <a:solidFill>
                    <a:srgbClr val="969696"/>
                  </a:solidFill>
                  <a:cs typeface="Times New Roman" panose="02020603050405020304" pitchFamily="18" charset="0"/>
                </a:rPr>
                <a:t>Wurst</a:t>
              </a:r>
              <a:endParaRPr lang="de-CH" sz="1000" b="1" dirty="0">
                <a:solidFill>
                  <a:srgbClr val="969696"/>
                </a:solidFill>
                <a:cs typeface="Times New Roman" panose="02020603050405020304" pitchFamily="18" charset="0"/>
              </a:endParaRPr>
            </a:p>
            <a:p>
              <a:pPr algn="ctr" eaLnBrk="1" hangingPunct="1">
                <a:lnSpc>
                  <a:spcPct val="110000"/>
                </a:lnSpc>
                <a:spcBef>
                  <a:spcPct val="0"/>
                </a:spcBef>
                <a:buClr>
                  <a:srgbClr val="000000"/>
                </a:buClr>
              </a:pPr>
              <a:r>
                <a:rPr lang="de-CH" sz="1000" b="1" dirty="0" err="1">
                  <a:solidFill>
                    <a:srgbClr val="969696"/>
                  </a:solidFill>
                  <a:cs typeface="Times New Roman" panose="02020603050405020304" pitchFamily="18" charset="0"/>
                </a:rPr>
                <a:t>Constructive</a:t>
              </a:r>
              <a:r>
                <a:rPr lang="de-CH" sz="1000" b="1" dirty="0">
                  <a:solidFill>
                    <a:srgbClr val="969696"/>
                  </a:solidFill>
                  <a:cs typeface="Times New Roman" panose="02020603050405020304" pitchFamily="18" charset="0"/>
                </a:rPr>
                <a:t> geometries</a:t>
              </a:r>
              <a:endParaRPr lang="en-US" sz="1000" b="1" dirty="0">
                <a:solidFill>
                  <a:srgbClr val="969696"/>
                </a:solidFill>
                <a:cs typeface="Times New Roman" panose="02020603050405020304" pitchFamily="18" charset="0"/>
              </a:endParaRPr>
            </a:p>
          </p:txBody>
        </p:sp>
        <p:cxnSp>
          <p:nvCxnSpPr>
            <p:cNvPr id="140" name="Straight Connector 139">
              <a:extLst>
                <a:ext uri="{FF2B5EF4-FFF2-40B4-BE49-F238E27FC236}">
                  <a16:creationId xmlns:a16="http://schemas.microsoft.com/office/drawing/2014/main" id="{583EA1E1-F0DA-CEFE-1B29-704EAD58EBD5}"/>
                </a:ext>
              </a:extLst>
            </p:cNvPr>
            <p:cNvCxnSpPr/>
            <p:nvPr/>
          </p:nvCxnSpPr>
          <p:spPr bwMode="auto">
            <a:xfrm>
              <a:off x="6201015" y="2973735"/>
              <a:ext cx="0" cy="214045"/>
            </a:xfrm>
            <a:prstGeom prst="line">
              <a:avLst/>
            </a:prstGeom>
            <a:solidFill>
              <a:schemeClr val="accent1"/>
            </a:solidFill>
            <a:ln w="9525" cap="flat" cmpd="sng" algn="ctr">
              <a:solidFill>
                <a:srgbClr val="686868"/>
              </a:solidFill>
              <a:prstDash val="solid"/>
              <a:round/>
              <a:headEnd type="none" w="med" len="med"/>
              <a:tailEnd type="none" w="med" len="med"/>
            </a:ln>
            <a:effectLst/>
          </p:spPr>
        </p:cxnSp>
        <p:cxnSp>
          <p:nvCxnSpPr>
            <p:cNvPr id="141" name="Straight Connector 140">
              <a:extLst>
                <a:ext uri="{FF2B5EF4-FFF2-40B4-BE49-F238E27FC236}">
                  <a16:creationId xmlns:a16="http://schemas.microsoft.com/office/drawing/2014/main" id="{6823F736-CA80-99E5-2E39-879D9840A633}"/>
                </a:ext>
              </a:extLst>
            </p:cNvPr>
            <p:cNvCxnSpPr>
              <a:cxnSpLocks/>
            </p:cNvCxnSpPr>
            <p:nvPr/>
          </p:nvCxnSpPr>
          <p:spPr bwMode="auto">
            <a:xfrm flipH="1">
              <a:off x="5738403" y="3186040"/>
              <a:ext cx="464619" cy="0"/>
            </a:xfrm>
            <a:prstGeom prst="line">
              <a:avLst/>
            </a:prstGeom>
            <a:solidFill>
              <a:schemeClr val="accent1"/>
            </a:solidFill>
            <a:ln w="9525" cap="flat" cmpd="sng" algn="ctr">
              <a:solidFill>
                <a:srgbClr val="686868"/>
              </a:solidFill>
              <a:prstDash val="solid"/>
              <a:round/>
              <a:headEnd type="none" w="med" len="med"/>
              <a:tailEnd type="none" w="med" len="med"/>
            </a:ln>
            <a:effectLst/>
          </p:spPr>
        </p:cxnSp>
        <p:cxnSp>
          <p:nvCxnSpPr>
            <p:cNvPr id="142" name="Straight Connector 141">
              <a:extLst>
                <a:ext uri="{FF2B5EF4-FFF2-40B4-BE49-F238E27FC236}">
                  <a16:creationId xmlns:a16="http://schemas.microsoft.com/office/drawing/2014/main" id="{721C8965-C5D8-20E6-6973-A6B8F956C482}"/>
                </a:ext>
              </a:extLst>
            </p:cNvPr>
            <p:cNvCxnSpPr>
              <a:cxnSpLocks/>
            </p:cNvCxnSpPr>
            <p:nvPr/>
          </p:nvCxnSpPr>
          <p:spPr bwMode="auto">
            <a:xfrm>
              <a:off x="5738879" y="3187780"/>
              <a:ext cx="0" cy="444852"/>
            </a:xfrm>
            <a:prstGeom prst="line">
              <a:avLst/>
            </a:prstGeom>
            <a:solidFill>
              <a:schemeClr val="accent1"/>
            </a:solidFill>
            <a:ln w="9525" cap="flat" cmpd="sng" algn="ctr">
              <a:solidFill>
                <a:srgbClr val="686868"/>
              </a:solidFill>
              <a:prstDash val="solid"/>
              <a:round/>
              <a:headEnd type="none" w="med" len="med"/>
              <a:tailEnd type="none" w="med" len="med"/>
            </a:ln>
            <a:effectLst/>
          </p:spPr>
        </p:cxnSp>
      </p:grpSp>
    </p:spTree>
    <p:extLst>
      <p:ext uri="{BB962C8B-B14F-4D97-AF65-F5344CB8AC3E}">
        <p14:creationId xmlns:p14="http://schemas.microsoft.com/office/powerpoint/2010/main" val="36720175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7342" y="332316"/>
            <a:ext cx="11510008" cy="417178"/>
          </a:xfrm>
          <a:prstGeom prst="rect">
            <a:avLst/>
          </a:prstGeom>
        </p:spPr>
        <p:txBody>
          <a:bodyPr vert="horz" wrap="square" lIns="0" tIns="16903" rIns="0" bIns="0" rtlCol="0" anchor="ctr" anchorCtr="0">
            <a:spAutoFit/>
          </a:bodyPr>
          <a:lstStyle/>
          <a:p>
            <a:pPr marL="16905">
              <a:spcBef>
                <a:spcPts val="133"/>
              </a:spcBef>
            </a:pPr>
            <a:r>
              <a:rPr lang="de-CH" b="1" dirty="0"/>
              <a:t>¿</a:t>
            </a:r>
            <a:r>
              <a:rPr lang="de-CH" b="1" dirty="0" err="1"/>
              <a:t>Qué</a:t>
            </a:r>
            <a:r>
              <a:rPr lang="de-CH" b="1" dirty="0"/>
              <a:t> </a:t>
            </a:r>
            <a:r>
              <a:rPr lang="de-CH" b="1" dirty="0" err="1"/>
              <a:t>hace</a:t>
            </a:r>
            <a:r>
              <a:rPr lang="de-CH" b="1" dirty="0"/>
              <a:t> </a:t>
            </a:r>
            <a:r>
              <a:rPr lang="de-CH" b="1" dirty="0" err="1"/>
              <a:t>premise</a:t>
            </a:r>
            <a:r>
              <a:rPr lang="de-CH" b="1" dirty="0"/>
              <a:t>?</a:t>
            </a:r>
            <a:endParaRPr sz="2600" spc="-13" dirty="0"/>
          </a:p>
        </p:txBody>
      </p:sp>
      <p:sp>
        <p:nvSpPr>
          <p:cNvPr id="40" name="Slide Number Placeholder 39">
            <a:extLst>
              <a:ext uri="{FF2B5EF4-FFF2-40B4-BE49-F238E27FC236}">
                <a16:creationId xmlns:a16="http://schemas.microsoft.com/office/drawing/2014/main" id="{634DA7CF-A03F-6C4D-3869-4CCA8FD1860D}"/>
              </a:ext>
            </a:extLst>
          </p:cNvPr>
          <p:cNvSpPr>
            <a:spLocks noGrp="1"/>
          </p:cNvSpPr>
          <p:nvPr>
            <p:ph type="sldNum" sz="quarter" idx="19"/>
          </p:nvPr>
        </p:nvSpPr>
        <p:spPr/>
        <p:txBody>
          <a:bodyPr/>
          <a:lstStyle/>
          <a:p>
            <a:fld id="{5EE7099E-8998-4851-915A-4F4831808297}" type="slidenum">
              <a:rPr lang="nl-NL" smtClean="0"/>
              <a:pPr/>
              <a:t>13</a:t>
            </a:fld>
            <a:endParaRPr lang="nl-NL" dirty="0"/>
          </a:p>
        </p:txBody>
      </p:sp>
      <p:sp>
        <p:nvSpPr>
          <p:cNvPr id="3" name="object 3"/>
          <p:cNvSpPr/>
          <p:nvPr/>
        </p:nvSpPr>
        <p:spPr>
          <a:xfrm>
            <a:off x="1759298" y="1382844"/>
            <a:ext cx="736080" cy="738318"/>
          </a:xfrm>
          <a:prstGeom prst="rect">
            <a:avLst/>
          </a:prstGeom>
          <a:blipFill>
            <a:blip r:embed="rId2" cstate="print"/>
            <a:stretch>
              <a:fillRect/>
            </a:stretch>
          </a:blipFill>
        </p:spPr>
        <p:txBody>
          <a:bodyPr wrap="square" lIns="0" tIns="0" rIns="0" bIns="0" rtlCol="0"/>
          <a:lstStyle/>
          <a:p>
            <a:endParaRPr sz="2396"/>
          </a:p>
        </p:txBody>
      </p:sp>
      <p:sp>
        <p:nvSpPr>
          <p:cNvPr id="4" name="object 4"/>
          <p:cNvSpPr/>
          <p:nvPr/>
        </p:nvSpPr>
        <p:spPr>
          <a:xfrm>
            <a:off x="4536171" y="3556086"/>
            <a:ext cx="872095" cy="732124"/>
          </a:xfrm>
          <a:prstGeom prst="rect">
            <a:avLst/>
          </a:prstGeom>
          <a:blipFill>
            <a:blip r:embed="rId3" cstate="print"/>
            <a:stretch>
              <a:fillRect/>
            </a:stretch>
          </a:blipFill>
        </p:spPr>
        <p:txBody>
          <a:bodyPr wrap="square" lIns="0" tIns="0" rIns="0" bIns="0" rtlCol="0"/>
          <a:lstStyle/>
          <a:p>
            <a:endParaRPr sz="2396"/>
          </a:p>
        </p:txBody>
      </p:sp>
      <p:sp>
        <p:nvSpPr>
          <p:cNvPr id="5" name="object 5"/>
          <p:cNvSpPr/>
          <p:nvPr/>
        </p:nvSpPr>
        <p:spPr>
          <a:xfrm>
            <a:off x="4698447" y="1387122"/>
            <a:ext cx="575833" cy="735987"/>
          </a:xfrm>
          <a:prstGeom prst="rect">
            <a:avLst/>
          </a:prstGeom>
          <a:blipFill>
            <a:blip r:embed="rId4" cstate="print"/>
            <a:stretch>
              <a:fillRect/>
            </a:stretch>
          </a:blipFill>
        </p:spPr>
        <p:txBody>
          <a:bodyPr wrap="square" lIns="0" tIns="0" rIns="0" bIns="0" rtlCol="0"/>
          <a:lstStyle/>
          <a:p>
            <a:endParaRPr sz="2396"/>
          </a:p>
        </p:txBody>
      </p:sp>
      <p:grpSp>
        <p:nvGrpSpPr>
          <p:cNvPr id="6" name="object 6"/>
          <p:cNvGrpSpPr/>
          <p:nvPr/>
        </p:nvGrpSpPr>
        <p:grpSpPr>
          <a:xfrm>
            <a:off x="7264413" y="3310533"/>
            <a:ext cx="1123722" cy="981701"/>
            <a:chOff x="5449847" y="2923031"/>
            <a:chExt cx="844271" cy="737569"/>
          </a:xfrm>
        </p:grpSpPr>
        <p:sp>
          <p:nvSpPr>
            <p:cNvPr id="7" name="object 7"/>
            <p:cNvSpPr/>
            <p:nvPr/>
          </p:nvSpPr>
          <p:spPr>
            <a:xfrm>
              <a:off x="5449847" y="3081574"/>
              <a:ext cx="582121" cy="579026"/>
            </a:xfrm>
            <a:prstGeom prst="rect">
              <a:avLst/>
            </a:prstGeom>
            <a:blipFill>
              <a:blip r:embed="rId5" cstate="print"/>
              <a:stretch>
                <a:fillRect/>
              </a:stretch>
            </a:blipFill>
          </p:spPr>
          <p:txBody>
            <a:bodyPr wrap="square" lIns="0" tIns="0" rIns="0" bIns="0" rtlCol="0"/>
            <a:lstStyle/>
            <a:p>
              <a:endParaRPr sz="2396"/>
            </a:p>
          </p:txBody>
        </p:sp>
        <p:sp>
          <p:nvSpPr>
            <p:cNvPr id="8" name="object 8"/>
            <p:cNvSpPr/>
            <p:nvPr/>
          </p:nvSpPr>
          <p:spPr>
            <a:xfrm>
              <a:off x="6004558" y="2923031"/>
              <a:ext cx="289560" cy="246887"/>
            </a:xfrm>
            <a:prstGeom prst="rect">
              <a:avLst/>
            </a:prstGeom>
            <a:blipFill>
              <a:blip r:embed="rId6" cstate="print"/>
              <a:stretch>
                <a:fillRect/>
              </a:stretch>
            </a:blipFill>
          </p:spPr>
          <p:txBody>
            <a:bodyPr wrap="square" lIns="0" tIns="0" rIns="0" bIns="0" rtlCol="0"/>
            <a:lstStyle/>
            <a:p>
              <a:endParaRPr sz="2396"/>
            </a:p>
          </p:txBody>
        </p:sp>
      </p:grpSp>
      <p:sp>
        <p:nvSpPr>
          <p:cNvPr id="9" name="object 9"/>
          <p:cNvSpPr/>
          <p:nvPr/>
        </p:nvSpPr>
        <p:spPr>
          <a:xfrm>
            <a:off x="7258342" y="1472226"/>
            <a:ext cx="756528" cy="717769"/>
          </a:xfrm>
          <a:prstGeom prst="rect">
            <a:avLst/>
          </a:prstGeom>
          <a:blipFill>
            <a:blip r:embed="rId7" cstate="print"/>
            <a:stretch>
              <a:fillRect/>
            </a:stretch>
          </a:blipFill>
        </p:spPr>
        <p:txBody>
          <a:bodyPr wrap="square" lIns="0" tIns="0" rIns="0" bIns="0" rtlCol="0"/>
          <a:lstStyle/>
          <a:p>
            <a:endParaRPr sz="2396"/>
          </a:p>
        </p:txBody>
      </p:sp>
      <p:grpSp>
        <p:nvGrpSpPr>
          <p:cNvPr id="10" name="object 10"/>
          <p:cNvGrpSpPr/>
          <p:nvPr/>
        </p:nvGrpSpPr>
        <p:grpSpPr>
          <a:xfrm>
            <a:off x="10140705" y="3341009"/>
            <a:ext cx="779258" cy="950831"/>
            <a:chOff x="7610856" y="2945927"/>
            <a:chExt cx="585470" cy="714375"/>
          </a:xfrm>
        </p:grpSpPr>
        <p:sp>
          <p:nvSpPr>
            <p:cNvPr id="11" name="object 11"/>
            <p:cNvSpPr/>
            <p:nvPr/>
          </p:nvSpPr>
          <p:spPr>
            <a:xfrm>
              <a:off x="7610856" y="2945927"/>
              <a:ext cx="585145" cy="559248"/>
            </a:xfrm>
            <a:prstGeom prst="rect">
              <a:avLst/>
            </a:prstGeom>
            <a:blipFill>
              <a:blip r:embed="rId8" cstate="print"/>
              <a:stretch>
                <a:fillRect/>
              </a:stretch>
            </a:blipFill>
          </p:spPr>
          <p:txBody>
            <a:bodyPr wrap="square" lIns="0" tIns="0" rIns="0" bIns="0" rtlCol="0"/>
            <a:lstStyle/>
            <a:p>
              <a:endParaRPr sz="2396"/>
            </a:p>
          </p:txBody>
        </p:sp>
        <p:sp>
          <p:nvSpPr>
            <p:cNvPr id="12" name="object 12"/>
            <p:cNvSpPr/>
            <p:nvPr/>
          </p:nvSpPr>
          <p:spPr>
            <a:xfrm>
              <a:off x="7626096" y="3515867"/>
              <a:ext cx="76200" cy="144018"/>
            </a:xfrm>
            <a:prstGeom prst="rect">
              <a:avLst/>
            </a:prstGeom>
            <a:blipFill>
              <a:blip r:embed="rId9" cstate="print"/>
              <a:stretch>
                <a:fillRect/>
              </a:stretch>
            </a:blipFill>
          </p:spPr>
          <p:txBody>
            <a:bodyPr wrap="square" lIns="0" tIns="0" rIns="0" bIns="0" rtlCol="0"/>
            <a:lstStyle/>
            <a:p>
              <a:endParaRPr sz="2396"/>
            </a:p>
          </p:txBody>
        </p:sp>
        <p:sp>
          <p:nvSpPr>
            <p:cNvPr id="13" name="object 13"/>
            <p:cNvSpPr/>
            <p:nvPr/>
          </p:nvSpPr>
          <p:spPr>
            <a:xfrm>
              <a:off x="8110728" y="3515867"/>
              <a:ext cx="76200" cy="144018"/>
            </a:xfrm>
            <a:prstGeom prst="rect">
              <a:avLst/>
            </a:prstGeom>
            <a:blipFill>
              <a:blip r:embed="rId9" cstate="print"/>
              <a:stretch>
                <a:fillRect/>
              </a:stretch>
            </a:blipFill>
          </p:spPr>
          <p:txBody>
            <a:bodyPr wrap="square" lIns="0" tIns="0" rIns="0" bIns="0" rtlCol="0"/>
            <a:lstStyle/>
            <a:p>
              <a:endParaRPr sz="2396"/>
            </a:p>
          </p:txBody>
        </p:sp>
      </p:grpSp>
      <p:sp>
        <p:nvSpPr>
          <p:cNvPr id="14" name="object 14"/>
          <p:cNvSpPr/>
          <p:nvPr/>
        </p:nvSpPr>
        <p:spPr>
          <a:xfrm>
            <a:off x="10142810" y="1362557"/>
            <a:ext cx="762542" cy="774831"/>
          </a:xfrm>
          <a:prstGeom prst="rect">
            <a:avLst/>
          </a:prstGeom>
          <a:blipFill>
            <a:blip r:embed="rId10" cstate="print"/>
            <a:stretch>
              <a:fillRect/>
            </a:stretch>
          </a:blipFill>
        </p:spPr>
        <p:txBody>
          <a:bodyPr wrap="square" lIns="0" tIns="0" rIns="0" bIns="0" rtlCol="0"/>
          <a:lstStyle/>
          <a:p>
            <a:endParaRPr sz="2396"/>
          </a:p>
        </p:txBody>
      </p:sp>
      <p:sp>
        <p:nvSpPr>
          <p:cNvPr id="15" name="object 15"/>
          <p:cNvSpPr txBox="1"/>
          <p:nvPr/>
        </p:nvSpPr>
        <p:spPr>
          <a:xfrm>
            <a:off x="827066" y="2111955"/>
            <a:ext cx="2597246" cy="837545"/>
          </a:xfrm>
          <a:prstGeom prst="rect">
            <a:avLst/>
          </a:prstGeom>
        </p:spPr>
        <p:txBody>
          <a:bodyPr vert="horz" wrap="square" lIns="0" tIns="106493" rIns="0" bIns="0" rtlCol="0">
            <a:spAutoFit/>
          </a:bodyPr>
          <a:lstStyle/>
          <a:p>
            <a:pPr marR="75223" algn="ctr">
              <a:spcBef>
                <a:spcPts val="839"/>
              </a:spcBef>
            </a:pPr>
            <a:r>
              <a:rPr sz="1331" u="sng" dirty="0">
                <a:uFill>
                  <a:solidFill>
                    <a:srgbClr val="000000"/>
                  </a:solidFill>
                </a:uFill>
                <a:cs typeface="Georgia"/>
              </a:rPr>
              <a:t>Power</a:t>
            </a:r>
            <a:endParaRPr sz="1331">
              <a:cs typeface="Georgia"/>
            </a:endParaRPr>
          </a:p>
          <a:p>
            <a:pPr algn="ctr">
              <a:spcBef>
                <a:spcPts val="706"/>
              </a:spcBef>
            </a:pPr>
            <a:r>
              <a:rPr sz="1331" dirty="0">
                <a:cs typeface="Georgia"/>
              </a:rPr>
              <a:t>Create </a:t>
            </a:r>
            <a:r>
              <a:rPr sz="1331" spc="-7" dirty="0">
                <a:cs typeface="Georgia"/>
              </a:rPr>
              <a:t>regional electricity</a:t>
            </a:r>
            <a:r>
              <a:rPr sz="1331" spc="-60" dirty="0">
                <a:cs typeface="Georgia"/>
              </a:rPr>
              <a:t> </a:t>
            </a:r>
            <a:r>
              <a:rPr sz="1331" dirty="0">
                <a:cs typeface="Georgia"/>
              </a:rPr>
              <a:t>markets</a:t>
            </a:r>
            <a:endParaRPr sz="1331">
              <a:cs typeface="Georgia"/>
            </a:endParaRPr>
          </a:p>
          <a:p>
            <a:pPr marL="2536" algn="ctr">
              <a:spcBef>
                <a:spcPts val="160"/>
              </a:spcBef>
            </a:pPr>
            <a:r>
              <a:rPr sz="1331" dirty="0">
                <a:cs typeface="Georgia"/>
              </a:rPr>
              <a:t>Adjust power plant</a:t>
            </a:r>
            <a:r>
              <a:rPr sz="1331" spc="-127" dirty="0">
                <a:cs typeface="Georgia"/>
              </a:rPr>
              <a:t> </a:t>
            </a:r>
            <a:r>
              <a:rPr sz="1331" dirty="0">
                <a:cs typeface="Georgia"/>
              </a:rPr>
              <a:t>efficiency</a:t>
            </a:r>
            <a:endParaRPr sz="1331">
              <a:cs typeface="Georgia"/>
            </a:endParaRPr>
          </a:p>
        </p:txBody>
      </p:sp>
      <p:sp>
        <p:nvSpPr>
          <p:cNvPr id="16" name="object 16"/>
          <p:cNvSpPr txBox="1"/>
          <p:nvPr/>
        </p:nvSpPr>
        <p:spPr>
          <a:xfrm>
            <a:off x="3812995" y="2111955"/>
            <a:ext cx="2310727" cy="1035893"/>
          </a:xfrm>
          <a:prstGeom prst="rect">
            <a:avLst/>
          </a:prstGeom>
        </p:spPr>
        <p:txBody>
          <a:bodyPr vert="horz" wrap="square" lIns="0" tIns="106493" rIns="0" bIns="0" rtlCol="0">
            <a:spAutoFit/>
          </a:bodyPr>
          <a:lstStyle/>
          <a:p>
            <a:pPr marL="61700" algn="ctr">
              <a:spcBef>
                <a:spcPts val="839"/>
              </a:spcBef>
            </a:pPr>
            <a:r>
              <a:rPr sz="1331" u="sng" dirty="0">
                <a:uFill>
                  <a:solidFill>
                    <a:srgbClr val="000000"/>
                  </a:solidFill>
                </a:uFill>
                <a:cs typeface="Georgia"/>
              </a:rPr>
              <a:t>Fuels</a:t>
            </a:r>
            <a:endParaRPr sz="1331">
              <a:cs typeface="Georgia"/>
            </a:endParaRPr>
          </a:p>
          <a:p>
            <a:pPr marL="16905" marR="6762" indent="-1690" algn="ctr">
              <a:lnSpc>
                <a:spcPct val="110100"/>
              </a:lnSpc>
              <a:spcBef>
                <a:spcPts val="545"/>
              </a:spcBef>
            </a:pPr>
            <a:r>
              <a:rPr sz="1331" dirty="0">
                <a:cs typeface="Georgia"/>
              </a:rPr>
              <a:t>Create </a:t>
            </a:r>
            <a:r>
              <a:rPr sz="1331" spc="-7" dirty="0">
                <a:cs typeface="Georgia"/>
              </a:rPr>
              <a:t>regional </a:t>
            </a:r>
            <a:r>
              <a:rPr sz="1331" spc="7" dirty="0">
                <a:cs typeface="Georgia"/>
              </a:rPr>
              <a:t>fuel </a:t>
            </a:r>
            <a:r>
              <a:rPr sz="1331" dirty="0">
                <a:cs typeface="Georgia"/>
              </a:rPr>
              <a:t>markets  Add new production</a:t>
            </a:r>
            <a:r>
              <a:rPr sz="1331" spc="-140" dirty="0">
                <a:cs typeface="Georgia"/>
              </a:rPr>
              <a:t> </a:t>
            </a:r>
            <a:r>
              <a:rPr sz="1331" dirty="0">
                <a:cs typeface="Georgia"/>
              </a:rPr>
              <a:t>pathways  </a:t>
            </a:r>
            <a:r>
              <a:rPr sz="1331" spc="7" dirty="0">
                <a:cs typeface="Georgia"/>
              </a:rPr>
              <a:t>(synthetic</a:t>
            </a:r>
            <a:r>
              <a:rPr sz="1331" spc="-113" dirty="0">
                <a:cs typeface="Georgia"/>
              </a:rPr>
              <a:t> </a:t>
            </a:r>
            <a:r>
              <a:rPr sz="1331" spc="7" dirty="0">
                <a:cs typeface="Georgia"/>
              </a:rPr>
              <a:t>fuels)</a:t>
            </a:r>
            <a:endParaRPr sz="1331">
              <a:cs typeface="Georgia"/>
            </a:endParaRPr>
          </a:p>
        </p:txBody>
      </p:sp>
      <p:sp>
        <p:nvSpPr>
          <p:cNvPr id="17" name="object 17"/>
          <p:cNvSpPr txBox="1"/>
          <p:nvPr/>
        </p:nvSpPr>
        <p:spPr>
          <a:xfrm>
            <a:off x="6370807" y="2111955"/>
            <a:ext cx="2601755" cy="823086"/>
          </a:xfrm>
          <a:prstGeom prst="rect">
            <a:avLst/>
          </a:prstGeom>
        </p:spPr>
        <p:txBody>
          <a:bodyPr vert="horz" wrap="square" lIns="0" tIns="106493" rIns="0" bIns="0" rtlCol="0" anchor="t">
            <a:spAutoFit/>
          </a:bodyPr>
          <a:lstStyle/>
          <a:p>
            <a:pPr marL="9525" algn="ctr">
              <a:spcBef>
                <a:spcPts val="839"/>
              </a:spcBef>
            </a:pPr>
            <a:r>
              <a:rPr sz="1331" u="sng" dirty="0">
                <a:uFill>
                  <a:solidFill>
                    <a:srgbClr val="000000"/>
                  </a:solidFill>
                </a:uFill>
                <a:cs typeface="Georgia"/>
              </a:rPr>
              <a:t>Metals</a:t>
            </a:r>
            <a:r>
              <a:rPr sz="1331" u="sng" spc="-53" dirty="0">
                <a:uFill>
                  <a:solidFill>
                    <a:srgbClr val="000000"/>
                  </a:solidFill>
                </a:uFill>
                <a:cs typeface="Georgia"/>
              </a:rPr>
              <a:t> </a:t>
            </a:r>
            <a:r>
              <a:rPr sz="1331" u="sng" spc="-7" dirty="0">
                <a:uFill>
                  <a:solidFill>
                    <a:srgbClr val="000000"/>
                  </a:solidFill>
                </a:uFill>
                <a:cs typeface="Georgia"/>
              </a:rPr>
              <a:t>recycling</a:t>
            </a:r>
            <a:endParaRPr lang="en-US" sz="1331">
              <a:cs typeface="Georgia"/>
            </a:endParaRPr>
          </a:p>
          <a:p>
            <a:pPr algn="ctr"/>
            <a:r>
              <a:rPr lang="en-US" sz="1300" dirty="0">
                <a:solidFill>
                  <a:srgbClr val="000000"/>
                </a:solidFill>
              </a:rPr>
              <a:t>Adjust critical raw materials use</a:t>
            </a:r>
            <a:endParaRPr lang="en-US" dirty="0"/>
          </a:p>
          <a:p>
            <a:pPr algn="ctr">
              <a:spcBef>
                <a:spcPts val="706"/>
              </a:spcBef>
            </a:pPr>
            <a:r>
              <a:rPr sz="1300" dirty="0">
                <a:cs typeface="Georgia"/>
              </a:rPr>
              <a:t>Adjust </a:t>
            </a:r>
            <a:r>
              <a:rPr sz="1300" spc="13" dirty="0">
                <a:cs typeface="Georgia"/>
              </a:rPr>
              <a:t>future </a:t>
            </a:r>
            <a:r>
              <a:rPr sz="1300" spc="-7" dirty="0">
                <a:cs typeface="Georgia"/>
              </a:rPr>
              <a:t>recycled</a:t>
            </a:r>
            <a:r>
              <a:rPr sz="1300" spc="-186" dirty="0">
                <a:cs typeface="Georgia"/>
              </a:rPr>
              <a:t> </a:t>
            </a:r>
            <a:r>
              <a:rPr sz="1300" dirty="0">
                <a:cs typeface="Georgia"/>
              </a:rPr>
              <a:t>content</a:t>
            </a:r>
            <a:endParaRPr/>
          </a:p>
        </p:txBody>
      </p:sp>
      <p:sp>
        <p:nvSpPr>
          <p:cNvPr id="18" name="object 18"/>
          <p:cNvSpPr txBox="1"/>
          <p:nvPr/>
        </p:nvSpPr>
        <p:spPr>
          <a:xfrm>
            <a:off x="9453233" y="2111955"/>
            <a:ext cx="2246495" cy="837545"/>
          </a:xfrm>
          <a:prstGeom prst="rect">
            <a:avLst/>
          </a:prstGeom>
        </p:spPr>
        <p:txBody>
          <a:bodyPr vert="horz" wrap="square" lIns="0" tIns="106493" rIns="0" bIns="0" rtlCol="0">
            <a:spAutoFit/>
          </a:bodyPr>
          <a:lstStyle/>
          <a:p>
            <a:pPr marR="57474" algn="ctr">
              <a:spcBef>
                <a:spcPts val="839"/>
              </a:spcBef>
            </a:pPr>
            <a:r>
              <a:rPr sz="1331" u="sng" dirty="0">
                <a:uFill>
                  <a:solidFill>
                    <a:srgbClr val="000000"/>
                  </a:solidFill>
                </a:uFill>
                <a:cs typeface="Georgia"/>
              </a:rPr>
              <a:t>Hot pollutant</a:t>
            </a:r>
            <a:r>
              <a:rPr sz="1331" u="sng" spc="-152" dirty="0">
                <a:uFill>
                  <a:solidFill>
                    <a:srgbClr val="000000"/>
                  </a:solidFill>
                </a:uFill>
                <a:cs typeface="Georgia"/>
              </a:rPr>
              <a:t> </a:t>
            </a:r>
            <a:r>
              <a:rPr sz="1331" u="sng" dirty="0">
                <a:uFill>
                  <a:solidFill>
                    <a:srgbClr val="000000"/>
                  </a:solidFill>
                </a:uFill>
                <a:cs typeface="Georgia"/>
              </a:rPr>
              <a:t>emissions</a:t>
            </a:r>
            <a:endParaRPr sz="1331">
              <a:cs typeface="Georgia"/>
            </a:endParaRPr>
          </a:p>
          <a:p>
            <a:pPr algn="ctr">
              <a:spcBef>
                <a:spcPts val="706"/>
              </a:spcBef>
            </a:pPr>
            <a:r>
              <a:rPr sz="1331" dirty="0">
                <a:cs typeface="Georgia"/>
              </a:rPr>
              <a:t>Adjust </a:t>
            </a:r>
            <a:r>
              <a:rPr sz="1331" spc="7" dirty="0">
                <a:cs typeface="Georgia"/>
              </a:rPr>
              <a:t>hot </a:t>
            </a:r>
            <a:r>
              <a:rPr sz="1331" dirty="0">
                <a:cs typeface="Georgia"/>
              </a:rPr>
              <a:t>pollutant</a:t>
            </a:r>
            <a:r>
              <a:rPr sz="1331" spc="-166" dirty="0">
                <a:cs typeface="Georgia"/>
              </a:rPr>
              <a:t> </a:t>
            </a:r>
            <a:r>
              <a:rPr sz="1331" spc="-7" dirty="0">
                <a:cs typeface="Georgia"/>
              </a:rPr>
              <a:t>emission</a:t>
            </a:r>
            <a:endParaRPr sz="1331">
              <a:cs typeface="Georgia"/>
            </a:endParaRPr>
          </a:p>
          <a:p>
            <a:pPr algn="ctr">
              <a:spcBef>
                <a:spcPts val="160"/>
              </a:spcBef>
            </a:pPr>
            <a:r>
              <a:rPr sz="1331" spc="7" dirty="0">
                <a:cs typeface="Georgia"/>
              </a:rPr>
              <a:t>from</a:t>
            </a:r>
            <a:r>
              <a:rPr sz="1331" spc="-80" dirty="0">
                <a:cs typeface="Georgia"/>
              </a:rPr>
              <a:t> </a:t>
            </a:r>
            <a:r>
              <a:rPr sz="1331" spc="-7" dirty="0">
                <a:cs typeface="Georgia"/>
              </a:rPr>
              <a:t>GAINS</a:t>
            </a:r>
            <a:endParaRPr sz="1331">
              <a:cs typeface="Georgia"/>
            </a:endParaRPr>
          </a:p>
        </p:txBody>
      </p:sp>
      <p:sp>
        <p:nvSpPr>
          <p:cNvPr id="19" name="object 19"/>
          <p:cNvSpPr txBox="1"/>
          <p:nvPr/>
        </p:nvSpPr>
        <p:spPr>
          <a:xfrm>
            <a:off x="3870464" y="4277133"/>
            <a:ext cx="2135777" cy="812781"/>
          </a:xfrm>
          <a:prstGeom prst="rect">
            <a:avLst/>
          </a:prstGeom>
        </p:spPr>
        <p:txBody>
          <a:bodyPr vert="horz" wrap="square" lIns="0" tIns="94661" rIns="0" bIns="0" rtlCol="0">
            <a:spAutoFit/>
          </a:bodyPr>
          <a:lstStyle/>
          <a:p>
            <a:pPr marL="737866">
              <a:spcBef>
                <a:spcPts val="746"/>
              </a:spcBef>
            </a:pPr>
            <a:r>
              <a:rPr sz="1331" u="sng" dirty="0">
                <a:uFill>
                  <a:solidFill>
                    <a:srgbClr val="000000"/>
                  </a:solidFill>
                </a:uFill>
                <a:cs typeface="Georgia"/>
              </a:rPr>
              <a:t>Transport</a:t>
            </a:r>
            <a:endParaRPr sz="1331">
              <a:cs typeface="Georgia"/>
            </a:endParaRPr>
          </a:p>
          <a:p>
            <a:pPr marL="16905">
              <a:spcBef>
                <a:spcPts val="619"/>
              </a:spcBef>
            </a:pPr>
            <a:r>
              <a:rPr sz="1331" dirty="0">
                <a:cs typeface="Georgia"/>
              </a:rPr>
              <a:t>Create market </a:t>
            </a:r>
            <a:r>
              <a:rPr sz="1331" spc="7" dirty="0">
                <a:cs typeface="Georgia"/>
              </a:rPr>
              <a:t>for</a:t>
            </a:r>
            <a:r>
              <a:rPr sz="1331" spc="-160" dirty="0">
                <a:cs typeface="Georgia"/>
              </a:rPr>
              <a:t> </a:t>
            </a:r>
            <a:r>
              <a:rPr sz="1331" spc="-7" dirty="0">
                <a:cs typeface="Georgia"/>
              </a:rPr>
              <a:t>passenger</a:t>
            </a:r>
            <a:endParaRPr sz="1331">
              <a:cs typeface="Georgia"/>
            </a:endParaRPr>
          </a:p>
          <a:p>
            <a:pPr marL="89592">
              <a:spcBef>
                <a:spcPts val="160"/>
              </a:spcBef>
            </a:pPr>
            <a:r>
              <a:rPr sz="1331" dirty="0">
                <a:cs typeface="Georgia"/>
              </a:rPr>
              <a:t>and freight road</a:t>
            </a:r>
            <a:r>
              <a:rPr sz="1331" spc="-113" dirty="0">
                <a:cs typeface="Georgia"/>
              </a:rPr>
              <a:t> </a:t>
            </a:r>
            <a:r>
              <a:rPr sz="1331" dirty="0">
                <a:cs typeface="Georgia"/>
              </a:rPr>
              <a:t>transport</a:t>
            </a:r>
            <a:endParaRPr sz="1331">
              <a:cs typeface="Georgia"/>
            </a:endParaRPr>
          </a:p>
        </p:txBody>
      </p:sp>
      <p:sp>
        <p:nvSpPr>
          <p:cNvPr id="20" name="object 20"/>
          <p:cNvSpPr txBox="1"/>
          <p:nvPr/>
        </p:nvSpPr>
        <p:spPr>
          <a:xfrm>
            <a:off x="6658891" y="4270054"/>
            <a:ext cx="2115492" cy="1256167"/>
          </a:xfrm>
          <a:prstGeom prst="rect">
            <a:avLst/>
          </a:prstGeom>
        </p:spPr>
        <p:txBody>
          <a:bodyPr vert="horz" wrap="square" lIns="0" tIns="101422" rIns="0" bIns="0" rtlCol="0">
            <a:spAutoFit/>
          </a:bodyPr>
          <a:lstStyle/>
          <a:p>
            <a:pPr marR="153828" algn="ctr">
              <a:spcBef>
                <a:spcPts val="799"/>
              </a:spcBef>
            </a:pPr>
            <a:r>
              <a:rPr sz="1331" u="sng" dirty="0">
                <a:uFill>
                  <a:solidFill>
                    <a:srgbClr val="000000"/>
                  </a:solidFill>
                </a:uFill>
                <a:cs typeface="Georgia"/>
              </a:rPr>
              <a:t>Industry</a:t>
            </a:r>
            <a:endParaRPr sz="1331">
              <a:cs typeface="Georgia"/>
            </a:endParaRPr>
          </a:p>
          <a:p>
            <a:pPr marL="16905" marR="6762" algn="ctr">
              <a:lnSpc>
                <a:spcPct val="110100"/>
              </a:lnSpc>
              <a:spcBef>
                <a:spcPts val="513"/>
              </a:spcBef>
            </a:pPr>
            <a:r>
              <a:rPr sz="1331" dirty="0">
                <a:cs typeface="Georgia"/>
              </a:rPr>
              <a:t>Adjust </a:t>
            </a:r>
            <a:r>
              <a:rPr sz="1331" spc="-7" dirty="0">
                <a:cs typeface="Georgia"/>
              </a:rPr>
              <a:t>efficiency </a:t>
            </a:r>
            <a:r>
              <a:rPr sz="1331" spc="7" dirty="0">
                <a:cs typeface="Georgia"/>
              </a:rPr>
              <a:t>for</a:t>
            </a:r>
            <a:r>
              <a:rPr sz="1331" spc="-173" dirty="0">
                <a:cs typeface="Georgia"/>
              </a:rPr>
              <a:t> </a:t>
            </a:r>
            <a:r>
              <a:rPr sz="1331" dirty="0">
                <a:cs typeface="Georgia"/>
              </a:rPr>
              <a:t>cement  and steel production </a:t>
            </a:r>
            <a:r>
              <a:rPr sz="1331" spc="7" dirty="0">
                <a:cs typeface="Georgia"/>
              </a:rPr>
              <a:t>(fuel  </a:t>
            </a:r>
            <a:r>
              <a:rPr sz="1331" dirty="0">
                <a:cs typeface="Georgia"/>
              </a:rPr>
              <a:t>mix, </a:t>
            </a:r>
            <a:r>
              <a:rPr sz="1331" spc="-7" dirty="0">
                <a:cs typeface="Georgia"/>
              </a:rPr>
              <a:t>process </a:t>
            </a:r>
            <a:r>
              <a:rPr sz="1331" dirty="0">
                <a:cs typeface="Georgia"/>
              </a:rPr>
              <a:t>efficiency,  material composition,</a:t>
            </a:r>
            <a:r>
              <a:rPr sz="1331" spc="-180" dirty="0">
                <a:cs typeface="Georgia"/>
              </a:rPr>
              <a:t> </a:t>
            </a:r>
            <a:r>
              <a:rPr sz="1331" spc="-7" dirty="0">
                <a:cs typeface="Georgia"/>
              </a:rPr>
              <a:t>etc.)</a:t>
            </a:r>
            <a:endParaRPr sz="1331">
              <a:cs typeface="Georgia"/>
            </a:endParaRPr>
          </a:p>
        </p:txBody>
      </p:sp>
      <p:sp>
        <p:nvSpPr>
          <p:cNvPr id="21" name="object 21"/>
          <p:cNvSpPr txBox="1"/>
          <p:nvPr/>
        </p:nvSpPr>
        <p:spPr>
          <a:xfrm>
            <a:off x="9489238" y="4277133"/>
            <a:ext cx="2095208" cy="812781"/>
          </a:xfrm>
          <a:prstGeom prst="rect">
            <a:avLst/>
          </a:prstGeom>
        </p:spPr>
        <p:txBody>
          <a:bodyPr vert="horz" wrap="square" lIns="0" tIns="94661" rIns="0" bIns="0" rtlCol="0">
            <a:spAutoFit/>
          </a:bodyPr>
          <a:lstStyle/>
          <a:p>
            <a:pPr algn="ctr">
              <a:spcBef>
                <a:spcPts val="746"/>
              </a:spcBef>
            </a:pPr>
            <a:r>
              <a:rPr sz="1331" u="sng" dirty="0">
                <a:uFill>
                  <a:solidFill>
                    <a:srgbClr val="000000"/>
                  </a:solidFill>
                </a:uFill>
                <a:cs typeface="Georgia"/>
              </a:rPr>
              <a:t>Carbon capture and</a:t>
            </a:r>
            <a:r>
              <a:rPr sz="1331" u="sng" spc="-213" dirty="0">
                <a:uFill>
                  <a:solidFill>
                    <a:srgbClr val="000000"/>
                  </a:solidFill>
                </a:uFill>
                <a:cs typeface="Georgia"/>
              </a:rPr>
              <a:t> </a:t>
            </a:r>
            <a:r>
              <a:rPr sz="1331" u="sng" dirty="0">
                <a:uFill>
                  <a:solidFill>
                    <a:srgbClr val="000000"/>
                  </a:solidFill>
                </a:uFill>
                <a:cs typeface="Georgia"/>
              </a:rPr>
              <a:t>storage</a:t>
            </a:r>
            <a:endParaRPr sz="1331">
              <a:cs typeface="Georgia"/>
            </a:endParaRPr>
          </a:p>
          <a:p>
            <a:pPr marL="3381" algn="ctr">
              <a:spcBef>
                <a:spcPts val="619"/>
              </a:spcBef>
            </a:pPr>
            <a:r>
              <a:rPr sz="1331" dirty="0">
                <a:cs typeface="Georgia"/>
              </a:rPr>
              <a:t>Add carbon capture</a:t>
            </a:r>
            <a:r>
              <a:rPr sz="1331" spc="-180" dirty="0">
                <a:cs typeface="Georgia"/>
              </a:rPr>
              <a:t> </a:t>
            </a:r>
            <a:r>
              <a:rPr sz="1331" dirty="0">
                <a:cs typeface="Georgia"/>
              </a:rPr>
              <a:t>and</a:t>
            </a:r>
            <a:endParaRPr sz="1331">
              <a:cs typeface="Georgia"/>
            </a:endParaRPr>
          </a:p>
          <a:p>
            <a:pPr algn="ctr">
              <a:spcBef>
                <a:spcPts val="160"/>
              </a:spcBef>
            </a:pPr>
            <a:r>
              <a:rPr sz="1331" dirty="0">
                <a:cs typeface="Georgia"/>
              </a:rPr>
              <a:t>storage where</a:t>
            </a:r>
            <a:r>
              <a:rPr sz="1331" spc="-47" dirty="0">
                <a:cs typeface="Georgia"/>
              </a:rPr>
              <a:t> </a:t>
            </a:r>
            <a:r>
              <a:rPr sz="1331" spc="-7" dirty="0">
                <a:cs typeface="Georgia"/>
              </a:rPr>
              <a:t>needed</a:t>
            </a:r>
            <a:endParaRPr sz="1331">
              <a:cs typeface="Georgia"/>
            </a:endParaRPr>
          </a:p>
        </p:txBody>
      </p:sp>
      <p:sp>
        <p:nvSpPr>
          <p:cNvPr id="22" name="object 22"/>
          <p:cNvSpPr/>
          <p:nvPr/>
        </p:nvSpPr>
        <p:spPr>
          <a:xfrm>
            <a:off x="1767441" y="3513378"/>
            <a:ext cx="734101" cy="784957"/>
          </a:xfrm>
          <a:prstGeom prst="rect">
            <a:avLst/>
          </a:prstGeom>
          <a:blipFill>
            <a:blip r:embed="rId11" cstate="print"/>
            <a:stretch>
              <a:fillRect/>
            </a:stretch>
          </a:blipFill>
        </p:spPr>
        <p:txBody>
          <a:bodyPr wrap="square" lIns="0" tIns="0" rIns="0" bIns="0" rtlCol="0"/>
          <a:lstStyle/>
          <a:p>
            <a:endParaRPr sz="2396"/>
          </a:p>
        </p:txBody>
      </p:sp>
      <p:sp>
        <p:nvSpPr>
          <p:cNvPr id="23" name="object 23"/>
          <p:cNvSpPr txBox="1"/>
          <p:nvPr/>
        </p:nvSpPr>
        <p:spPr>
          <a:xfrm>
            <a:off x="831122" y="4192703"/>
            <a:ext cx="2588794" cy="878823"/>
          </a:xfrm>
          <a:prstGeom prst="rect">
            <a:avLst/>
          </a:prstGeom>
        </p:spPr>
        <p:txBody>
          <a:bodyPr vert="horz" wrap="square" lIns="0" tIns="136074" rIns="0" bIns="0" rtlCol="0">
            <a:spAutoFit/>
          </a:bodyPr>
          <a:lstStyle/>
          <a:p>
            <a:pPr marL="803792">
              <a:spcBef>
                <a:spcPts val="1071"/>
              </a:spcBef>
            </a:pPr>
            <a:r>
              <a:rPr sz="1331" u="sng" spc="-7" dirty="0">
                <a:uFill>
                  <a:solidFill>
                    <a:srgbClr val="000000"/>
                  </a:solidFill>
                </a:uFill>
                <a:cs typeface="Georgia"/>
              </a:rPr>
              <a:t>Renewables</a:t>
            </a:r>
            <a:endParaRPr sz="1331">
              <a:cs typeface="Georgia"/>
            </a:endParaRPr>
          </a:p>
          <a:p>
            <a:pPr marL="937334" marR="6762" indent="-921275">
              <a:lnSpc>
                <a:spcPct val="110000"/>
              </a:lnSpc>
              <a:spcBef>
                <a:spcPts val="779"/>
              </a:spcBef>
            </a:pPr>
            <a:r>
              <a:rPr sz="1331" dirty="0">
                <a:cs typeface="Georgia"/>
              </a:rPr>
              <a:t>Adjust solar </a:t>
            </a:r>
            <a:r>
              <a:rPr sz="1331" spc="7" dirty="0">
                <a:cs typeface="Georgia"/>
              </a:rPr>
              <a:t>PV </a:t>
            </a:r>
            <a:r>
              <a:rPr sz="1331" dirty="0">
                <a:cs typeface="Georgia"/>
              </a:rPr>
              <a:t>and wind</a:t>
            </a:r>
            <a:r>
              <a:rPr sz="1331" spc="-220" dirty="0">
                <a:cs typeface="Georgia"/>
              </a:rPr>
              <a:t> </a:t>
            </a:r>
            <a:r>
              <a:rPr sz="1331" dirty="0">
                <a:cs typeface="Georgia"/>
              </a:rPr>
              <a:t>turbines  </a:t>
            </a:r>
            <a:r>
              <a:rPr sz="1331" spc="-7" dirty="0">
                <a:cs typeface="Georgia"/>
              </a:rPr>
              <a:t>efficiency</a:t>
            </a:r>
            <a:endParaRPr sz="1331">
              <a:cs typeface="Georgia"/>
            </a:endParaRPr>
          </a:p>
        </p:txBody>
      </p:sp>
      <p:sp>
        <p:nvSpPr>
          <p:cNvPr id="24" name="object 24"/>
          <p:cNvSpPr/>
          <p:nvPr/>
        </p:nvSpPr>
        <p:spPr>
          <a:xfrm>
            <a:off x="2519830" y="1182087"/>
            <a:ext cx="369240" cy="312302"/>
          </a:xfrm>
          <a:prstGeom prst="rect">
            <a:avLst/>
          </a:prstGeom>
          <a:blipFill>
            <a:blip r:embed="rId12" cstate="print"/>
            <a:stretch>
              <a:fillRect/>
            </a:stretch>
          </a:blipFill>
        </p:spPr>
        <p:txBody>
          <a:bodyPr wrap="square" lIns="0" tIns="0" rIns="0" bIns="0" rtlCol="0"/>
          <a:lstStyle/>
          <a:p>
            <a:endParaRPr sz="2396"/>
          </a:p>
        </p:txBody>
      </p:sp>
      <p:sp>
        <p:nvSpPr>
          <p:cNvPr id="26" name="object 26"/>
          <p:cNvSpPr/>
          <p:nvPr/>
        </p:nvSpPr>
        <p:spPr>
          <a:xfrm>
            <a:off x="10745179" y="3310535"/>
            <a:ext cx="381345" cy="328606"/>
          </a:xfrm>
          <a:prstGeom prst="rect">
            <a:avLst/>
          </a:prstGeom>
          <a:blipFill>
            <a:blip r:embed="rId6" cstate="print"/>
            <a:stretch>
              <a:fillRect/>
            </a:stretch>
          </a:blipFill>
        </p:spPr>
        <p:txBody>
          <a:bodyPr wrap="square" lIns="0" tIns="0" rIns="0" bIns="0" rtlCol="0"/>
          <a:lstStyle/>
          <a:p>
            <a:endParaRPr sz="2396"/>
          </a:p>
        </p:txBody>
      </p:sp>
      <p:sp>
        <p:nvSpPr>
          <p:cNvPr id="34" name="object 24">
            <a:extLst>
              <a:ext uri="{FF2B5EF4-FFF2-40B4-BE49-F238E27FC236}">
                <a16:creationId xmlns:a16="http://schemas.microsoft.com/office/drawing/2014/main" id="{C394F6F3-DEF6-448A-AFF0-391C446B8C6C}"/>
              </a:ext>
            </a:extLst>
          </p:cNvPr>
          <p:cNvSpPr/>
          <p:nvPr/>
        </p:nvSpPr>
        <p:spPr>
          <a:xfrm>
            <a:off x="5329760" y="1182087"/>
            <a:ext cx="369240" cy="312302"/>
          </a:xfrm>
          <a:prstGeom prst="rect">
            <a:avLst/>
          </a:prstGeom>
          <a:blipFill>
            <a:blip r:embed="rId12" cstate="print"/>
            <a:stretch>
              <a:fillRect/>
            </a:stretch>
          </a:blipFill>
        </p:spPr>
        <p:txBody>
          <a:bodyPr wrap="square" lIns="0" tIns="0" rIns="0" bIns="0" rtlCol="0"/>
          <a:lstStyle/>
          <a:p>
            <a:endParaRPr sz="2396"/>
          </a:p>
        </p:txBody>
      </p:sp>
      <p:sp>
        <p:nvSpPr>
          <p:cNvPr id="36" name="object 31">
            <a:extLst>
              <a:ext uri="{FF2B5EF4-FFF2-40B4-BE49-F238E27FC236}">
                <a16:creationId xmlns:a16="http://schemas.microsoft.com/office/drawing/2014/main" id="{A00611A3-8B9B-437C-A3C4-892EA8508428}"/>
              </a:ext>
            </a:extLst>
          </p:cNvPr>
          <p:cNvSpPr/>
          <p:nvPr/>
        </p:nvSpPr>
        <p:spPr>
          <a:xfrm>
            <a:off x="2469068" y="3184773"/>
            <a:ext cx="580641" cy="580641"/>
          </a:xfrm>
          <a:custGeom>
            <a:avLst/>
            <a:gdLst/>
            <a:ahLst/>
            <a:cxnLst/>
            <a:rect l="l" t="t" r="r" b="b"/>
            <a:pathLst>
              <a:path w="436245" h="436245">
                <a:moveTo>
                  <a:pt x="217932" y="0"/>
                </a:moveTo>
                <a:lnTo>
                  <a:pt x="167951" y="5753"/>
                </a:lnTo>
                <a:lnTo>
                  <a:pt x="122075" y="22144"/>
                </a:lnTo>
                <a:lnTo>
                  <a:pt x="81611" y="47866"/>
                </a:lnTo>
                <a:lnTo>
                  <a:pt x="47866" y="81611"/>
                </a:lnTo>
                <a:lnTo>
                  <a:pt x="22144" y="122075"/>
                </a:lnTo>
                <a:lnTo>
                  <a:pt x="5753" y="167951"/>
                </a:lnTo>
                <a:lnTo>
                  <a:pt x="0" y="217931"/>
                </a:lnTo>
                <a:lnTo>
                  <a:pt x="5753" y="267912"/>
                </a:lnTo>
                <a:lnTo>
                  <a:pt x="22144" y="313788"/>
                </a:lnTo>
                <a:lnTo>
                  <a:pt x="47866" y="354252"/>
                </a:lnTo>
                <a:lnTo>
                  <a:pt x="81611" y="387997"/>
                </a:lnTo>
                <a:lnTo>
                  <a:pt x="122075" y="413719"/>
                </a:lnTo>
                <a:lnTo>
                  <a:pt x="167951" y="430110"/>
                </a:lnTo>
                <a:lnTo>
                  <a:pt x="217932" y="435863"/>
                </a:lnTo>
                <a:lnTo>
                  <a:pt x="267912" y="430110"/>
                </a:lnTo>
                <a:lnTo>
                  <a:pt x="313788" y="413719"/>
                </a:lnTo>
                <a:lnTo>
                  <a:pt x="354252" y="387997"/>
                </a:lnTo>
                <a:lnTo>
                  <a:pt x="387997" y="354252"/>
                </a:lnTo>
                <a:lnTo>
                  <a:pt x="413719" y="313788"/>
                </a:lnTo>
                <a:lnTo>
                  <a:pt x="430110" y="267912"/>
                </a:lnTo>
                <a:lnTo>
                  <a:pt x="435864" y="217931"/>
                </a:lnTo>
                <a:lnTo>
                  <a:pt x="430110" y="167951"/>
                </a:lnTo>
                <a:lnTo>
                  <a:pt x="413719" y="122075"/>
                </a:lnTo>
                <a:lnTo>
                  <a:pt x="387997" y="81611"/>
                </a:lnTo>
                <a:lnTo>
                  <a:pt x="354252" y="47866"/>
                </a:lnTo>
                <a:lnTo>
                  <a:pt x="313788" y="22144"/>
                </a:lnTo>
                <a:lnTo>
                  <a:pt x="267912" y="5753"/>
                </a:lnTo>
                <a:lnTo>
                  <a:pt x="217932" y="0"/>
                </a:lnTo>
                <a:close/>
              </a:path>
            </a:pathLst>
          </a:custGeom>
          <a:solidFill>
            <a:srgbClr val="E4E4E4"/>
          </a:solidFill>
        </p:spPr>
        <p:txBody>
          <a:bodyPr wrap="square" lIns="0" tIns="0" rIns="0" bIns="0" rtlCol="0"/>
          <a:lstStyle/>
          <a:p>
            <a:endParaRPr sz="2396"/>
          </a:p>
        </p:txBody>
      </p:sp>
      <p:sp>
        <p:nvSpPr>
          <p:cNvPr id="37" name="object 32">
            <a:extLst>
              <a:ext uri="{FF2B5EF4-FFF2-40B4-BE49-F238E27FC236}">
                <a16:creationId xmlns:a16="http://schemas.microsoft.com/office/drawing/2014/main" id="{28B575FC-3F58-4D28-B4F2-D4EB4F80F51D}"/>
              </a:ext>
            </a:extLst>
          </p:cNvPr>
          <p:cNvSpPr txBox="1"/>
          <p:nvPr/>
        </p:nvSpPr>
        <p:spPr>
          <a:xfrm>
            <a:off x="2557643" y="3245727"/>
            <a:ext cx="409068" cy="243251"/>
          </a:xfrm>
          <a:prstGeom prst="rect">
            <a:avLst/>
          </a:prstGeom>
        </p:spPr>
        <p:txBody>
          <a:bodyPr vert="horz" wrap="square" lIns="0" tIns="17749" rIns="0" bIns="0" rtlCol="0">
            <a:spAutoFit/>
          </a:bodyPr>
          <a:lstStyle/>
          <a:p>
            <a:pPr marL="16905">
              <a:spcBef>
                <a:spcPts val="140"/>
              </a:spcBef>
            </a:pPr>
            <a:r>
              <a:rPr sz="1464" spc="-20" dirty="0">
                <a:cs typeface="Georgia"/>
              </a:rPr>
              <a:t>8</a:t>
            </a:r>
            <a:r>
              <a:rPr sz="1464" spc="-13" dirty="0">
                <a:cs typeface="Georgia"/>
              </a:rPr>
              <a:t>0%</a:t>
            </a:r>
            <a:endParaRPr sz="1464" dirty="0">
              <a:cs typeface="Georgia"/>
            </a:endParaRPr>
          </a:p>
        </p:txBody>
      </p:sp>
      <p:sp>
        <p:nvSpPr>
          <p:cNvPr id="27" name="object 24">
            <a:extLst>
              <a:ext uri="{FF2B5EF4-FFF2-40B4-BE49-F238E27FC236}">
                <a16:creationId xmlns:a16="http://schemas.microsoft.com/office/drawing/2014/main" id="{3ADB5E60-AB2F-082B-7A6A-7AA034E20FD2}"/>
              </a:ext>
            </a:extLst>
          </p:cNvPr>
          <p:cNvSpPr/>
          <p:nvPr/>
        </p:nvSpPr>
        <p:spPr>
          <a:xfrm>
            <a:off x="10772849" y="1182087"/>
            <a:ext cx="369240" cy="312302"/>
          </a:xfrm>
          <a:prstGeom prst="rect">
            <a:avLst/>
          </a:prstGeom>
          <a:blipFill>
            <a:blip r:embed="rId12" cstate="print"/>
            <a:stretch>
              <a:fillRect/>
            </a:stretch>
          </a:blipFill>
        </p:spPr>
        <p:txBody>
          <a:bodyPr wrap="square" lIns="0" tIns="0" rIns="0" bIns="0" rtlCol="0"/>
          <a:lstStyle/>
          <a:p>
            <a:endParaRPr sz="2396"/>
          </a:p>
        </p:txBody>
      </p:sp>
      <p:sp>
        <p:nvSpPr>
          <p:cNvPr id="25" name="object 31">
            <a:extLst>
              <a:ext uri="{FF2B5EF4-FFF2-40B4-BE49-F238E27FC236}">
                <a16:creationId xmlns:a16="http://schemas.microsoft.com/office/drawing/2014/main" id="{183ED965-16BA-EF81-55A7-163E39AE5BF1}"/>
              </a:ext>
            </a:extLst>
          </p:cNvPr>
          <p:cNvSpPr/>
          <p:nvPr/>
        </p:nvSpPr>
        <p:spPr>
          <a:xfrm>
            <a:off x="7797813" y="1135256"/>
            <a:ext cx="580641" cy="580641"/>
          </a:xfrm>
          <a:custGeom>
            <a:avLst/>
            <a:gdLst/>
            <a:ahLst/>
            <a:cxnLst/>
            <a:rect l="l" t="t" r="r" b="b"/>
            <a:pathLst>
              <a:path w="436245" h="436245">
                <a:moveTo>
                  <a:pt x="217932" y="0"/>
                </a:moveTo>
                <a:lnTo>
                  <a:pt x="167951" y="5753"/>
                </a:lnTo>
                <a:lnTo>
                  <a:pt x="122075" y="22144"/>
                </a:lnTo>
                <a:lnTo>
                  <a:pt x="81611" y="47866"/>
                </a:lnTo>
                <a:lnTo>
                  <a:pt x="47866" y="81611"/>
                </a:lnTo>
                <a:lnTo>
                  <a:pt x="22144" y="122075"/>
                </a:lnTo>
                <a:lnTo>
                  <a:pt x="5753" y="167951"/>
                </a:lnTo>
                <a:lnTo>
                  <a:pt x="0" y="217931"/>
                </a:lnTo>
                <a:lnTo>
                  <a:pt x="5753" y="267912"/>
                </a:lnTo>
                <a:lnTo>
                  <a:pt x="22144" y="313788"/>
                </a:lnTo>
                <a:lnTo>
                  <a:pt x="47866" y="354252"/>
                </a:lnTo>
                <a:lnTo>
                  <a:pt x="81611" y="387997"/>
                </a:lnTo>
                <a:lnTo>
                  <a:pt x="122075" y="413719"/>
                </a:lnTo>
                <a:lnTo>
                  <a:pt x="167951" y="430110"/>
                </a:lnTo>
                <a:lnTo>
                  <a:pt x="217932" y="435863"/>
                </a:lnTo>
                <a:lnTo>
                  <a:pt x="267912" y="430110"/>
                </a:lnTo>
                <a:lnTo>
                  <a:pt x="313788" y="413719"/>
                </a:lnTo>
                <a:lnTo>
                  <a:pt x="354252" y="387997"/>
                </a:lnTo>
                <a:lnTo>
                  <a:pt x="387997" y="354252"/>
                </a:lnTo>
                <a:lnTo>
                  <a:pt x="413719" y="313788"/>
                </a:lnTo>
                <a:lnTo>
                  <a:pt x="430110" y="267912"/>
                </a:lnTo>
                <a:lnTo>
                  <a:pt x="435864" y="217931"/>
                </a:lnTo>
                <a:lnTo>
                  <a:pt x="430110" y="167951"/>
                </a:lnTo>
                <a:lnTo>
                  <a:pt x="413719" y="122075"/>
                </a:lnTo>
                <a:lnTo>
                  <a:pt x="387997" y="81611"/>
                </a:lnTo>
                <a:lnTo>
                  <a:pt x="354252" y="47866"/>
                </a:lnTo>
                <a:lnTo>
                  <a:pt x="313788" y="22144"/>
                </a:lnTo>
                <a:lnTo>
                  <a:pt x="267912" y="5753"/>
                </a:lnTo>
                <a:lnTo>
                  <a:pt x="217932" y="0"/>
                </a:lnTo>
                <a:close/>
              </a:path>
            </a:pathLst>
          </a:custGeom>
          <a:solidFill>
            <a:srgbClr val="E4E4E4"/>
          </a:solidFill>
        </p:spPr>
        <p:txBody>
          <a:bodyPr wrap="square" lIns="0" tIns="0" rIns="0" bIns="0" rtlCol="0" anchor="ctr"/>
          <a:lstStyle/>
          <a:p>
            <a:pPr algn="ctr"/>
            <a:r>
              <a:rPr lang="fr-CH" sz="1200" dirty="0" err="1"/>
              <a:t>ongoing</a:t>
            </a:r>
            <a:endParaRPr sz="1200" dirty="0"/>
          </a:p>
        </p:txBody>
      </p:sp>
      <p:sp>
        <p:nvSpPr>
          <p:cNvPr id="29" name="object 8">
            <a:extLst>
              <a:ext uri="{FF2B5EF4-FFF2-40B4-BE49-F238E27FC236}">
                <a16:creationId xmlns:a16="http://schemas.microsoft.com/office/drawing/2014/main" id="{09D9AD3B-2895-480B-DA5F-C4A7595A0B8A}"/>
              </a:ext>
            </a:extLst>
          </p:cNvPr>
          <p:cNvSpPr/>
          <p:nvPr/>
        </p:nvSpPr>
        <p:spPr>
          <a:xfrm>
            <a:off x="5409845" y="3322015"/>
            <a:ext cx="385403" cy="328605"/>
          </a:xfrm>
          <a:prstGeom prst="rect">
            <a:avLst/>
          </a:prstGeom>
          <a:blipFill>
            <a:blip r:embed="rId6" cstate="print"/>
            <a:stretch>
              <a:fillRect/>
            </a:stretch>
          </a:blipFill>
        </p:spPr>
        <p:txBody>
          <a:bodyPr wrap="square" lIns="0" tIns="0" rIns="0" bIns="0" rtlCol="0"/>
          <a:lstStyle/>
          <a:p>
            <a:endParaRPr sz="2396"/>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6877" y="386152"/>
            <a:ext cx="11510008" cy="492443"/>
          </a:xfrm>
        </p:spPr>
        <p:txBody>
          <a:bodyPr>
            <a:normAutofit/>
          </a:bodyPr>
          <a:lstStyle/>
          <a:p>
            <a:r>
              <a:rPr lang="es-ES" sz="2000" b="1" dirty="0"/>
              <a:t>Ejemplo de transformación ESPECÍFICA por SECTOR: generación de energía</a:t>
            </a:r>
            <a:endParaRPr lang="en-US" sz="2000" dirty="0"/>
          </a:p>
        </p:txBody>
      </p:sp>
      <p:sp>
        <p:nvSpPr>
          <p:cNvPr id="20" name="Slide Number Placeholder 19">
            <a:extLst>
              <a:ext uri="{FF2B5EF4-FFF2-40B4-BE49-F238E27FC236}">
                <a16:creationId xmlns:a16="http://schemas.microsoft.com/office/drawing/2014/main" id="{3670E019-872F-95D3-8ED5-A3966A568060}"/>
              </a:ext>
            </a:extLst>
          </p:cNvPr>
          <p:cNvSpPr>
            <a:spLocks noGrp="1"/>
          </p:cNvSpPr>
          <p:nvPr>
            <p:ph type="sldNum" sz="quarter" idx="19"/>
          </p:nvPr>
        </p:nvSpPr>
        <p:spPr/>
        <p:txBody>
          <a:bodyPr/>
          <a:lstStyle/>
          <a:p>
            <a:fld id="{5EE7099E-8998-4851-915A-4F4831808297}" type="slidenum">
              <a:rPr lang="nl-NL" smtClean="0">
                <a:latin typeface="Calibri" panose="020F0502020204030204" pitchFamily="34" charset="0"/>
                <a:cs typeface="Calibri" panose="020F0502020204030204" pitchFamily="34" charset="0"/>
              </a:rPr>
              <a:pPr/>
              <a:t>14</a:t>
            </a:fld>
            <a:endParaRPr lang="nl-NL">
              <a:latin typeface="Calibri" panose="020F0502020204030204" pitchFamily="34" charset="0"/>
              <a:cs typeface="Calibri" panose="020F0502020204030204" pitchFamily="34" charset="0"/>
            </a:endParaRPr>
          </a:p>
        </p:txBody>
      </p:sp>
      <p:sp>
        <p:nvSpPr>
          <p:cNvPr id="7" name="Title 1">
            <a:extLst>
              <a:ext uri="{FF2B5EF4-FFF2-40B4-BE49-F238E27FC236}">
                <a16:creationId xmlns:a16="http://schemas.microsoft.com/office/drawing/2014/main" id="{6B5A22B0-C7BF-B8D6-6717-BADD5D49201A}"/>
              </a:ext>
            </a:extLst>
          </p:cNvPr>
          <p:cNvSpPr txBox="1">
            <a:spLocks/>
          </p:cNvSpPr>
          <p:nvPr/>
        </p:nvSpPr>
        <p:spPr>
          <a:xfrm>
            <a:off x="2405393" y="1214672"/>
            <a:ext cx="1217697" cy="245901"/>
          </a:xfrm>
          <a:prstGeom prst="rect">
            <a:avLst/>
          </a:prstGeom>
        </p:spPr>
        <p:txBody>
          <a:bodyPr wrap="square" lIns="0" tIns="0" rIns="0" bIns="0">
            <a:spAutoFit/>
          </a:bodyPr>
          <a:lstStyle>
            <a:lvl1pPr>
              <a:defRPr sz="2400" b="0" i="0">
                <a:solidFill>
                  <a:srgbClr val="686868"/>
                </a:solidFill>
                <a:latin typeface="Georgia"/>
                <a:ea typeface="+mj-ea"/>
                <a:cs typeface="Georgia"/>
              </a:defRPr>
            </a:lvl1pPr>
          </a:lstStyle>
          <a:p>
            <a:r>
              <a:rPr lang="en-US" sz="1598" u="sng" kern="0" dirty="0">
                <a:latin typeface="Calibri" panose="020F0502020204030204" pitchFamily="34" charset="0"/>
                <a:cs typeface="Calibri" panose="020F0502020204030204" pitchFamily="34" charset="0"/>
              </a:rPr>
              <a:t>Efficiency</a:t>
            </a:r>
          </a:p>
        </p:txBody>
      </p:sp>
      <p:grpSp>
        <p:nvGrpSpPr>
          <p:cNvPr id="8" name="Group 7">
            <a:extLst>
              <a:ext uri="{FF2B5EF4-FFF2-40B4-BE49-F238E27FC236}">
                <a16:creationId xmlns:a16="http://schemas.microsoft.com/office/drawing/2014/main" id="{E21E96E5-D934-0848-1EDF-66C54433F4FC}"/>
              </a:ext>
            </a:extLst>
          </p:cNvPr>
          <p:cNvGrpSpPr/>
          <p:nvPr/>
        </p:nvGrpSpPr>
        <p:grpSpPr>
          <a:xfrm>
            <a:off x="2374355" y="1620572"/>
            <a:ext cx="1921729" cy="993932"/>
            <a:chOff x="461683" y="1736725"/>
            <a:chExt cx="1443076" cy="746369"/>
          </a:xfrm>
        </p:grpSpPr>
        <p:cxnSp>
          <p:nvCxnSpPr>
            <p:cNvPr id="9" name="Straight Connector 8">
              <a:extLst>
                <a:ext uri="{FF2B5EF4-FFF2-40B4-BE49-F238E27FC236}">
                  <a16:creationId xmlns:a16="http://schemas.microsoft.com/office/drawing/2014/main" id="{ED729D0F-A8C6-DA0D-C9AF-215879F7673E}"/>
                </a:ext>
              </a:extLst>
            </p:cNvPr>
            <p:cNvCxnSpPr/>
            <p:nvPr/>
          </p:nvCxnSpPr>
          <p:spPr>
            <a:xfrm>
              <a:off x="838200" y="1736725"/>
              <a:ext cx="0" cy="533400"/>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0D33EC46-99A6-E930-060C-9F21443BF915}"/>
                </a:ext>
              </a:extLst>
            </p:cNvPr>
            <p:cNvCxnSpPr/>
            <p:nvPr/>
          </p:nvCxnSpPr>
          <p:spPr>
            <a:xfrm flipH="1">
              <a:off x="838200" y="2270125"/>
              <a:ext cx="990600" cy="0"/>
            </a:xfrm>
            <a:prstGeom prst="line">
              <a:avLst/>
            </a:prstGeom>
          </p:spPr>
          <p:style>
            <a:lnRef idx="1">
              <a:schemeClr val="dk1"/>
            </a:lnRef>
            <a:fillRef idx="0">
              <a:schemeClr val="dk1"/>
            </a:fillRef>
            <a:effectRef idx="0">
              <a:schemeClr val="dk1"/>
            </a:effectRef>
            <a:fontRef idx="minor">
              <a:schemeClr val="tx1"/>
            </a:fontRef>
          </p:style>
        </p:cxnSp>
        <p:sp>
          <p:nvSpPr>
            <p:cNvPr id="11" name="Freeform 10">
              <a:extLst>
                <a:ext uri="{FF2B5EF4-FFF2-40B4-BE49-F238E27FC236}">
                  <a16:creationId xmlns:a16="http://schemas.microsoft.com/office/drawing/2014/main" id="{7717AE56-423C-9E27-A0F0-D77BBD08631C}"/>
                </a:ext>
              </a:extLst>
            </p:cNvPr>
            <p:cNvSpPr/>
            <p:nvPr/>
          </p:nvSpPr>
          <p:spPr>
            <a:xfrm>
              <a:off x="871369" y="1828800"/>
              <a:ext cx="892885" cy="312666"/>
            </a:xfrm>
            <a:custGeom>
              <a:avLst/>
              <a:gdLst>
                <a:gd name="connsiteX0" fmla="*/ 0 w 892885"/>
                <a:gd name="connsiteY0" fmla="*/ 311972 h 312666"/>
                <a:gd name="connsiteX1" fmla="*/ 172123 w 892885"/>
                <a:gd name="connsiteY1" fmla="*/ 295835 h 312666"/>
                <a:gd name="connsiteX2" fmla="*/ 301215 w 892885"/>
                <a:gd name="connsiteY2" fmla="*/ 199016 h 312666"/>
                <a:gd name="connsiteX3" fmla="*/ 419549 w 892885"/>
                <a:gd name="connsiteY3" fmla="*/ 172122 h 312666"/>
                <a:gd name="connsiteX4" fmla="*/ 607807 w 892885"/>
                <a:gd name="connsiteY4" fmla="*/ 80682 h 312666"/>
                <a:gd name="connsiteX5" fmla="*/ 779930 w 892885"/>
                <a:gd name="connsiteY5" fmla="*/ 53788 h 312666"/>
                <a:gd name="connsiteX6" fmla="*/ 892885 w 892885"/>
                <a:gd name="connsiteY6" fmla="*/ 0 h 312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85" h="312666">
                  <a:moveTo>
                    <a:pt x="0" y="311972"/>
                  </a:moveTo>
                  <a:cubicBezTo>
                    <a:pt x="60960" y="313316"/>
                    <a:pt x="121921" y="314661"/>
                    <a:pt x="172123" y="295835"/>
                  </a:cubicBezTo>
                  <a:cubicBezTo>
                    <a:pt x="222325" y="277009"/>
                    <a:pt x="259977" y="219635"/>
                    <a:pt x="301215" y="199016"/>
                  </a:cubicBezTo>
                  <a:cubicBezTo>
                    <a:pt x="342453" y="178397"/>
                    <a:pt x="368450" y="191844"/>
                    <a:pt x="419549" y="172122"/>
                  </a:cubicBezTo>
                  <a:cubicBezTo>
                    <a:pt x="470648" y="152400"/>
                    <a:pt x="547744" y="100404"/>
                    <a:pt x="607807" y="80682"/>
                  </a:cubicBezTo>
                  <a:cubicBezTo>
                    <a:pt x="667871" y="60960"/>
                    <a:pt x="732417" y="67235"/>
                    <a:pt x="779930" y="53788"/>
                  </a:cubicBezTo>
                  <a:cubicBezTo>
                    <a:pt x="827443" y="40341"/>
                    <a:pt x="860164" y="20170"/>
                    <a:pt x="892885"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7">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B539EF2C-EE32-984D-6491-85010C5EBD12}"/>
                </a:ext>
              </a:extLst>
            </p:cNvPr>
            <p:cNvSpPr txBox="1"/>
            <p:nvPr/>
          </p:nvSpPr>
          <p:spPr>
            <a:xfrm>
              <a:off x="461683" y="2013635"/>
              <a:ext cx="381826" cy="238628"/>
            </a:xfrm>
            <a:prstGeom prst="rect">
              <a:avLst/>
            </a:prstGeom>
            <a:noFill/>
          </p:spPr>
          <p:txBody>
            <a:bodyPr wrap="none" rtlCol="0">
              <a:spAutoFit/>
            </a:bodyPr>
            <a:lstStyle/>
            <a:p>
              <a:r>
                <a:rPr lang="en-US" sz="1465">
                  <a:latin typeface="Calibri" panose="020F0502020204030204" pitchFamily="34" charset="0"/>
                  <a:cs typeface="Calibri" panose="020F0502020204030204" pitchFamily="34" charset="0"/>
                </a:rPr>
                <a:t>20%</a:t>
              </a:r>
            </a:p>
          </p:txBody>
        </p:sp>
        <p:sp>
          <p:nvSpPr>
            <p:cNvPr id="14" name="TextBox 13">
              <a:extLst>
                <a:ext uri="{FF2B5EF4-FFF2-40B4-BE49-F238E27FC236}">
                  <a16:creationId xmlns:a16="http://schemas.microsoft.com/office/drawing/2014/main" id="{8E06EDE1-3132-34F1-EB51-5521F8822584}"/>
                </a:ext>
              </a:extLst>
            </p:cNvPr>
            <p:cNvSpPr txBox="1"/>
            <p:nvPr/>
          </p:nvSpPr>
          <p:spPr>
            <a:xfrm>
              <a:off x="461683" y="1749052"/>
              <a:ext cx="381826" cy="238628"/>
            </a:xfrm>
            <a:prstGeom prst="rect">
              <a:avLst/>
            </a:prstGeom>
            <a:noFill/>
          </p:spPr>
          <p:txBody>
            <a:bodyPr wrap="none" rtlCol="0">
              <a:spAutoFit/>
            </a:bodyPr>
            <a:lstStyle/>
            <a:p>
              <a:r>
                <a:rPr lang="en-US" sz="1465">
                  <a:latin typeface="Calibri" panose="020F0502020204030204" pitchFamily="34" charset="0"/>
                  <a:cs typeface="Calibri" panose="020F0502020204030204" pitchFamily="34" charset="0"/>
                </a:rPr>
                <a:t>40%</a:t>
              </a:r>
            </a:p>
          </p:txBody>
        </p:sp>
        <p:sp>
          <p:nvSpPr>
            <p:cNvPr id="15" name="TextBox 14">
              <a:extLst>
                <a:ext uri="{FF2B5EF4-FFF2-40B4-BE49-F238E27FC236}">
                  <a16:creationId xmlns:a16="http://schemas.microsoft.com/office/drawing/2014/main" id="{CAFAE0DF-3374-9296-5C58-3B063BFFB5EC}"/>
                </a:ext>
              </a:extLst>
            </p:cNvPr>
            <p:cNvSpPr txBox="1"/>
            <p:nvPr/>
          </p:nvSpPr>
          <p:spPr>
            <a:xfrm>
              <a:off x="713074" y="2244466"/>
              <a:ext cx="422753" cy="238628"/>
            </a:xfrm>
            <a:prstGeom prst="rect">
              <a:avLst/>
            </a:prstGeom>
            <a:noFill/>
          </p:spPr>
          <p:txBody>
            <a:bodyPr wrap="none" rtlCol="0">
              <a:spAutoFit/>
            </a:bodyPr>
            <a:lstStyle/>
            <a:p>
              <a:r>
                <a:rPr lang="en-US" sz="1465" dirty="0">
                  <a:latin typeface="Calibri" panose="020F0502020204030204" pitchFamily="34" charset="0"/>
                  <a:cs typeface="Calibri" panose="020F0502020204030204" pitchFamily="34" charset="0"/>
                </a:rPr>
                <a:t>2020</a:t>
              </a:r>
            </a:p>
          </p:txBody>
        </p:sp>
        <p:sp>
          <p:nvSpPr>
            <p:cNvPr id="16" name="TextBox 15">
              <a:extLst>
                <a:ext uri="{FF2B5EF4-FFF2-40B4-BE49-F238E27FC236}">
                  <a16:creationId xmlns:a16="http://schemas.microsoft.com/office/drawing/2014/main" id="{8D5D42D9-9CC2-DFC1-6C03-4B4C849EB235}"/>
                </a:ext>
              </a:extLst>
            </p:cNvPr>
            <p:cNvSpPr txBox="1"/>
            <p:nvPr/>
          </p:nvSpPr>
          <p:spPr>
            <a:xfrm>
              <a:off x="1482006" y="2244466"/>
              <a:ext cx="422753" cy="238628"/>
            </a:xfrm>
            <a:prstGeom prst="rect">
              <a:avLst/>
            </a:prstGeom>
            <a:noFill/>
          </p:spPr>
          <p:txBody>
            <a:bodyPr wrap="none" rtlCol="0">
              <a:spAutoFit/>
            </a:bodyPr>
            <a:lstStyle/>
            <a:p>
              <a:r>
                <a:rPr lang="en-US" sz="1465">
                  <a:latin typeface="Calibri" panose="020F0502020204030204" pitchFamily="34" charset="0"/>
                  <a:cs typeface="Calibri" panose="020F0502020204030204" pitchFamily="34" charset="0"/>
                </a:rPr>
                <a:t>2050</a:t>
              </a:r>
            </a:p>
          </p:txBody>
        </p:sp>
      </p:grpSp>
      <p:pic>
        <p:nvPicPr>
          <p:cNvPr id="17" name="Picture 16">
            <a:extLst>
              <a:ext uri="{FF2B5EF4-FFF2-40B4-BE49-F238E27FC236}">
                <a16:creationId xmlns:a16="http://schemas.microsoft.com/office/drawing/2014/main" id="{BA14B191-386A-5C05-E559-6AA04CDF057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5919" t="14796" r="8261" b="12700"/>
          <a:stretch/>
        </p:blipFill>
        <p:spPr>
          <a:xfrm>
            <a:off x="5356142" y="1460590"/>
            <a:ext cx="1014747" cy="857287"/>
          </a:xfrm>
          <a:prstGeom prst="rect">
            <a:avLst/>
          </a:prstGeom>
        </p:spPr>
      </p:pic>
      <p:cxnSp>
        <p:nvCxnSpPr>
          <p:cNvPr id="18" name="Straight Arrow Connector 17">
            <a:extLst>
              <a:ext uri="{FF2B5EF4-FFF2-40B4-BE49-F238E27FC236}">
                <a16:creationId xmlns:a16="http://schemas.microsoft.com/office/drawing/2014/main" id="{58E5BB58-2DA3-9015-8ACA-71AACC17DDE3}"/>
              </a:ext>
            </a:extLst>
          </p:cNvPr>
          <p:cNvCxnSpPr>
            <a:cxnSpLocks/>
          </p:cNvCxnSpPr>
          <p:nvPr/>
        </p:nvCxnSpPr>
        <p:spPr>
          <a:xfrm flipV="1">
            <a:off x="6273353" y="1864849"/>
            <a:ext cx="194592"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CE53DEF8-3C5F-70F3-4784-5B63DF4019D1}"/>
              </a:ext>
            </a:extLst>
          </p:cNvPr>
          <p:cNvSpPr txBox="1"/>
          <p:nvPr/>
        </p:nvSpPr>
        <p:spPr>
          <a:xfrm>
            <a:off x="6449609" y="1741436"/>
            <a:ext cx="655407" cy="256224"/>
          </a:xfrm>
          <a:prstGeom prst="rect">
            <a:avLst/>
          </a:prstGeom>
          <a:noFill/>
        </p:spPr>
        <p:txBody>
          <a:bodyPr wrap="square" rtlCol="0">
            <a:spAutoFit/>
          </a:bodyPr>
          <a:lstStyle/>
          <a:p>
            <a:r>
              <a:rPr lang="en-US" sz="1065" dirty="0">
                <a:latin typeface="Calibri" panose="020F0502020204030204" pitchFamily="34" charset="0"/>
                <a:cs typeface="Calibri" panose="020F0502020204030204" pitchFamily="34" charset="0"/>
              </a:rPr>
              <a:t>1 kWh</a:t>
            </a:r>
          </a:p>
        </p:txBody>
      </p:sp>
      <p:sp>
        <p:nvSpPr>
          <p:cNvPr id="21" name="Right Brace 20">
            <a:extLst>
              <a:ext uri="{FF2B5EF4-FFF2-40B4-BE49-F238E27FC236}">
                <a16:creationId xmlns:a16="http://schemas.microsoft.com/office/drawing/2014/main" id="{27147F90-500E-55DE-521A-2973147D1D39}"/>
              </a:ext>
            </a:extLst>
          </p:cNvPr>
          <p:cNvSpPr/>
          <p:nvPr/>
        </p:nvSpPr>
        <p:spPr>
          <a:xfrm>
            <a:off x="5093396" y="1392601"/>
            <a:ext cx="256674" cy="993263"/>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sz="2397">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59C0E802-F70E-893C-9058-22978316BF55}"/>
              </a:ext>
            </a:extLst>
          </p:cNvPr>
          <p:cNvSpPr txBox="1"/>
          <p:nvPr/>
        </p:nvSpPr>
        <p:spPr>
          <a:xfrm>
            <a:off x="4536363" y="1532652"/>
            <a:ext cx="838060" cy="809517"/>
          </a:xfrm>
          <a:prstGeom prst="rect">
            <a:avLst/>
          </a:prstGeom>
          <a:noFill/>
        </p:spPr>
        <p:txBody>
          <a:bodyPr wrap="square" rtlCol="0">
            <a:spAutoFit/>
          </a:bodyPr>
          <a:lstStyle/>
          <a:p>
            <a:r>
              <a:rPr lang="en-US" sz="932">
                <a:latin typeface="Calibri" panose="020F0502020204030204" pitchFamily="34" charset="0"/>
                <a:cs typeface="Calibri" panose="020F0502020204030204" pitchFamily="34" charset="0"/>
              </a:rPr>
              <a:t>Hard coal</a:t>
            </a:r>
          </a:p>
          <a:p>
            <a:r>
              <a:rPr lang="en-US" sz="932">
                <a:latin typeface="Calibri" panose="020F0502020204030204" pitchFamily="34" charset="0"/>
                <a:cs typeface="Calibri" panose="020F0502020204030204" pitchFamily="34" charset="0"/>
              </a:rPr>
              <a:t>Lignite</a:t>
            </a:r>
          </a:p>
          <a:p>
            <a:r>
              <a:rPr lang="en-US" sz="932">
                <a:latin typeface="Calibri" panose="020F0502020204030204" pitchFamily="34" charset="0"/>
                <a:cs typeface="Calibri" panose="020F0502020204030204" pitchFamily="34" charset="0"/>
              </a:rPr>
              <a:t>Natural gas</a:t>
            </a:r>
          </a:p>
          <a:p>
            <a:r>
              <a:rPr lang="en-US" sz="932">
                <a:latin typeface="Calibri" panose="020F0502020204030204" pitchFamily="34" charset="0"/>
                <a:cs typeface="Calibri" panose="020F0502020204030204" pitchFamily="34" charset="0"/>
              </a:rPr>
              <a:t>Fuel oil</a:t>
            </a:r>
          </a:p>
          <a:p>
            <a:r>
              <a:rPr lang="en-US" sz="932">
                <a:latin typeface="Calibri" panose="020F0502020204030204" pitchFamily="34" charset="0"/>
                <a:cs typeface="Calibri" panose="020F0502020204030204" pitchFamily="34" charset="0"/>
              </a:rPr>
              <a:t>…</a:t>
            </a:r>
          </a:p>
        </p:txBody>
      </p:sp>
      <p:sp>
        <p:nvSpPr>
          <p:cNvPr id="23" name="Freeform 22">
            <a:extLst>
              <a:ext uri="{FF2B5EF4-FFF2-40B4-BE49-F238E27FC236}">
                <a16:creationId xmlns:a16="http://schemas.microsoft.com/office/drawing/2014/main" id="{67A7B11C-2FD5-3F05-CF5E-3BDFDE6043DC}"/>
              </a:ext>
            </a:extLst>
          </p:cNvPr>
          <p:cNvSpPr/>
          <p:nvPr/>
        </p:nvSpPr>
        <p:spPr>
          <a:xfrm>
            <a:off x="2921467" y="1876745"/>
            <a:ext cx="1196207" cy="279874"/>
          </a:xfrm>
          <a:custGeom>
            <a:avLst/>
            <a:gdLst>
              <a:gd name="connsiteX0" fmla="*/ 0 w 898263"/>
              <a:gd name="connsiteY0" fmla="*/ 209774 h 210165"/>
              <a:gd name="connsiteX1" fmla="*/ 258183 w 898263"/>
              <a:gd name="connsiteY1" fmla="*/ 193638 h 210165"/>
              <a:gd name="connsiteX2" fmla="*/ 408790 w 898263"/>
              <a:gd name="connsiteY2" fmla="*/ 102198 h 210165"/>
              <a:gd name="connsiteX3" fmla="*/ 618564 w 898263"/>
              <a:gd name="connsiteY3" fmla="*/ 64546 h 210165"/>
              <a:gd name="connsiteX4" fmla="*/ 753035 w 898263"/>
              <a:gd name="connsiteY4" fmla="*/ 10758 h 210165"/>
              <a:gd name="connsiteX5" fmla="*/ 898263 w 898263"/>
              <a:gd name="connsiteY5" fmla="*/ 0 h 210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8263" h="210165">
                <a:moveTo>
                  <a:pt x="0" y="209774"/>
                </a:moveTo>
                <a:cubicBezTo>
                  <a:pt x="95025" y="210670"/>
                  <a:pt x="190051" y="211567"/>
                  <a:pt x="258183" y="193638"/>
                </a:cubicBezTo>
                <a:cubicBezTo>
                  <a:pt x="326315" y="175709"/>
                  <a:pt x="348727" y="123713"/>
                  <a:pt x="408790" y="102198"/>
                </a:cubicBezTo>
                <a:cubicBezTo>
                  <a:pt x="468853" y="80683"/>
                  <a:pt x="561190" y="79786"/>
                  <a:pt x="618564" y="64546"/>
                </a:cubicBezTo>
                <a:cubicBezTo>
                  <a:pt x="675938" y="49306"/>
                  <a:pt x="706419" y="21516"/>
                  <a:pt x="753035" y="10758"/>
                </a:cubicBezTo>
                <a:cubicBezTo>
                  <a:pt x="799651" y="0"/>
                  <a:pt x="848957" y="0"/>
                  <a:pt x="898263" y="0"/>
                </a:cubicBezTo>
              </a:path>
            </a:pathLst>
          </a:cu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7">
              <a:latin typeface="Calibri" panose="020F0502020204030204" pitchFamily="34" charset="0"/>
              <a:cs typeface="Calibri" panose="020F0502020204030204" pitchFamily="34" charset="0"/>
            </a:endParaRPr>
          </a:p>
        </p:txBody>
      </p:sp>
      <p:sp>
        <p:nvSpPr>
          <p:cNvPr id="24" name="Title 1">
            <a:extLst>
              <a:ext uri="{FF2B5EF4-FFF2-40B4-BE49-F238E27FC236}">
                <a16:creationId xmlns:a16="http://schemas.microsoft.com/office/drawing/2014/main" id="{4810A5DA-3F57-BF83-9D45-CA10A0009719}"/>
              </a:ext>
            </a:extLst>
          </p:cNvPr>
          <p:cNvSpPr txBox="1">
            <a:spLocks/>
          </p:cNvSpPr>
          <p:nvPr/>
        </p:nvSpPr>
        <p:spPr>
          <a:xfrm>
            <a:off x="2405393" y="2736793"/>
            <a:ext cx="1217697" cy="245901"/>
          </a:xfrm>
          <a:prstGeom prst="rect">
            <a:avLst/>
          </a:prstGeom>
        </p:spPr>
        <p:txBody>
          <a:bodyPr wrap="square" lIns="0" tIns="0" rIns="0" bIns="0">
            <a:spAutoFit/>
          </a:bodyPr>
          <a:lstStyle>
            <a:lvl1pPr>
              <a:defRPr sz="2400" b="0" i="0">
                <a:solidFill>
                  <a:srgbClr val="686868"/>
                </a:solidFill>
                <a:latin typeface="Georgia"/>
                <a:ea typeface="+mj-ea"/>
                <a:cs typeface="Georgia"/>
              </a:defRPr>
            </a:lvl1pPr>
          </a:lstStyle>
          <a:p>
            <a:r>
              <a:rPr lang="en-US" sz="1598" u="sng" kern="0">
                <a:latin typeface="Calibri" panose="020F0502020204030204" pitchFamily="34" charset="0"/>
                <a:cs typeface="Calibri" panose="020F0502020204030204" pitchFamily="34" charset="0"/>
              </a:rPr>
              <a:t>Pollutants</a:t>
            </a:r>
          </a:p>
        </p:txBody>
      </p:sp>
      <p:grpSp>
        <p:nvGrpSpPr>
          <p:cNvPr id="25" name="Group 24">
            <a:extLst>
              <a:ext uri="{FF2B5EF4-FFF2-40B4-BE49-F238E27FC236}">
                <a16:creationId xmlns:a16="http://schemas.microsoft.com/office/drawing/2014/main" id="{FD0330D9-D38E-9CFC-17DB-AEBEE2CEF516}"/>
              </a:ext>
            </a:extLst>
          </p:cNvPr>
          <p:cNvGrpSpPr/>
          <p:nvPr/>
        </p:nvGrpSpPr>
        <p:grpSpPr>
          <a:xfrm>
            <a:off x="2349806" y="3352148"/>
            <a:ext cx="1964184" cy="993932"/>
            <a:chOff x="644058" y="2884610"/>
            <a:chExt cx="1474956" cy="746369"/>
          </a:xfrm>
        </p:grpSpPr>
        <p:grpSp>
          <p:nvGrpSpPr>
            <p:cNvPr id="26" name="Group 25">
              <a:extLst>
                <a:ext uri="{FF2B5EF4-FFF2-40B4-BE49-F238E27FC236}">
                  <a16:creationId xmlns:a16="http://schemas.microsoft.com/office/drawing/2014/main" id="{6B9DCDEF-0315-5378-5E71-C10A11204113}"/>
                </a:ext>
              </a:extLst>
            </p:cNvPr>
            <p:cNvGrpSpPr/>
            <p:nvPr/>
          </p:nvGrpSpPr>
          <p:grpSpPr>
            <a:xfrm>
              <a:off x="644058" y="2884610"/>
              <a:ext cx="1474956" cy="746369"/>
              <a:chOff x="429802" y="1736725"/>
              <a:chExt cx="1474956" cy="746369"/>
            </a:xfrm>
          </p:grpSpPr>
          <p:cxnSp>
            <p:nvCxnSpPr>
              <p:cNvPr id="28" name="Straight Connector 27">
                <a:extLst>
                  <a:ext uri="{FF2B5EF4-FFF2-40B4-BE49-F238E27FC236}">
                    <a16:creationId xmlns:a16="http://schemas.microsoft.com/office/drawing/2014/main" id="{48FBBBA9-1671-3A4E-259D-649B2624D4AC}"/>
                  </a:ext>
                </a:extLst>
              </p:cNvPr>
              <p:cNvCxnSpPr/>
              <p:nvPr/>
            </p:nvCxnSpPr>
            <p:spPr>
              <a:xfrm>
                <a:off x="838200" y="1736725"/>
                <a:ext cx="0" cy="533400"/>
              </a:xfrm>
              <a:prstGeom prst="line">
                <a:avLst/>
              </a:prstGeom>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565F61D-755D-500D-F1CA-6D9D41FDC737}"/>
                  </a:ext>
                </a:extLst>
              </p:cNvPr>
              <p:cNvCxnSpPr/>
              <p:nvPr/>
            </p:nvCxnSpPr>
            <p:spPr>
              <a:xfrm flipH="1">
                <a:off x="838200" y="2270125"/>
                <a:ext cx="990600" cy="0"/>
              </a:xfrm>
              <a:prstGeom prst="line">
                <a:avLst/>
              </a:prstGeom>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5B3D9516-FABB-9D59-252A-0512B822AEC2}"/>
                  </a:ext>
                </a:extLst>
              </p:cNvPr>
              <p:cNvSpPr txBox="1"/>
              <p:nvPr/>
            </p:nvSpPr>
            <p:spPr>
              <a:xfrm>
                <a:off x="429802" y="2013635"/>
                <a:ext cx="420345" cy="238628"/>
              </a:xfrm>
              <a:prstGeom prst="rect">
                <a:avLst/>
              </a:prstGeom>
              <a:noFill/>
            </p:spPr>
            <p:txBody>
              <a:bodyPr wrap="none" rtlCol="0">
                <a:spAutoFit/>
              </a:bodyPr>
              <a:lstStyle/>
              <a:p>
                <a:r>
                  <a:rPr lang="en-US" sz="1465">
                    <a:latin typeface="Calibri" panose="020F0502020204030204" pitchFamily="34" charset="0"/>
                    <a:cs typeface="Calibri" panose="020F0502020204030204" pitchFamily="34" charset="0"/>
                  </a:rPr>
                  <a:t>2 mg</a:t>
                </a:r>
              </a:p>
            </p:txBody>
          </p:sp>
          <p:sp>
            <p:nvSpPr>
              <p:cNvPr id="32" name="TextBox 31">
                <a:extLst>
                  <a:ext uri="{FF2B5EF4-FFF2-40B4-BE49-F238E27FC236}">
                    <a16:creationId xmlns:a16="http://schemas.microsoft.com/office/drawing/2014/main" id="{E62DEABC-D18B-AF69-E82F-7D2451FC9877}"/>
                  </a:ext>
                </a:extLst>
              </p:cNvPr>
              <p:cNvSpPr txBox="1"/>
              <p:nvPr/>
            </p:nvSpPr>
            <p:spPr>
              <a:xfrm>
                <a:off x="429802" y="1749052"/>
                <a:ext cx="420345" cy="238628"/>
              </a:xfrm>
              <a:prstGeom prst="rect">
                <a:avLst/>
              </a:prstGeom>
              <a:noFill/>
            </p:spPr>
            <p:txBody>
              <a:bodyPr wrap="none" rtlCol="0">
                <a:spAutoFit/>
              </a:bodyPr>
              <a:lstStyle/>
              <a:p>
                <a:r>
                  <a:rPr lang="en-US" sz="1465">
                    <a:latin typeface="Calibri" panose="020F0502020204030204" pitchFamily="34" charset="0"/>
                    <a:cs typeface="Calibri" panose="020F0502020204030204" pitchFamily="34" charset="0"/>
                  </a:rPr>
                  <a:t>4 mg</a:t>
                </a:r>
              </a:p>
            </p:txBody>
          </p:sp>
          <p:sp>
            <p:nvSpPr>
              <p:cNvPr id="33" name="TextBox 32">
                <a:extLst>
                  <a:ext uri="{FF2B5EF4-FFF2-40B4-BE49-F238E27FC236}">
                    <a16:creationId xmlns:a16="http://schemas.microsoft.com/office/drawing/2014/main" id="{67686681-E674-68E9-0EE8-0AC694329D81}"/>
                  </a:ext>
                </a:extLst>
              </p:cNvPr>
              <p:cNvSpPr txBox="1"/>
              <p:nvPr/>
            </p:nvSpPr>
            <p:spPr>
              <a:xfrm>
                <a:off x="713074" y="2244466"/>
                <a:ext cx="422752" cy="238628"/>
              </a:xfrm>
              <a:prstGeom prst="rect">
                <a:avLst/>
              </a:prstGeom>
              <a:noFill/>
            </p:spPr>
            <p:txBody>
              <a:bodyPr wrap="none" rtlCol="0">
                <a:spAutoFit/>
              </a:bodyPr>
              <a:lstStyle/>
              <a:p>
                <a:r>
                  <a:rPr lang="en-US" sz="1465">
                    <a:latin typeface="Calibri" panose="020F0502020204030204" pitchFamily="34" charset="0"/>
                    <a:cs typeface="Calibri" panose="020F0502020204030204" pitchFamily="34" charset="0"/>
                  </a:rPr>
                  <a:t>2020</a:t>
                </a:r>
              </a:p>
            </p:txBody>
          </p:sp>
          <p:sp>
            <p:nvSpPr>
              <p:cNvPr id="34" name="TextBox 33">
                <a:extLst>
                  <a:ext uri="{FF2B5EF4-FFF2-40B4-BE49-F238E27FC236}">
                    <a16:creationId xmlns:a16="http://schemas.microsoft.com/office/drawing/2014/main" id="{FF4583BB-6611-8940-A283-08FF0594A636}"/>
                  </a:ext>
                </a:extLst>
              </p:cNvPr>
              <p:cNvSpPr txBox="1"/>
              <p:nvPr/>
            </p:nvSpPr>
            <p:spPr>
              <a:xfrm>
                <a:off x="1482006" y="2244466"/>
                <a:ext cx="422752" cy="238628"/>
              </a:xfrm>
              <a:prstGeom prst="rect">
                <a:avLst/>
              </a:prstGeom>
              <a:noFill/>
            </p:spPr>
            <p:txBody>
              <a:bodyPr wrap="none" rtlCol="0">
                <a:spAutoFit/>
              </a:bodyPr>
              <a:lstStyle/>
              <a:p>
                <a:r>
                  <a:rPr lang="en-US" sz="1465">
                    <a:latin typeface="Calibri" panose="020F0502020204030204" pitchFamily="34" charset="0"/>
                    <a:cs typeface="Calibri" panose="020F0502020204030204" pitchFamily="34" charset="0"/>
                  </a:rPr>
                  <a:t>2050</a:t>
                </a:r>
              </a:p>
            </p:txBody>
          </p:sp>
        </p:grpSp>
        <p:sp>
          <p:nvSpPr>
            <p:cNvPr id="27" name="Freeform 26">
              <a:extLst>
                <a:ext uri="{FF2B5EF4-FFF2-40B4-BE49-F238E27FC236}">
                  <a16:creationId xmlns:a16="http://schemas.microsoft.com/office/drawing/2014/main" id="{E94B4DB2-2D73-EF1E-C2C3-A19EC38C3C00}"/>
                </a:ext>
              </a:extLst>
            </p:cNvPr>
            <p:cNvSpPr/>
            <p:nvPr/>
          </p:nvSpPr>
          <p:spPr>
            <a:xfrm>
              <a:off x="1134932" y="3028278"/>
              <a:ext cx="812202" cy="225910"/>
            </a:xfrm>
            <a:custGeom>
              <a:avLst/>
              <a:gdLst>
                <a:gd name="connsiteX0" fmla="*/ 0 w 812202"/>
                <a:gd name="connsiteY0" fmla="*/ 0 h 225910"/>
                <a:gd name="connsiteX1" fmla="*/ 177501 w 812202"/>
                <a:gd name="connsiteY1" fmla="*/ 123713 h 225910"/>
                <a:gd name="connsiteX2" fmla="*/ 462579 w 812202"/>
                <a:gd name="connsiteY2" fmla="*/ 107576 h 225910"/>
                <a:gd name="connsiteX3" fmla="*/ 645459 w 812202"/>
                <a:gd name="connsiteY3" fmla="*/ 204395 h 225910"/>
                <a:gd name="connsiteX4" fmla="*/ 812202 w 812202"/>
                <a:gd name="connsiteY4" fmla="*/ 225910 h 225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202" h="225910">
                  <a:moveTo>
                    <a:pt x="0" y="0"/>
                  </a:moveTo>
                  <a:cubicBezTo>
                    <a:pt x="50202" y="52892"/>
                    <a:pt x="100405" y="105784"/>
                    <a:pt x="177501" y="123713"/>
                  </a:cubicBezTo>
                  <a:cubicBezTo>
                    <a:pt x="254597" y="141642"/>
                    <a:pt x="384586" y="94129"/>
                    <a:pt x="462579" y="107576"/>
                  </a:cubicBezTo>
                  <a:cubicBezTo>
                    <a:pt x="540572" y="121023"/>
                    <a:pt x="587189" y="184673"/>
                    <a:pt x="645459" y="204395"/>
                  </a:cubicBezTo>
                  <a:cubicBezTo>
                    <a:pt x="703730" y="224117"/>
                    <a:pt x="757966" y="225013"/>
                    <a:pt x="812202" y="22591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7">
                <a:latin typeface="Calibri" panose="020F0502020204030204" pitchFamily="34" charset="0"/>
                <a:cs typeface="Calibri" panose="020F0502020204030204" pitchFamily="34" charset="0"/>
              </a:endParaRPr>
            </a:p>
          </p:txBody>
        </p:sp>
      </p:grpSp>
      <p:pic>
        <p:nvPicPr>
          <p:cNvPr id="35" name="Picture 34">
            <a:extLst>
              <a:ext uri="{FF2B5EF4-FFF2-40B4-BE49-F238E27FC236}">
                <a16:creationId xmlns:a16="http://schemas.microsoft.com/office/drawing/2014/main" id="{D793420C-14BF-D0C9-E3A8-B5BB3ACFFC38}"/>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5919" t="14796" r="8261" b="12700"/>
          <a:stretch/>
        </p:blipFill>
        <p:spPr>
          <a:xfrm>
            <a:off x="5222030" y="3288302"/>
            <a:ext cx="1014747" cy="857287"/>
          </a:xfrm>
          <a:prstGeom prst="rect">
            <a:avLst/>
          </a:prstGeom>
        </p:spPr>
      </p:pic>
      <p:cxnSp>
        <p:nvCxnSpPr>
          <p:cNvPr id="36" name="Straight Arrow Connector 35">
            <a:extLst>
              <a:ext uri="{FF2B5EF4-FFF2-40B4-BE49-F238E27FC236}">
                <a16:creationId xmlns:a16="http://schemas.microsoft.com/office/drawing/2014/main" id="{EF25BCA8-C16D-AA26-776D-48F76BF1B39D}"/>
              </a:ext>
            </a:extLst>
          </p:cNvPr>
          <p:cNvCxnSpPr>
            <a:cxnSpLocks/>
          </p:cNvCxnSpPr>
          <p:nvPr/>
        </p:nvCxnSpPr>
        <p:spPr>
          <a:xfrm flipV="1">
            <a:off x="6212393" y="3692561"/>
            <a:ext cx="194592"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83424B32-64AD-B9D2-3025-F8EACEF4B98C}"/>
              </a:ext>
            </a:extLst>
          </p:cNvPr>
          <p:cNvSpPr txBox="1"/>
          <p:nvPr/>
        </p:nvSpPr>
        <p:spPr>
          <a:xfrm>
            <a:off x="6376457" y="3569147"/>
            <a:ext cx="655407" cy="256224"/>
          </a:xfrm>
          <a:prstGeom prst="rect">
            <a:avLst/>
          </a:prstGeom>
          <a:noFill/>
        </p:spPr>
        <p:txBody>
          <a:bodyPr wrap="square" rtlCol="0">
            <a:spAutoFit/>
          </a:bodyPr>
          <a:lstStyle/>
          <a:p>
            <a:r>
              <a:rPr lang="en-US" sz="1065">
                <a:latin typeface="Calibri" panose="020F0502020204030204" pitchFamily="34" charset="0"/>
                <a:cs typeface="Calibri" panose="020F0502020204030204" pitchFamily="34" charset="0"/>
              </a:rPr>
              <a:t>1 kWh</a:t>
            </a:r>
          </a:p>
        </p:txBody>
      </p:sp>
      <p:sp>
        <p:nvSpPr>
          <p:cNvPr id="38" name="Right Brace 37">
            <a:extLst>
              <a:ext uri="{FF2B5EF4-FFF2-40B4-BE49-F238E27FC236}">
                <a16:creationId xmlns:a16="http://schemas.microsoft.com/office/drawing/2014/main" id="{8210FD37-F4ED-2D0D-32F1-FFC40D91839F}"/>
              </a:ext>
            </a:extLst>
          </p:cNvPr>
          <p:cNvSpPr/>
          <p:nvPr/>
        </p:nvSpPr>
        <p:spPr>
          <a:xfrm rot="5400000">
            <a:off x="5709105" y="2648845"/>
            <a:ext cx="256674" cy="993263"/>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sz="2397">
              <a:latin typeface="Calibri" panose="020F0502020204030204" pitchFamily="34" charset="0"/>
              <a:cs typeface="Calibri" panose="020F0502020204030204" pitchFamily="34" charset="0"/>
            </a:endParaRPr>
          </a:p>
        </p:txBody>
      </p:sp>
      <p:sp>
        <p:nvSpPr>
          <p:cNvPr id="39" name="TextBox 38">
            <a:extLst>
              <a:ext uri="{FF2B5EF4-FFF2-40B4-BE49-F238E27FC236}">
                <a16:creationId xmlns:a16="http://schemas.microsoft.com/office/drawing/2014/main" id="{19A6D58C-763F-B3A6-AAF7-343C6FCE44FB}"/>
              </a:ext>
            </a:extLst>
          </p:cNvPr>
          <p:cNvSpPr txBox="1"/>
          <p:nvPr/>
        </p:nvSpPr>
        <p:spPr>
          <a:xfrm>
            <a:off x="5326482" y="2784275"/>
            <a:ext cx="1316937" cy="235770"/>
          </a:xfrm>
          <a:prstGeom prst="rect">
            <a:avLst/>
          </a:prstGeom>
          <a:noFill/>
        </p:spPr>
        <p:txBody>
          <a:bodyPr wrap="square" rtlCol="0">
            <a:spAutoFit/>
          </a:bodyPr>
          <a:lstStyle/>
          <a:p>
            <a:r>
              <a:rPr lang="en-US" sz="932" err="1">
                <a:latin typeface="Calibri" panose="020F0502020204030204" pitchFamily="34" charset="0"/>
                <a:cs typeface="Calibri" panose="020F0502020204030204" pitchFamily="34" charset="0"/>
              </a:rPr>
              <a:t>SO</a:t>
            </a:r>
            <a:r>
              <a:rPr lang="en-US" sz="932" baseline="-25000" err="1">
                <a:latin typeface="Calibri" panose="020F0502020204030204" pitchFamily="34" charset="0"/>
                <a:cs typeface="Calibri" panose="020F0502020204030204" pitchFamily="34" charset="0"/>
              </a:rPr>
              <a:t>x</a:t>
            </a:r>
            <a:r>
              <a:rPr lang="en-US" sz="932" baseline="-25000">
                <a:latin typeface="Calibri" panose="020F0502020204030204" pitchFamily="34" charset="0"/>
                <a:cs typeface="Calibri" panose="020F0502020204030204" pitchFamily="34" charset="0"/>
              </a:rPr>
              <a:t> </a:t>
            </a:r>
            <a:r>
              <a:rPr lang="en-US" sz="932">
                <a:latin typeface="Calibri" panose="020F0502020204030204" pitchFamily="34" charset="0"/>
                <a:cs typeface="Calibri" panose="020F0502020204030204" pitchFamily="34" charset="0"/>
              </a:rPr>
              <a:t>, NO</a:t>
            </a:r>
            <a:r>
              <a:rPr lang="en-US" sz="932" baseline="-25000">
                <a:latin typeface="Calibri" panose="020F0502020204030204" pitchFamily="34" charset="0"/>
                <a:cs typeface="Calibri" panose="020F0502020204030204" pitchFamily="34" charset="0"/>
              </a:rPr>
              <a:t>x</a:t>
            </a:r>
            <a:r>
              <a:rPr lang="en-US" sz="932">
                <a:latin typeface="Calibri" panose="020F0502020204030204" pitchFamily="34" charset="0"/>
                <a:cs typeface="Calibri" panose="020F0502020204030204" pitchFamily="34" charset="0"/>
              </a:rPr>
              <a:t>, VOC, …</a:t>
            </a:r>
          </a:p>
        </p:txBody>
      </p:sp>
      <p:sp>
        <p:nvSpPr>
          <p:cNvPr id="40" name="Title 1">
            <a:extLst>
              <a:ext uri="{FF2B5EF4-FFF2-40B4-BE49-F238E27FC236}">
                <a16:creationId xmlns:a16="http://schemas.microsoft.com/office/drawing/2014/main" id="{BD2E7300-3CF0-A146-9E22-19B5C50A182E}"/>
              </a:ext>
            </a:extLst>
          </p:cNvPr>
          <p:cNvSpPr txBox="1">
            <a:spLocks/>
          </p:cNvSpPr>
          <p:nvPr/>
        </p:nvSpPr>
        <p:spPr>
          <a:xfrm>
            <a:off x="2405393" y="4360389"/>
            <a:ext cx="1345621" cy="245901"/>
          </a:xfrm>
          <a:prstGeom prst="rect">
            <a:avLst/>
          </a:prstGeom>
        </p:spPr>
        <p:txBody>
          <a:bodyPr wrap="square" lIns="0" tIns="0" rIns="0" bIns="0">
            <a:spAutoFit/>
          </a:bodyPr>
          <a:lstStyle>
            <a:lvl1pPr>
              <a:defRPr sz="2400" b="0" i="0">
                <a:solidFill>
                  <a:srgbClr val="686868"/>
                </a:solidFill>
                <a:latin typeface="Georgia"/>
                <a:ea typeface="+mj-ea"/>
                <a:cs typeface="Georgia"/>
              </a:defRPr>
            </a:lvl1pPr>
          </a:lstStyle>
          <a:p>
            <a:r>
              <a:rPr lang="en-US" sz="1598" u="sng" kern="0">
                <a:latin typeface="Calibri" panose="020F0502020204030204" pitchFamily="34" charset="0"/>
                <a:cs typeface="Calibri" panose="020F0502020204030204" pitchFamily="34" charset="0"/>
              </a:rPr>
              <a:t>Market mixes</a:t>
            </a:r>
          </a:p>
        </p:txBody>
      </p:sp>
      <p:pic>
        <p:nvPicPr>
          <p:cNvPr id="41" name="Picture 40">
            <a:extLst>
              <a:ext uri="{FF2B5EF4-FFF2-40B4-BE49-F238E27FC236}">
                <a16:creationId xmlns:a16="http://schemas.microsoft.com/office/drawing/2014/main" id="{04CBC487-B9EF-9E6E-EAA2-9F37FEE98AE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91752" y="4836136"/>
            <a:ext cx="1095081" cy="1095081"/>
          </a:xfrm>
          <a:prstGeom prst="rect">
            <a:avLst/>
          </a:prstGeom>
        </p:spPr>
      </p:pic>
      <p:sp>
        <p:nvSpPr>
          <p:cNvPr id="42" name="TextBox 41">
            <a:extLst>
              <a:ext uri="{FF2B5EF4-FFF2-40B4-BE49-F238E27FC236}">
                <a16:creationId xmlns:a16="http://schemas.microsoft.com/office/drawing/2014/main" id="{EA3BEBB2-7A7E-7ACC-31E0-0F55E9278A45}"/>
              </a:ext>
            </a:extLst>
          </p:cNvPr>
          <p:cNvSpPr txBox="1"/>
          <p:nvPr/>
        </p:nvSpPr>
        <p:spPr>
          <a:xfrm>
            <a:off x="2436225" y="4682405"/>
            <a:ext cx="562975" cy="543226"/>
          </a:xfrm>
          <a:prstGeom prst="rect">
            <a:avLst/>
          </a:prstGeom>
          <a:noFill/>
        </p:spPr>
        <p:txBody>
          <a:bodyPr wrap="none" rtlCol="0">
            <a:spAutoFit/>
          </a:bodyPr>
          <a:lstStyle/>
          <a:p>
            <a:r>
              <a:rPr lang="en-US" sz="1465">
                <a:latin typeface="Calibri" panose="020F0502020204030204" pitchFamily="34" charset="0"/>
                <a:cs typeface="Calibri" panose="020F0502020204030204" pitchFamily="34" charset="0"/>
              </a:rPr>
              <a:t>2050</a:t>
            </a:r>
          </a:p>
          <a:p>
            <a:r>
              <a:rPr lang="en-US" sz="1465">
                <a:latin typeface="Calibri" panose="020F0502020204030204" pitchFamily="34" charset="0"/>
                <a:cs typeface="Calibri" panose="020F0502020204030204" pitchFamily="34" charset="0"/>
              </a:rPr>
              <a:t>USA</a:t>
            </a:r>
          </a:p>
        </p:txBody>
      </p:sp>
      <p:pic>
        <p:nvPicPr>
          <p:cNvPr id="43" name="Picture 42">
            <a:extLst>
              <a:ext uri="{FF2B5EF4-FFF2-40B4-BE49-F238E27FC236}">
                <a16:creationId xmlns:a16="http://schemas.microsoft.com/office/drawing/2014/main" id="{F1948A2A-6AD5-08AF-8805-86B462DB7F99}"/>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5919" t="14796" r="8261" b="12700"/>
          <a:stretch/>
        </p:blipFill>
        <p:spPr>
          <a:xfrm>
            <a:off x="3346239" y="5017161"/>
            <a:ext cx="276852" cy="233893"/>
          </a:xfrm>
          <a:prstGeom prst="rect">
            <a:avLst/>
          </a:prstGeom>
        </p:spPr>
      </p:pic>
      <p:pic>
        <p:nvPicPr>
          <p:cNvPr id="45" name="Picture 44">
            <a:extLst>
              <a:ext uri="{FF2B5EF4-FFF2-40B4-BE49-F238E27FC236}">
                <a16:creationId xmlns:a16="http://schemas.microsoft.com/office/drawing/2014/main" id="{728CEC67-B89D-FB77-1AF1-0A91762F2EC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430711" y="5367211"/>
            <a:ext cx="384758" cy="384758"/>
          </a:xfrm>
          <a:prstGeom prst="rect">
            <a:avLst/>
          </a:prstGeom>
        </p:spPr>
      </p:pic>
      <p:pic>
        <p:nvPicPr>
          <p:cNvPr id="46" name="Picture 45">
            <a:extLst>
              <a:ext uri="{FF2B5EF4-FFF2-40B4-BE49-F238E27FC236}">
                <a16:creationId xmlns:a16="http://schemas.microsoft.com/office/drawing/2014/main" id="{714788B7-CBE1-8B3A-1FAD-C4E6CBA52E6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892604" y="5276765"/>
            <a:ext cx="371199" cy="371199"/>
          </a:xfrm>
          <a:prstGeom prst="rect">
            <a:avLst/>
          </a:prstGeom>
        </p:spPr>
      </p:pic>
      <p:sp>
        <p:nvSpPr>
          <p:cNvPr id="47" name="Title 1">
            <a:extLst>
              <a:ext uri="{FF2B5EF4-FFF2-40B4-BE49-F238E27FC236}">
                <a16:creationId xmlns:a16="http://schemas.microsoft.com/office/drawing/2014/main" id="{C707A54C-C2F5-4466-280C-DB028BF1BC47}"/>
              </a:ext>
            </a:extLst>
          </p:cNvPr>
          <p:cNvSpPr txBox="1">
            <a:spLocks/>
          </p:cNvSpPr>
          <p:nvPr/>
        </p:nvSpPr>
        <p:spPr>
          <a:xfrm>
            <a:off x="4840787" y="4360389"/>
            <a:ext cx="1345621" cy="245901"/>
          </a:xfrm>
          <a:prstGeom prst="rect">
            <a:avLst/>
          </a:prstGeom>
        </p:spPr>
        <p:txBody>
          <a:bodyPr wrap="square" lIns="0" tIns="0" rIns="0" bIns="0">
            <a:spAutoFit/>
          </a:bodyPr>
          <a:lstStyle>
            <a:lvl1pPr>
              <a:defRPr sz="2400" b="0" i="0">
                <a:solidFill>
                  <a:srgbClr val="686868"/>
                </a:solidFill>
                <a:latin typeface="Georgia"/>
                <a:ea typeface="+mj-ea"/>
                <a:cs typeface="Georgia"/>
              </a:defRPr>
            </a:lvl1pPr>
          </a:lstStyle>
          <a:p>
            <a:r>
              <a:rPr lang="en-US" sz="1598" u="sng" kern="0">
                <a:latin typeface="Calibri" panose="020F0502020204030204" pitchFamily="34" charset="0"/>
                <a:cs typeface="Calibri" panose="020F0502020204030204" pitchFamily="34" charset="0"/>
              </a:rPr>
              <a:t>Relinking</a:t>
            </a:r>
          </a:p>
        </p:txBody>
      </p:sp>
      <p:grpSp>
        <p:nvGrpSpPr>
          <p:cNvPr id="48" name="Group 47">
            <a:extLst>
              <a:ext uri="{FF2B5EF4-FFF2-40B4-BE49-F238E27FC236}">
                <a16:creationId xmlns:a16="http://schemas.microsoft.com/office/drawing/2014/main" id="{0628B553-E929-6247-872B-C7358673CB07}"/>
              </a:ext>
            </a:extLst>
          </p:cNvPr>
          <p:cNvGrpSpPr/>
          <p:nvPr/>
        </p:nvGrpSpPr>
        <p:grpSpPr>
          <a:xfrm>
            <a:off x="4760317" y="4907428"/>
            <a:ext cx="616415" cy="687247"/>
            <a:chOff x="2548146" y="4169342"/>
            <a:chExt cx="462882" cy="516072"/>
          </a:xfrm>
        </p:grpSpPr>
        <p:pic>
          <p:nvPicPr>
            <p:cNvPr id="49" name="Picture 48">
              <a:extLst>
                <a:ext uri="{FF2B5EF4-FFF2-40B4-BE49-F238E27FC236}">
                  <a16:creationId xmlns:a16="http://schemas.microsoft.com/office/drawing/2014/main" id="{2AC8C9A9-9A3B-2897-A19B-B8B36C270D58}"/>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676921" y="4380955"/>
              <a:ext cx="238671" cy="238671"/>
            </a:xfrm>
            <a:prstGeom prst="rect">
              <a:avLst/>
            </a:prstGeom>
          </p:spPr>
        </p:pic>
        <p:sp>
          <p:nvSpPr>
            <p:cNvPr id="50" name="Rectangle 49">
              <a:extLst>
                <a:ext uri="{FF2B5EF4-FFF2-40B4-BE49-F238E27FC236}">
                  <a16:creationId xmlns:a16="http://schemas.microsoft.com/office/drawing/2014/main" id="{CD0E4408-39A5-73C9-2CD4-478BC39006DC}"/>
                </a:ext>
              </a:extLst>
            </p:cNvPr>
            <p:cNvSpPr/>
            <p:nvPr/>
          </p:nvSpPr>
          <p:spPr>
            <a:xfrm>
              <a:off x="2590800" y="4188556"/>
              <a:ext cx="398790" cy="496858"/>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7">
                <a:latin typeface="Calibri" panose="020F0502020204030204" pitchFamily="34" charset="0"/>
                <a:cs typeface="Calibri" panose="020F0502020204030204" pitchFamily="34" charset="0"/>
              </a:endParaRPr>
            </a:p>
          </p:txBody>
        </p:sp>
        <p:sp>
          <p:nvSpPr>
            <p:cNvPr id="51" name="TextBox 50">
              <a:extLst>
                <a:ext uri="{FF2B5EF4-FFF2-40B4-BE49-F238E27FC236}">
                  <a16:creationId xmlns:a16="http://schemas.microsoft.com/office/drawing/2014/main" id="{3C8C3982-383A-E681-C9A8-A9115F1A867C}"/>
                </a:ext>
              </a:extLst>
            </p:cNvPr>
            <p:cNvSpPr txBox="1"/>
            <p:nvPr/>
          </p:nvSpPr>
          <p:spPr>
            <a:xfrm>
              <a:off x="2548146" y="4169342"/>
              <a:ext cx="444420" cy="192405"/>
            </a:xfrm>
            <a:prstGeom prst="rect">
              <a:avLst/>
            </a:prstGeom>
            <a:noFill/>
          </p:spPr>
          <p:txBody>
            <a:bodyPr wrap="none" rtlCol="0">
              <a:spAutoFit/>
            </a:bodyPr>
            <a:lstStyle/>
            <a:p>
              <a:r>
                <a:rPr lang="en-US" sz="1065">
                  <a:latin typeface="Calibri" panose="020F0502020204030204" pitchFamily="34" charset="0"/>
                  <a:cs typeface="Calibri" panose="020F0502020204030204" pitchFamily="34" charset="0"/>
                </a:rPr>
                <a:t>Market</a:t>
              </a:r>
            </a:p>
          </p:txBody>
        </p:sp>
        <p:sp>
          <p:nvSpPr>
            <p:cNvPr id="52" name="TextBox 51">
              <a:extLst>
                <a:ext uri="{FF2B5EF4-FFF2-40B4-BE49-F238E27FC236}">
                  <a16:creationId xmlns:a16="http://schemas.microsoft.com/office/drawing/2014/main" id="{ABEFB095-64FA-D9ED-93F0-2AC7CF3519FB}"/>
                </a:ext>
              </a:extLst>
            </p:cNvPr>
            <p:cNvSpPr txBox="1"/>
            <p:nvPr/>
          </p:nvSpPr>
          <p:spPr>
            <a:xfrm>
              <a:off x="2700223" y="4488407"/>
              <a:ext cx="310805" cy="192405"/>
            </a:xfrm>
            <a:prstGeom prst="rect">
              <a:avLst/>
            </a:prstGeom>
            <a:noFill/>
          </p:spPr>
          <p:txBody>
            <a:bodyPr wrap="none" rtlCol="0">
              <a:spAutoFit/>
            </a:bodyPr>
            <a:lstStyle/>
            <a:p>
              <a:r>
                <a:rPr lang="en-US" sz="1065">
                  <a:latin typeface="Calibri" panose="020F0502020204030204" pitchFamily="34" charset="0"/>
                  <a:cs typeface="Calibri" panose="020F0502020204030204" pitchFamily="34" charset="0"/>
                </a:rPr>
                <a:t>USA</a:t>
              </a:r>
            </a:p>
          </p:txBody>
        </p:sp>
      </p:grpSp>
      <p:grpSp>
        <p:nvGrpSpPr>
          <p:cNvPr id="53" name="Group 52">
            <a:extLst>
              <a:ext uri="{FF2B5EF4-FFF2-40B4-BE49-F238E27FC236}">
                <a16:creationId xmlns:a16="http://schemas.microsoft.com/office/drawing/2014/main" id="{553FB75E-9749-89C7-9EE7-D049E375FCBF}"/>
              </a:ext>
            </a:extLst>
          </p:cNvPr>
          <p:cNvGrpSpPr/>
          <p:nvPr/>
        </p:nvGrpSpPr>
        <p:grpSpPr>
          <a:xfrm>
            <a:off x="6173697" y="4446862"/>
            <a:ext cx="564819" cy="687248"/>
            <a:chOff x="2589138" y="4169342"/>
            <a:chExt cx="424137" cy="516072"/>
          </a:xfrm>
        </p:grpSpPr>
        <p:pic>
          <p:nvPicPr>
            <p:cNvPr id="54" name="Picture 53">
              <a:extLst>
                <a:ext uri="{FF2B5EF4-FFF2-40B4-BE49-F238E27FC236}">
                  <a16:creationId xmlns:a16="http://schemas.microsoft.com/office/drawing/2014/main" id="{0C818FE0-F10C-EF60-6191-7C69E9A007C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676921" y="4380955"/>
              <a:ext cx="238671" cy="238671"/>
            </a:xfrm>
            <a:prstGeom prst="rect">
              <a:avLst/>
            </a:prstGeom>
          </p:spPr>
        </p:pic>
        <p:sp>
          <p:nvSpPr>
            <p:cNvPr id="55" name="Rectangle 54">
              <a:extLst>
                <a:ext uri="{FF2B5EF4-FFF2-40B4-BE49-F238E27FC236}">
                  <a16:creationId xmlns:a16="http://schemas.microsoft.com/office/drawing/2014/main" id="{C0354C46-6313-E728-E741-8C988DE97687}"/>
                </a:ext>
              </a:extLst>
            </p:cNvPr>
            <p:cNvSpPr/>
            <p:nvPr/>
          </p:nvSpPr>
          <p:spPr>
            <a:xfrm>
              <a:off x="2590800" y="4188556"/>
              <a:ext cx="398790" cy="496858"/>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7">
                <a:latin typeface="Calibri" panose="020F0502020204030204" pitchFamily="34" charset="0"/>
                <a:cs typeface="Calibri" panose="020F0502020204030204" pitchFamily="34" charset="0"/>
              </a:endParaRPr>
            </a:p>
          </p:txBody>
        </p:sp>
        <p:sp>
          <p:nvSpPr>
            <p:cNvPr id="56" name="TextBox 55">
              <a:extLst>
                <a:ext uri="{FF2B5EF4-FFF2-40B4-BE49-F238E27FC236}">
                  <a16:creationId xmlns:a16="http://schemas.microsoft.com/office/drawing/2014/main" id="{DE8DEAC6-CC05-F7FE-4F16-2BFA15EBB8BB}"/>
                </a:ext>
              </a:extLst>
            </p:cNvPr>
            <p:cNvSpPr txBox="1"/>
            <p:nvPr/>
          </p:nvSpPr>
          <p:spPr>
            <a:xfrm>
              <a:off x="2589138" y="4169342"/>
              <a:ext cx="358955" cy="192405"/>
            </a:xfrm>
            <a:prstGeom prst="rect">
              <a:avLst/>
            </a:prstGeom>
            <a:noFill/>
          </p:spPr>
          <p:txBody>
            <a:bodyPr wrap="none" rtlCol="0">
              <a:spAutoFit/>
            </a:bodyPr>
            <a:lstStyle/>
            <a:p>
              <a:r>
                <a:rPr lang="en-US" sz="1065">
                  <a:latin typeface="Calibri" panose="020F0502020204030204" pitchFamily="34" charset="0"/>
                  <a:cs typeface="Calibri" panose="020F0502020204030204" pitchFamily="34" charset="0"/>
                </a:rPr>
                <a:t>Steel</a:t>
              </a:r>
            </a:p>
          </p:txBody>
        </p:sp>
        <p:sp>
          <p:nvSpPr>
            <p:cNvPr id="57" name="TextBox 56">
              <a:extLst>
                <a:ext uri="{FF2B5EF4-FFF2-40B4-BE49-F238E27FC236}">
                  <a16:creationId xmlns:a16="http://schemas.microsoft.com/office/drawing/2014/main" id="{5E9AD5C3-C6BF-74C6-854D-E0AC44E2E79A}"/>
                </a:ext>
              </a:extLst>
            </p:cNvPr>
            <p:cNvSpPr txBox="1"/>
            <p:nvPr/>
          </p:nvSpPr>
          <p:spPr>
            <a:xfrm>
              <a:off x="2702470" y="4489874"/>
              <a:ext cx="310805" cy="192405"/>
            </a:xfrm>
            <a:prstGeom prst="rect">
              <a:avLst/>
            </a:prstGeom>
            <a:noFill/>
          </p:spPr>
          <p:txBody>
            <a:bodyPr wrap="none" rtlCol="0">
              <a:spAutoFit/>
            </a:bodyPr>
            <a:lstStyle/>
            <a:p>
              <a:r>
                <a:rPr lang="en-US" sz="1065">
                  <a:latin typeface="Calibri" panose="020F0502020204030204" pitchFamily="34" charset="0"/>
                  <a:cs typeface="Calibri" panose="020F0502020204030204" pitchFamily="34" charset="0"/>
                </a:rPr>
                <a:t>USA</a:t>
              </a:r>
            </a:p>
          </p:txBody>
        </p:sp>
      </p:grpSp>
      <p:grpSp>
        <p:nvGrpSpPr>
          <p:cNvPr id="58" name="Group 57">
            <a:extLst>
              <a:ext uri="{FF2B5EF4-FFF2-40B4-BE49-F238E27FC236}">
                <a16:creationId xmlns:a16="http://schemas.microsoft.com/office/drawing/2014/main" id="{8560C3B3-B3E5-53F2-8F4A-08F613171B61}"/>
              </a:ext>
            </a:extLst>
          </p:cNvPr>
          <p:cNvGrpSpPr/>
          <p:nvPr/>
        </p:nvGrpSpPr>
        <p:grpSpPr>
          <a:xfrm>
            <a:off x="6087694" y="5305471"/>
            <a:ext cx="638315" cy="687248"/>
            <a:chOff x="2534155" y="4169342"/>
            <a:chExt cx="479328" cy="516072"/>
          </a:xfrm>
        </p:grpSpPr>
        <p:pic>
          <p:nvPicPr>
            <p:cNvPr id="59" name="Picture 58">
              <a:extLst>
                <a:ext uri="{FF2B5EF4-FFF2-40B4-BE49-F238E27FC236}">
                  <a16:creationId xmlns:a16="http://schemas.microsoft.com/office/drawing/2014/main" id="{5B7D3A3F-B800-0433-97C9-F665FFA1016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676921" y="4380955"/>
              <a:ext cx="238671" cy="238671"/>
            </a:xfrm>
            <a:prstGeom prst="rect">
              <a:avLst/>
            </a:prstGeom>
          </p:spPr>
        </p:pic>
        <p:sp>
          <p:nvSpPr>
            <p:cNvPr id="60" name="Rectangle 59">
              <a:extLst>
                <a:ext uri="{FF2B5EF4-FFF2-40B4-BE49-F238E27FC236}">
                  <a16:creationId xmlns:a16="http://schemas.microsoft.com/office/drawing/2014/main" id="{0F3E0CB1-469B-8046-EAD3-594B307A1E51}"/>
                </a:ext>
              </a:extLst>
            </p:cNvPr>
            <p:cNvSpPr/>
            <p:nvPr/>
          </p:nvSpPr>
          <p:spPr>
            <a:xfrm>
              <a:off x="2590800" y="4188556"/>
              <a:ext cx="398790" cy="496858"/>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7">
                <a:latin typeface="Calibri" panose="020F0502020204030204" pitchFamily="34" charset="0"/>
                <a:cs typeface="Calibri" panose="020F0502020204030204" pitchFamily="34" charset="0"/>
              </a:endParaRPr>
            </a:p>
          </p:txBody>
        </p:sp>
        <p:sp>
          <p:nvSpPr>
            <p:cNvPr id="61" name="TextBox 60">
              <a:extLst>
                <a:ext uri="{FF2B5EF4-FFF2-40B4-BE49-F238E27FC236}">
                  <a16:creationId xmlns:a16="http://schemas.microsoft.com/office/drawing/2014/main" id="{C2F4D0D4-DE37-3AD1-6DB0-D72C713F832F}"/>
                </a:ext>
              </a:extLst>
            </p:cNvPr>
            <p:cNvSpPr txBox="1"/>
            <p:nvPr/>
          </p:nvSpPr>
          <p:spPr>
            <a:xfrm>
              <a:off x="2534155" y="4169342"/>
              <a:ext cx="479328" cy="192405"/>
            </a:xfrm>
            <a:prstGeom prst="rect">
              <a:avLst/>
            </a:prstGeom>
            <a:noFill/>
          </p:spPr>
          <p:txBody>
            <a:bodyPr wrap="none" rtlCol="0">
              <a:spAutoFit/>
            </a:bodyPr>
            <a:lstStyle/>
            <a:p>
              <a:r>
                <a:rPr lang="en-US" sz="1065">
                  <a:latin typeface="Calibri" panose="020F0502020204030204" pitchFamily="34" charset="0"/>
                  <a:cs typeface="Calibri" panose="020F0502020204030204" pitchFamily="34" charset="0"/>
                </a:rPr>
                <a:t>Farming</a:t>
              </a:r>
            </a:p>
          </p:txBody>
        </p:sp>
        <p:sp>
          <p:nvSpPr>
            <p:cNvPr id="62" name="TextBox 61">
              <a:extLst>
                <a:ext uri="{FF2B5EF4-FFF2-40B4-BE49-F238E27FC236}">
                  <a16:creationId xmlns:a16="http://schemas.microsoft.com/office/drawing/2014/main" id="{F8DDB41A-F1F9-1797-F4CD-65AF4A270D58}"/>
                </a:ext>
              </a:extLst>
            </p:cNvPr>
            <p:cNvSpPr txBox="1"/>
            <p:nvPr/>
          </p:nvSpPr>
          <p:spPr>
            <a:xfrm>
              <a:off x="2702470" y="4489874"/>
              <a:ext cx="310806" cy="192405"/>
            </a:xfrm>
            <a:prstGeom prst="rect">
              <a:avLst/>
            </a:prstGeom>
            <a:noFill/>
          </p:spPr>
          <p:txBody>
            <a:bodyPr wrap="none" rtlCol="0">
              <a:spAutoFit/>
            </a:bodyPr>
            <a:lstStyle/>
            <a:p>
              <a:r>
                <a:rPr lang="en-US" sz="1065">
                  <a:latin typeface="Calibri" panose="020F0502020204030204" pitchFamily="34" charset="0"/>
                  <a:cs typeface="Calibri" panose="020F0502020204030204" pitchFamily="34" charset="0"/>
                </a:rPr>
                <a:t>USA</a:t>
              </a:r>
            </a:p>
          </p:txBody>
        </p:sp>
      </p:grpSp>
      <p:sp>
        <p:nvSpPr>
          <p:cNvPr id="63" name="Freeform 62">
            <a:extLst>
              <a:ext uri="{FF2B5EF4-FFF2-40B4-BE49-F238E27FC236}">
                <a16:creationId xmlns:a16="http://schemas.microsoft.com/office/drawing/2014/main" id="{5EDEB386-7B9B-F648-9307-116AEC6CD210}"/>
              </a:ext>
            </a:extLst>
          </p:cNvPr>
          <p:cNvSpPr/>
          <p:nvPr/>
        </p:nvSpPr>
        <p:spPr>
          <a:xfrm>
            <a:off x="5344100" y="5189233"/>
            <a:ext cx="769696" cy="123970"/>
          </a:xfrm>
          <a:custGeom>
            <a:avLst/>
            <a:gdLst>
              <a:gd name="connsiteX0" fmla="*/ 0 w 650838"/>
              <a:gd name="connsiteY0" fmla="*/ 16136 h 75466"/>
              <a:gd name="connsiteX1" fmla="*/ 317351 w 650838"/>
              <a:gd name="connsiteY1" fmla="*/ 75303 h 75466"/>
              <a:gd name="connsiteX2" fmla="*/ 650838 w 650838"/>
              <a:gd name="connsiteY2" fmla="*/ 0 h 75466"/>
            </a:gdLst>
            <a:ahLst/>
            <a:cxnLst>
              <a:cxn ang="0">
                <a:pos x="connsiteX0" y="connsiteY0"/>
              </a:cxn>
              <a:cxn ang="0">
                <a:pos x="connsiteX1" y="connsiteY1"/>
              </a:cxn>
              <a:cxn ang="0">
                <a:pos x="connsiteX2" y="connsiteY2"/>
              </a:cxn>
            </a:cxnLst>
            <a:rect l="l" t="t" r="r" b="b"/>
            <a:pathLst>
              <a:path w="650838" h="75466">
                <a:moveTo>
                  <a:pt x="0" y="16136"/>
                </a:moveTo>
                <a:cubicBezTo>
                  <a:pt x="104439" y="47064"/>
                  <a:pt x="208878" y="77992"/>
                  <a:pt x="317351" y="75303"/>
                </a:cubicBezTo>
                <a:cubicBezTo>
                  <a:pt x="425824" y="72614"/>
                  <a:pt x="538331" y="36307"/>
                  <a:pt x="650838" y="0"/>
                </a:cubicBezTo>
              </a:path>
            </a:pathLst>
          </a:custGeom>
          <a:ln w="28575">
            <a:solidFill>
              <a:schemeClr val="bg1">
                <a:lumMod val="50000"/>
              </a:schemeClr>
            </a:solidFill>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sz="2397">
              <a:latin typeface="Calibri" panose="020F0502020204030204" pitchFamily="34" charset="0"/>
              <a:cs typeface="Calibri" panose="020F0502020204030204" pitchFamily="34" charset="0"/>
            </a:endParaRPr>
          </a:p>
        </p:txBody>
      </p:sp>
      <p:sp>
        <p:nvSpPr>
          <p:cNvPr id="64" name="Freeform 63">
            <a:extLst>
              <a:ext uri="{FF2B5EF4-FFF2-40B4-BE49-F238E27FC236}">
                <a16:creationId xmlns:a16="http://schemas.microsoft.com/office/drawing/2014/main" id="{24165E91-F02C-0DF0-F258-5E60786CBCC0}"/>
              </a:ext>
            </a:extLst>
          </p:cNvPr>
          <p:cNvSpPr/>
          <p:nvPr/>
        </p:nvSpPr>
        <p:spPr>
          <a:xfrm>
            <a:off x="5249643" y="4703972"/>
            <a:ext cx="918192" cy="158550"/>
          </a:xfrm>
          <a:custGeom>
            <a:avLst/>
            <a:gdLst>
              <a:gd name="connsiteX0" fmla="*/ 570156 w 570156"/>
              <a:gd name="connsiteY0" fmla="*/ 80805 h 96942"/>
              <a:gd name="connsiteX1" fmla="*/ 274320 w 570156"/>
              <a:gd name="connsiteY1" fmla="*/ 123 h 96942"/>
              <a:gd name="connsiteX2" fmla="*/ 0 w 570156"/>
              <a:gd name="connsiteY2" fmla="*/ 96942 h 96942"/>
            </a:gdLst>
            <a:ahLst/>
            <a:cxnLst>
              <a:cxn ang="0">
                <a:pos x="connsiteX0" y="connsiteY0"/>
              </a:cxn>
              <a:cxn ang="0">
                <a:pos x="connsiteX1" y="connsiteY1"/>
              </a:cxn>
              <a:cxn ang="0">
                <a:pos x="connsiteX2" y="connsiteY2"/>
              </a:cxn>
            </a:cxnLst>
            <a:rect l="l" t="t" r="r" b="b"/>
            <a:pathLst>
              <a:path w="570156" h="96942">
                <a:moveTo>
                  <a:pt x="570156" y="80805"/>
                </a:moveTo>
                <a:cubicBezTo>
                  <a:pt x="469751" y="39119"/>
                  <a:pt x="369346" y="-2567"/>
                  <a:pt x="274320" y="123"/>
                </a:cubicBezTo>
                <a:cubicBezTo>
                  <a:pt x="179294" y="2812"/>
                  <a:pt x="89647" y="49877"/>
                  <a:pt x="0" y="96942"/>
                </a:cubicBezTo>
              </a:path>
            </a:pathLst>
          </a:custGeom>
          <a:noFill/>
          <a:ln>
            <a:solidFill>
              <a:schemeClr val="bg1">
                <a:lumMod val="50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7">
              <a:latin typeface="Calibri" panose="020F0502020204030204" pitchFamily="34" charset="0"/>
              <a:cs typeface="Calibri" panose="020F0502020204030204" pitchFamily="34" charset="0"/>
            </a:endParaRPr>
          </a:p>
        </p:txBody>
      </p:sp>
      <p:sp>
        <p:nvSpPr>
          <p:cNvPr id="65" name="Freeform 64">
            <a:extLst>
              <a:ext uri="{FF2B5EF4-FFF2-40B4-BE49-F238E27FC236}">
                <a16:creationId xmlns:a16="http://schemas.microsoft.com/office/drawing/2014/main" id="{321F15A4-D84B-23A8-50CA-F287156384A9}"/>
              </a:ext>
            </a:extLst>
          </p:cNvPr>
          <p:cNvSpPr/>
          <p:nvPr/>
        </p:nvSpPr>
        <p:spPr>
          <a:xfrm>
            <a:off x="5358426" y="5520711"/>
            <a:ext cx="723455" cy="266973"/>
          </a:xfrm>
          <a:custGeom>
            <a:avLst/>
            <a:gdLst>
              <a:gd name="connsiteX0" fmla="*/ 0 w 543261"/>
              <a:gd name="connsiteY0" fmla="*/ 0 h 200477"/>
              <a:gd name="connsiteX1" fmla="*/ 199016 w 543261"/>
              <a:gd name="connsiteY1" fmla="*/ 182880 h 200477"/>
              <a:gd name="connsiteX2" fmla="*/ 543261 w 543261"/>
              <a:gd name="connsiteY2" fmla="*/ 182880 h 200477"/>
            </a:gdLst>
            <a:ahLst/>
            <a:cxnLst>
              <a:cxn ang="0">
                <a:pos x="connsiteX0" y="connsiteY0"/>
              </a:cxn>
              <a:cxn ang="0">
                <a:pos x="connsiteX1" y="connsiteY1"/>
              </a:cxn>
              <a:cxn ang="0">
                <a:pos x="connsiteX2" y="connsiteY2"/>
              </a:cxn>
            </a:cxnLst>
            <a:rect l="l" t="t" r="r" b="b"/>
            <a:pathLst>
              <a:path w="543261" h="200477">
                <a:moveTo>
                  <a:pt x="0" y="0"/>
                </a:moveTo>
                <a:cubicBezTo>
                  <a:pt x="54236" y="76200"/>
                  <a:pt x="108473" y="152400"/>
                  <a:pt x="199016" y="182880"/>
                </a:cubicBezTo>
                <a:cubicBezTo>
                  <a:pt x="289560" y="213360"/>
                  <a:pt x="416410" y="198120"/>
                  <a:pt x="543261" y="182880"/>
                </a:cubicBezTo>
              </a:path>
            </a:pathLst>
          </a:custGeom>
          <a:noFill/>
          <a:ln>
            <a:solidFill>
              <a:schemeClr val="bg1">
                <a:lumMod val="50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7">
              <a:latin typeface="Calibri" panose="020F0502020204030204" pitchFamily="34" charset="0"/>
              <a:cs typeface="Calibri" panose="020F0502020204030204" pitchFamily="34" charset="0"/>
            </a:endParaRPr>
          </a:p>
        </p:txBody>
      </p:sp>
      <p:sp>
        <p:nvSpPr>
          <p:cNvPr id="66" name="Title 1">
            <a:extLst>
              <a:ext uri="{FF2B5EF4-FFF2-40B4-BE49-F238E27FC236}">
                <a16:creationId xmlns:a16="http://schemas.microsoft.com/office/drawing/2014/main" id="{D9FC17D3-84CF-A28C-D337-EED49B6D4500}"/>
              </a:ext>
            </a:extLst>
          </p:cNvPr>
          <p:cNvSpPr txBox="1">
            <a:spLocks/>
          </p:cNvSpPr>
          <p:nvPr/>
        </p:nvSpPr>
        <p:spPr>
          <a:xfrm>
            <a:off x="2381106" y="878595"/>
            <a:ext cx="2030688" cy="286873"/>
          </a:xfrm>
          <a:prstGeom prst="rect">
            <a:avLst/>
          </a:prstGeom>
        </p:spPr>
        <p:txBody>
          <a:bodyPr wrap="square" lIns="0" tIns="0" rIns="0" bIns="0">
            <a:spAutoFit/>
          </a:bodyPr>
          <a:lstStyle>
            <a:lvl1pPr>
              <a:defRPr sz="2400" b="0" i="0">
                <a:solidFill>
                  <a:srgbClr val="686868"/>
                </a:solidFill>
                <a:latin typeface="Georgia"/>
                <a:ea typeface="+mj-ea"/>
                <a:cs typeface="Georgia"/>
              </a:defRPr>
            </a:lvl1pPr>
          </a:lstStyle>
          <a:p>
            <a:pPr algn="ctr"/>
            <a:r>
              <a:rPr lang="en-US" sz="1864" kern="0" dirty="0">
                <a:latin typeface="Calibri" panose="020F0502020204030204" pitchFamily="34" charset="0"/>
                <a:cs typeface="Calibri" panose="020F0502020204030204" pitchFamily="34" charset="0"/>
              </a:rPr>
              <a:t>IAM</a:t>
            </a:r>
          </a:p>
        </p:txBody>
      </p:sp>
      <p:sp>
        <p:nvSpPr>
          <p:cNvPr id="68" name="Title 1">
            <a:extLst>
              <a:ext uri="{FF2B5EF4-FFF2-40B4-BE49-F238E27FC236}">
                <a16:creationId xmlns:a16="http://schemas.microsoft.com/office/drawing/2014/main" id="{9574DCA8-4E31-E488-D4FB-8A0FAF98E8C8}"/>
              </a:ext>
            </a:extLst>
          </p:cNvPr>
          <p:cNvSpPr txBox="1">
            <a:spLocks/>
          </p:cNvSpPr>
          <p:nvPr/>
        </p:nvSpPr>
        <p:spPr>
          <a:xfrm>
            <a:off x="4563441" y="878595"/>
            <a:ext cx="2739818" cy="286873"/>
          </a:xfrm>
          <a:prstGeom prst="rect">
            <a:avLst/>
          </a:prstGeom>
        </p:spPr>
        <p:txBody>
          <a:bodyPr wrap="square" lIns="0" tIns="0" rIns="0" bIns="0">
            <a:spAutoFit/>
          </a:bodyPr>
          <a:lstStyle>
            <a:lvl1pPr>
              <a:defRPr sz="2400" b="0" i="0">
                <a:solidFill>
                  <a:srgbClr val="686868"/>
                </a:solidFill>
                <a:latin typeface="Georgia"/>
                <a:ea typeface="+mj-ea"/>
                <a:cs typeface="Georgia"/>
              </a:defRPr>
            </a:lvl1pPr>
          </a:lstStyle>
          <a:p>
            <a:pPr algn="ctr"/>
            <a:r>
              <a:rPr lang="en-US" sz="1864" kern="0" dirty="0">
                <a:latin typeface="Calibri" panose="020F0502020204030204" pitchFamily="34" charset="0"/>
                <a:cs typeface="Calibri" panose="020F0502020204030204" pitchFamily="34" charset="0"/>
              </a:rPr>
              <a:t>LCA</a:t>
            </a:r>
          </a:p>
        </p:txBody>
      </p:sp>
      <p:cxnSp>
        <p:nvCxnSpPr>
          <p:cNvPr id="69" name="Straight Arrow Connector 68">
            <a:extLst>
              <a:ext uri="{FF2B5EF4-FFF2-40B4-BE49-F238E27FC236}">
                <a16:creationId xmlns:a16="http://schemas.microsoft.com/office/drawing/2014/main" id="{5C7E7A70-A7FF-7EE0-8748-9FC408D9BF7C}"/>
              </a:ext>
            </a:extLst>
          </p:cNvPr>
          <p:cNvCxnSpPr/>
          <p:nvPr/>
        </p:nvCxnSpPr>
        <p:spPr>
          <a:xfrm>
            <a:off x="3927515" y="1022047"/>
            <a:ext cx="1611657" cy="0"/>
          </a:xfrm>
          <a:prstGeom prst="straightConnector1">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0" name="Rectangle 69">
            <a:extLst>
              <a:ext uri="{FF2B5EF4-FFF2-40B4-BE49-F238E27FC236}">
                <a16:creationId xmlns:a16="http://schemas.microsoft.com/office/drawing/2014/main" id="{DEA0E28F-7B29-51F5-18B9-34D4CB0040E1}"/>
              </a:ext>
            </a:extLst>
          </p:cNvPr>
          <p:cNvSpPr/>
          <p:nvPr/>
        </p:nvSpPr>
        <p:spPr>
          <a:xfrm>
            <a:off x="2349806" y="878595"/>
            <a:ext cx="2085082" cy="5173557"/>
          </a:xfrm>
          <a:prstGeom prst="rect">
            <a:avLst/>
          </a:pr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7">
              <a:latin typeface="Calibri" panose="020F0502020204030204" pitchFamily="34" charset="0"/>
              <a:cs typeface="Calibri" panose="020F0502020204030204" pitchFamily="34" charset="0"/>
            </a:endParaRPr>
          </a:p>
        </p:txBody>
      </p:sp>
      <p:sp>
        <p:nvSpPr>
          <p:cNvPr id="71" name="Rectangle 70">
            <a:extLst>
              <a:ext uri="{FF2B5EF4-FFF2-40B4-BE49-F238E27FC236}">
                <a16:creationId xmlns:a16="http://schemas.microsoft.com/office/drawing/2014/main" id="{A314B8F9-9470-A245-DAE8-8A5C1DF81EA0}"/>
              </a:ext>
            </a:extLst>
          </p:cNvPr>
          <p:cNvSpPr/>
          <p:nvPr/>
        </p:nvSpPr>
        <p:spPr>
          <a:xfrm>
            <a:off x="4563441" y="878595"/>
            <a:ext cx="2373807" cy="5173557"/>
          </a:xfrm>
          <a:prstGeom prst="rect">
            <a:avLst/>
          </a:pr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7">
              <a:latin typeface="Calibri" panose="020F0502020204030204" pitchFamily="34" charset="0"/>
              <a:cs typeface="Calibri" panose="020F0502020204030204" pitchFamily="34" charset="0"/>
            </a:endParaRPr>
          </a:p>
        </p:txBody>
      </p:sp>
      <p:sp>
        <p:nvSpPr>
          <p:cNvPr id="72" name="Title 1">
            <a:extLst>
              <a:ext uri="{FF2B5EF4-FFF2-40B4-BE49-F238E27FC236}">
                <a16:creationId xmlns:a16="http://schemas.microsoft.com/office/drawing/2014/main" id="{C1B40BF6-928D-E059-FB9A-916FE1E04A77}"/>
              </a:ext>
            </a:extLst>
          </p:cNvPr>
          <p:cNvSpPr txBox="1">
            <a:spLocks/>
          </p:cNvSpPr>
          <p:nvPr/>
        </p:nvSpPr>
        <p:spPr>
          <a:xfrm>
            <a:off x="334962" y="878595"/>
            <a:ext cx="1909543" cy="286873"/>
          </a:xfrm>
          <a:prstGeom prst="rect">
            <a:avLst/>
          </a:prstGeom>
        </p:spPr>
        <p:txBody>
          <a:bodyPr wrap="square" lIns="0" tIns="0" rIns="0" bIns="0">
            <a:spAutoFit/>
          </a:bodyPr>
          <a:lstStyle>
            <a:lvl1pPr>
              <a:defRPr sz="2400" b="0" i="0">
                <a:solidFill>
                  <a:srgbClr val="686868"/>
                </a:solidFill>
                <a:latin typeface="Georgia"/>
                <a:ea typeface="+mj-ea"/>
                <a:cs typeface="Georgia"/>
              </a:defRPr>
            </a:lvl1pPr>
          </a:lstStyle>
          <a:p>
            <a:pPr algn="ctr"/>
            <a:r>
              <a:rPr lang="en-US" sz="1864" kern="0" dirty="0">
                <a:latin typeface="Calibri" panose="020F0502020204030204" pitchFamily="34" charset="0"/>
                <a:cs typeface="Calibri" panose="020F0502020204030204" pitchFamily="34" charset="0"/>
              </a:rPr>
              <a:t>LCA</a:t>
            </a:r>
          </a:p>
        </p:txBody>
      </p:sp>
      <p:sp>
        <p:nvSpPr>
          <p:cNvPr id="73" name="Rectangle 72">
            <a:extLst>
              <a:ext uri="{FF2B5EF4-FFF2-40B4-BE49-F238E27FC236}">
                <a16:creationId xmlns:a16="http://schemas.microsoft.com/office/drawing/2014/main" id="{DD2F704C-883C-140E-9B08-037FF997A084}"/>
              </a:ext>
            </a:extLst>
          </p:cNvPr>
          <p:cNvSpPr/>
          <p:nvPr/>
        </p:nvSpPr>
        <p:spPr>
          <a:xfrm>
            <a:off x="316456" y="878595"/>
            <a:ext cx="1958995" cy="5173557"/>
          </a:xfrm>
          <a:prstGeom prst="rect">
            <a:avLst/>
          </a:pr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7">
              <a:latin typeface="Calibri" panose="020F0502020204030204" pitchFamily="34" charset="0"/>
              <a:cs typeface="Calibri" panose="020F0502020204030204" pitchFamily="34" charset="0"/>
            </a:endParaRPr>
          </a:p>
        </p:txBody>
      </p:sp>
      <p:sp>
        <p:nvSpPr>
          <p:cNvPr id="74" name="object 22">
            <a:extLst>
              <a:ext uri="{FF2B5EF4-FFF2-40B4-BE49-F238E27FC236}">
                <a16:creationId xmlns:a16="http://schemas.microsoft.com/office/drawing/2014/main" id="{FE93AF89-30C3-75FF-BB6A-A6B943BFD5EE}"/>
              </a:ext>
            </a:extLst>
          </p:cNvPr>
          <p:cNvSpPr/>
          <p:nvPr/>
        </p:nvSpPr>
        <p:spPr>
          <a:xfrm>
            <a:off x="886141" y="1816862"/>
            <a:ext cx="734101" cy="784957"/>
          </a:xfrm>
          <a:prstGeom prst="rect">
            <a:avLst/>
          </a:prstGeom>
          <a:blipFill>
            <a:blip r:embed="rId9" cstate="print"/>
            <a:stretch>
              <a:fillRect/>
            </a:stretch>
          </a:blipFill>
        </p:spPr>
        <p:txBody>
          <a:bodyPr wrap="square" lIns="0" tIns="0" rIns="0" bIns="0" rtlCol="0"/>
          <a:lstStyle/>
          <a:p>
            <a:endParaRPr sz="2396">
              <a:latin typeface="Calibri" panose="020F0502020204030204" pitchFamily="34" charset="0"/>
              <a:cs typeface="Calibri" panose="020F0502020204030204" pitchFamily="34" charset="0"/>
            </a:endParaRPr>
          </a:p>
        </p:txBody>
      </p:sp>
      <p:grpSp>
        <p:nvGrpSpPr>
          <p:cNvPr id="86" name="Group 85">
            <a:extLst>
              <a:ext uri="{FF2B5EF4-FFF2-40B4-BE49-F238E27FC236}">
                <a16:creationId xmlns:a16="http://schemas.microsoft.com/office/drawing/2014/main" id="{FDBA5A21-E977-C069-3CCC-F54A47843CEB}"/>
              </a:ext>
            </a:extLst>
          </p:cNvPr>
          <p:cNvGrpSpPr/>
          <p:nvPr/>
        </p:nvGrpSpPr>
        <p:grpSpPr>
          <a:xfrm>
            <a:off x="741666" y="2910296"/>
            <a:ext cx="989377" cy="950387"/>
            <a:chOff x="442913" y="2493430"/>
            <a:chExt cx="1614487" cy="1550863"/>
          </a:xfrm>
        </p:grpSpPr>
        <p:pic>
          <p:nvPicPr>
            <p:cNvPr id="75" name="Picture 74">
              <a:extLst>
                <a:ext uri="{FF2B5EF4-FFF2-40B4-BE49-F238E27FC236}">
                  <a16:creationId xmlns:a16="http://schemas.microsoft.com/office/drawing/2014/main" id="{FCB5A988-D30C-67AC-10F8-D24AF9D833E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5919" t="36904" r="8261" b="12700"/>
            <a:stretch/>
          </p:blipFill>
          <p:spPr>
            <a:xfrm>
              <a:off x="660534" y="2885876"/>
              <a:ext cx="1014747" cy="595874"/>
            </a:xfrm>
            <a:prstGeom prst="rect">
              <a:avLst/>
            </a:prstGeom>
          </p:spPr>
        </p:pic>
        <p:cxnSp>
          <p:nvCxnSpPr>
            <p:cNvPr id="80" name="Straight Connector 79">
              <a:extLst>
                <a:ext uri="{FF2B5EF4-FFF2-40B4-BE49-F238E27FC236}">
                  <a16:creationId xmlns:a16="http://schemas.microsoft.com/office/drawing/2014/main" id="{3A0A4E20-9C4D-0A13-6279-3DF31E9C0FF1}"/>
                </a:ext>
              </a:extLst>
            </p:cNvPr>
            <p:cNvCxnSpPr/>
            <p:nvPr/>
          </p:nvCxnSpPr>
          <p:spPr>
            <a:xfrm flipH="1">
              <a:off x="442913" y="3479661"/>
              <a:ext cx="1614487" cy="0"/>
            </a:xfrm>
            <a:prstGeom prst="line">
              <a:avLst/>
            </a:prstGeom>
            <a:ln w="28575">
              <a:solidFill>
                <a:srgbClr val="4D4D4D"/>
              </a:solidFill>
            </a:ln>
          </p:spPr>
          <p:style>
            <a:lnRef idx="1">
              <a:schemeClr val="accent1"/>
            </a:lnRef>
            <a:fillRef idx="0">
              <a:schemeClr val="accent1"/>
            </a:fillRef>
            <a:effectRef idx="0">
              <a:schemeClr val="accent1"/>
            </a:effectRef>
            <a:fontRef idx="minor">
              <a:schemeClr val="tx1"/>
            </a:fontRef>
          </p:style>
        </p:cxnSp>
        <p:sp>
          <p:nvSpPr>
            <p:cNvPr id="81" name="Bent Arrow 80">
              <a:extLst>
                <a:ext uri="{FF2B5EF4-FFF2-40B4-BE49-F238E27FC236}">
                  <a16:creationId xmlns:a16="http://schemas.microsoft.com/office/drawing/2014/main" id="{1E27ECA4-D47D-B49C-1ECE-AE193D879DBF}"/>
                </a:ext>
              </a:extLst>
            </p:cNvPr>
            <p:cNvSpPr/>
            <p:nvPr/>
          </p:nvSpPr>
          <p:spPr>
            <a:xfrm rot="5400000">
              <a:off x="1063417" y="3241420"/>
              <a:ext cx="1326101" cy="279646"/>
            </a:xfrm>
            <a:prstGeom prst="bentArrow">
              <a:avLst>
                <a:gd name="adj1" fmla="val 5437"/>
                <a:gd name="adj2" fmla="val 25000"/>
                <a:gd name="adj3" fmla="val 25000"/>
                <a:gd name="adj4" fmla="val 43750"/>
              </a:avLst>
            </a:prstGeom>
            <a:solidFill>
              <a:srgbClr val="4D4D4D"/>
            </a:solidFill>
            <a:ln>
              <a:solidFill>
                <a:srgbClr val="4D4D4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solidFill>
                  <a:schemeClr val="tx1"/>
                </a:solidFill>
                <a:latin typeface="Calibri" panose="020F0502020204030204" pitchFamily="34" charset="0"/>
                <a:cs typeface="Calibri" panose="020F0502020204030204" pitchFamily="34" charset="0"/>
              </a:endParaRPr>
            </a:p>
          </p:txBody>
        </p:sp>
        <p:pic>
          <p:nvPicPr>
            <p:cNvPr id="82" name="Picture 81" descr="Icon&#10;&#10;Description automatically generated">
              <a:extLst>
                <a:ext uri="{FF2B5EF4-FFF2-40B4-BE49-F238E27FC236}">
                  <a16:creationId xmlns:a16="http://schemas.microsoft.com/office/drawing/2014/main" id="{04A858AD-861E-1270-C88F-81BA99887AF3}"/>
                </a:ext>
              </a:extLst>
            </p:cNvPr>
            <p:cNvPicPr>
              <a:picLocks noChangeAspect="1"/>
            </p:cNvPicPr>
            <p:nvPr/>
          </p:nvPicPr>
          <p:blipFill>
            <a:blip r:embed="rId10"/>
            <a:stretch>
              <a:fillRect/>
            </a:stretch>
          </p:blipFill>
          <p:spPr>
            <a:xfrm>
              <a:off x="1173804" y="2493430"/>
              <a:ext cx="421599" cy="421599"/>
            </a:xfrm>
            <a:prstGeom prst="rect">
              <a:avLst/>
            </a:prstGeom>
          </p:spPr>
        </p:pic>
        <p:pic>
          <p:nvPicPr>
            <p:cNvPr id="83" name="Picture 82" descr="Icon&#10;&#10;Description automatically generated">
              <a:extLst>
                <a:ext uri="{FF2B5EF4-FFF2-40B4-BE49-F238E27FC236}">
                  <a16:creationId xmlns:a16="http://schemas.microsoft.com/office/drawing/2014/main" id="{50392A99-8935-B9BE-4AAC-02EA63950BCB}"/>
                </a:ext>
              </a:extLst>
            </p:cNvPr>
            <p:cNvPicPr>
              <a:picLocks noChangeAspect="1"/>
            </p:cNvPicPr>
            <p:nvPr/>
          </p:nvPicPr>
          <p:blipFill>
            <a:blip r:embed="rId10"/>
            <a:stretch>
              <a:fillRect/>
            </a:stretch>
          </p:blipFill>
          <p:spPr>
            <a:xfrm>
              <a:off x="803979" y="2493430"/>
              <a:ext cx="421599" cy="421599"/>
            </a:xfrm>
            <a:prstGeom prst="rect">
              <a:avLst/>
            </a:prstGeom>
          </p:spPr>
        </p:pic>
      </p:grpSp>
      <p:pic>
        <p:nvPicPr>
          <p:cNvPr id="85" name="Picture 84" descr="A grey and black icon of a factory&#10;&#10;Description automatically generated">
            <a:extLst>
              <a:ext uri="{FF2B5EF4-FFF2-40B4-BE49-F238E27FC236}">
                <a16:creationId xmlns:a16="http://schemas.microsoft.com/office/drawing/2014/main" id="{4DE62831-1D63-9228-515E-74B74388FD3C}"/>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98310" y="4067561"/>
            <a:ext cx="804163" cy="804163"/>
          </a:xfrm>
          <a:prstGeom prst="rect">
            <a:avLst/>
          </a:prstGeom>
        </p:spPr>
      </p:pic>
      <p:pic>
        <p:nvPicPr>
          <p:cNvPr id="88" name="Picture 87" descr="A grey cube with black lines&#10;&#10;Description automatically generated">
            <a:extLst>
              <a:ext uri="{FF2B5EF4-FFF2-40B4-BE49-F238E27FC236}">
                <a16:creationId xmlns:a16="http://schemas.microsoft.com/office/drawing/2014/main" id="{DF7E1362-32ED-8FF1-F8A4-0B4E5DDA2FFC}"/>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887050" y="5166428"/>
            <a:ext cx="708565" cy="708565"/>
          </a:xfrm>
          <a:prstGeom prst="rect">
            <a:avLst/>
          </a:prstGeom>
        </p:spPr>
      </p:pic>
      <p:sp>
        <p:nvSpPr>
          <p:cNvPr id="89" name="Title 1">
            <a:extLst>
              <a:ext uri="{FF2B5EF4-FFF2-40B4-BE49-F238E27FC236}">
                <a16:creationId xmlns:a16="http://schemas.microsoft.com/office/drawing/2014/main" id="{49159429-616F-D7DA-B9D6-8AF41F38077B}"/>
              </a:ext>
            </a:extLst>
          </p:cNvPr>
          <p:cNvSpPr txBox="1">
            <a:spLocks/>
          </p:cNvSpPr>
          <p:nvPr/>
        </p:nvSpPr>
        <p:spPr>
          <a:xfrm>
            <a:off x="616331" y="1201024"/>
            <a:ext cx="1311854" cy="491801"/>
          </a:xfrm>
          <a:prstGeom prst="rect">
            <a:avLst/>
          </a:prstGeom>
        </p:spPr>
        <p:txBody>
          <a:bodyPr wrap="square" lIns="0" tIns="0" rIns="0" bIns="0">
            <a:spAutoFit/>
          </a:bodyPr>
          <a:lstStyle>
            <a:lvl1pPr>
              <a:defRPr sz="2400" b="0" i="0">
                <a:solidFill>
                  <a:srgbClr val="686868"/>
                </a:solidFill>
                <a:latin typeface="Georgia"/>
                <a:ea typeface="+mj-ea"/>
                <a:cs typeface="Georgia"/>
              </a:defRPr>
            </a:lvl1pPr>
          </a:lstStyle>
          <a:p>
            <a:pPr algn="ctr"/>
            <a:r>
              <a:rPr lang="en-US" sz="1598" u="sng" kern="0" dirty="0">
                <a:latin typeface="Calibri" panose="020F0502020204030204" pitchFamily="34" charset="0"/>
                <a:cs typeface="Calibri" panose="020F0502020204030204" pitchFamily="34" charset="0"/>
              </a:rPr>
              <a:t>Modelling new power plants</a:t>
            </a:r>
          </a:p>
        </p:txBody>
      </p:sp>
      <p:sp>
        <p:nvSpPr>
          <p:cNvPr id="93" name="Title 1">
            <a:extLst>
              <a:ext uri="{FF2B5EF4-FFF2-40B4-BE49-F238E27FC236}">
                <a16:creationId xmlns:a16="http://schemas.microsoft.com/office/drawing/2014/main" id="{F88D752B-6400-FE0D-9F98-0DB3C44614C4}"/>
              </a:ext>
            </a:extLst>
          </p:cNvPr>
          <p:cNvSpPr txBox="1">
            <a:spLocks/>
          </p:cNvSpPr>
          <p:nvPr/>
        </p:nvSpPr>
        <p:spPr>
          <a:xfrm>
            <a:off x="7717249" y="1228509"/>
            <a:ext cx="3698450" cy="245901"/>
          </a:xfrm>
          <a:prstGeom prst="rect">
            <a:avLst/>
          </a:prstGeom>
        </p:spPr>
        <p:txBody>
          <a:bodyPr wrap="square" lIns="0" tIns="0" rIns="0" bIns="0">
            <a:spAutoFit/>
          </a:bodyPr>
          <a:lstStyle>
            <a:lvl1pPr>
              <a:defRPr sz="2400" b="0" i="0">
                <a:solidFill>
                  <a:srgbClr val="686868"/>
                </a:solidFill>
                <a:latin typeface="Georgia"/>
                <a:ea typeface="+mj-ea"/>
                <a:cs typeface="Georgia"/>
              </a:defRPr>
            </a:lvl1pPr>
          </a:lstStyle>
          <a:p>
            <a:r>
              <a:rPr lang="en-US" sz="1598" u="sng" kern="0" dirty="0">
                <a:latin typeface="Calibri" panose="020F0502020204030204" pitchFamily="34" charset="0"/>
                <a:cs typeface="Calibri" panose="020F0502020204030204" pitchFamily="34" charset="0"/>
              </a:rPr>
              <a:t>Scores relative to original Ecoinvent values</a:t>
            </a:r>
          </a:p>
        </p:txBody>
      </p:sp>
      <p:pic>
        <p:nvPicPr>
          <p:cNvPr id="95" name="Picture 94">
            <a:extLst>
              <a:ext uri="{FF2B5EF4-FFF2-40B4-BE49-F238E27FC236}">
                <a16:creationId xmlns:a16="http://schemas.microsoft.com/office/drawing/2014/main" id="{B5F0710E-8CF6-9EF3-9085-7EB40B03FC81}"/>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992270" y="1788188"/>
            <a:ext cx="5106397" cy="3776606"/>
          </a:xfrm>
          <a:prstGeom prst="rect">
            <a:avLst/>
          </a:prstGeom>
        </p:spPr>
      </p:pic>
    </p:spTree>
    <p:extLst>
      <p:ext uri="{BB962C8B-B14F-4D97-AF65-F5344CB8AC3E}">
        <p14:creationId xmlns:p14="http://schemas.microsoft.com/office/powerpoint/2010/main" val="23809988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3692C-DD5E-7093-D9E6-FB4FB63606FF}"/>
              </a:ext>
            </a:extLst>
          </p:cNvPr>
          <p:cNvSpPr>
            <a:spLocks noGrp="1"/>
          </p:cNvSpPr>
          <p:nvPr>
            <p:ph type="title"/>
          </p:nvPr>
        </p:nvSpPr>
        <p:spPr>
          <a:xfrm>
            <a:off x="328827" y="360000"/>
            <a:ext cx="11510008" cy="492443"/>
          </a:xfrm>
        </p:spPr>
        <p:txBody>
          <a:bodyPr>
            <a:normAutofit/>
          </a:bodyPr>
          <a:lstStyle/>
          <a:p>
            <a:r>
              <a:rPr lang="en-US" sz="2600" dirty="0"/>
              <a:t>GWP </a:t>
            </a:r>
            <a:r>
              <a:rPr lang="es-ES" dirty="0"/>
              <a:t>a lo largo del tiempo y en distintos escenarios</a:t>
            </a:r>
            <a:endParaRPr lang="en-CH" sz="2600" dirty="0"/>
          </a:p>
        </p:txBody>
      </p:sp>
      <p:sp>
        <p:nvSpPr>
          <p:cNvPr id="7" name="Slide Number Placeholder 6">
            <a:extLst>
              <a:ext uri="{FF2B5EF4-FFF2-40B4-BE49-F238E27FC236}">
                <a16:creationId xmlns:a16="http://schemas.microsoft.com/office/drawing/2014/main" id="{6339F39B-0B0B-34CF-32B9-4F935C622073}"/>
              </a:ext>
            </a:extLst>
          </p:cNvPr>
          <p:cNvSpPr>
            <a:spLocks noGrp="1"/>
          </p:cNvSpPr>
          <p:nvPr>
            <p:ph type="sldNum" sz="quarter" idx="19"/>
          </p:nvPr>
        </p:nvSpPr>
        <p:spPr/>
        <p:txBody>
          <a:bodyPr/>
          <a:lstStyle/>
          <a:p>
            <a:fld id="{5EE7099E-8998-4851-915A-4F4831808297}" type="slidenum">
              <a:rPr lang="nl-NL" smtClean="0"/>
              <a:pPr/>
              <a:t>15</a:t>
            </a:fld>
            <a:endParaRPr lang="nl-NL"/>
          </a:p>
        </p:txBody>
      </p:sp>
      <p:sp>
        <p:nvSpPr>
          <p:cNvPr id="3" name="Vertical Text Placeholder 2">
            <a:extLst>
              <a:ext uri="{FF2B5EF4-FFF2-40B4-BE49-F238E27FC236}">
                <a16:creationId xmlns:a16="http://schemas.microsoft.com/office/drawing/2014/main" id="{9BF60835-48D4-8A20-9A94-CC7F5A56D895}"/>
              </a:ext>
            </a:extLst>
          </p:cNvPr>
          <p:cNvSpPr>
            <a:spLocks noGrp="1"/>
          </p:cNvSpPr>
          <p:nvPr>
            <p:ph sz="quarter" idx="20"/>
          </p:nvPr>
        </p:nvSpPr>
        <p:spPr>
          <a:xfrm>
            <a:off x="359732" y="1526019"/>
            <a:ext cx="2785489" cy="4699000"/>
          </a:xfrm>
        </p:spPr>
        <p:txBody>
          <a:bodyPr/>
          <a:lstStyle/>
          <a:p>
            <a:endParaRPr lang="en-US" dirty="0">
              <a:latin typeface="+mn-lt"/>
            </a:endParaRPr>
          </a:p>
          <a:p>
            <a:r>
              <a:rPr lang="es-ES" dirty="0">
                <a:latin typeface="+mn-lt"/>
              </a:rPr>
              <a:t>Reducción significativa de impactos en varios sectores</a:t>
            </a:r>
          </a:p>
          <a:p>
            <a:endParaRPr lang="en-US" dirty="0">
              <a:latin typeface="+mn-lt"/>
            </a:endParaRPr>
          </a:p>
          <a:p>
            <a:r>
              <a:rPr lang="es-ES" dirty="0">
                <a:latin typeface="+mn-lt"/>
              </a:rPr>
              <a:t>Gran parte se debe a menores emisiones de GHG por kWh de electricidad y a la electrificación</a:t>
            </a:r>
          </a:p>
          <a:p>
            <a:endParaRPr lang="en-US" dirty="0">
              <a:latin typeface="+mn-lt"/>
            </a:endParaRPr>
          </a:p>
          <a:p>
            <a:r>
              <a:rPr lang="es-ES" dirty="0">
                <a:latin typeface="+mn-lt"/>
              </a:rPr>
              <a:t>Los resultados dependen en gran medida del escenario y del modelo IAM</a:t>
            </a:r>
            <a:endParaRPr lang="en-CH" dirty="0">
              <a:latin typeface="+mn-lt"/>
            </a:endParaRPr>
          </a:p>
        </p:txBody>
      </p:sp>
      <p:pic>
        <p:nvPicPr>
          <p:cNvPr id="5" name="Picture 4" descr="A group of graphs showing the market for battery capacity&#10;&#10;Description automatically generated with medium confidence">
            <a:extLst>
              <a:ext uri="{FF2B5EF4-FFF2-40B4-BE49-F238E27FC236}">
                <a16:creationId xmlns:a16="http://schemas.microsoft.com/office/drawing/2014/main" id="{2B45814A-306A-2263-1355-AC871EBE89A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45220" y="1529175"/>
            <a:ext cx="8880967" cy="4900798"/>
          </a:xfrm>
          <a:prstGeom prst="rect">
            <a:avLst/>
          </a:prstGeom>
        </p:spPr>
      </p:pic>
      <p:sp>
        <p:nvSpPr>
          <p:cNvPr id="6" name="Rectangle 5">
            <a:extLst>
              <a:ext uri="{FF2B5EF4-FFF2-40B4-BE49-F238E27FC236}">
                <a16:creationId xmlns:a16="http://schemas.microsoft.com/office/drawing/2014/main" id="{C0BCCC11-E23D-5245-0224-27EFBD5AA3AF}"/>
              </a:ext>
            </a:extLst>
          </p:cNvPr>
          <p:cNvSpPr/>
          <p:nvPr/>
        </p:nvSpPr>
        <p:spPr>
          <a:xfrm>
            <a:off x="9675359" y="774689"/>
            <a:ext cx="2296398" cy="667546"/>
          </a:xfrm>
          <a:prstGeom prst="rect">
            <a:avLst/>
          </a:prstGeom>
          <a:noFill/>
          <a:ln w="9525">
            <a:solidFill>
              <a:srgbClr val="A4A4A4"/>
            </a:solidFill>
          </a:ln>
        </p:spPr>
        <p:style>
          <a:lnRef idx="2">
            <a:schemeClr val="accent1">
              <a:shade val="50000"/>
            </a:schemeClr>
          </a:lnRef>
          <a:fillRef idx="1">
            <a:schemeClr val="accent1"/>
          </a:fillRef>
          <a:effectRef idx="0">
            <a:schemeClr val="accent1"/>
          </a:effectRef>
          <a:fontRef idx="minor">
            <a:schemeClr val="lt1"/>
          </a:fontRef>
        </p:style>
        <p:txBody>
          <a:bodyPr lIns="144000" rIns="144000" rtlCol="0" anchor="ctr"/>
          <a:lstStyle/>
          <a:p>
            <a:pPr algn="r"/>
            <a:r>
              <a:rPr lang="en-CH" sz="1200" dirty="0">
                <a:solidFill>
                  <a:schemeClr val="tx1"/>
                </a:solidFill>
              </a:rPr>
              <a:t>Base = No climate mitigiation</a:t>
            </a:r>
          </a:p>
          <a:p>
            <a:pPr algn="r"/>
            <a:r>
              <a:rPr lang="en-CH" sz="1200" dirty="0">
                <a:solidFill>
                  <a:schemeClr val="tx1"/>
                </a:solidFill>
              </a:rPr>
              <a:t>RCP 2.6 = &lt;2 °C</a:t>
            </a:r>
          </a:p>
          <a:p>
            <a:pPr algn="r"/>
            <a:r>
              <a:rPr lang="en-CH" sz="1200" dirty="0">
                <a:solidFill>
                  <a:schemeClr val="tx1"/>
                </a:solidFill>
              </a:rPr>
              <a:t>RCP 1.9 = 1.5 °C</a:t>
            </a:r>
          </a:p>
        </p:txBody>
      </p:sp>
      <p:pic>
        <p:nvPicPr>
          <p:cNvPr id="8" name="Picture 7" descr="A group of graphs showing the market for battery capacity&#10;&#10;Description automatically generated with medium confidence">
            <a:extLst>
              <a:ext uri="{FF2B5EF4-FFF2-40B4-BE49-F238E27FC236}">
                <a16:creationId xmlns:a16="http://schemas.microsoft.com/office/drawing/2014/main" id="{25CB332D-4CDE-50D7-F772-D9F9F0847B0A}"/>
              </a:ext>
            </a:extLst>
          </p:cNvPr>
          <p:cNvPicPr>
            <a:picLocks noChangeAspect="1"/>
          </p:cNvPicPr>
          <p:nvPr/>
        </p:nvPicPr>
        <p:blipFill>
          <a:blip r:embed="rId4" cstate="print">
            <a:extLst>
              <a:ext uri="{28A0092B-C50C-407E-A947-70E740481C1C}">
                <a14:useLocalDpi xmlns:a14="http://schemas.microsoft.com/office/drawing/2010/main" val="0"/>
              </a:ext>
            </a:extLst>
          </a:blip>
          <a:srcRect l="66759" t="50000" r="-466" b="735"/>
          <a:stretch/>
        </p:blipFill>
        <p:spPr>
          <a:xfrm>
            <a:off x="6159131" y="1526018"/>
            <a:ext cx="3042015" cy="2453555"/>
          </a:xfrm>
          <a:prstGeom prst="rect">
            <a:avLst/>
          </a:prstGeom>
        </p:spPr>
      </p:pic>
      <p:sp>
        <p:nvSpPr>
          <p:cNvPr id="9" name="TextBox 8">
            <a:extLst>
              <a:ext uri="{FF2B5EF4-FFF2-40B4-BE49-F238E27FC236}">
                <a16:creationId xmlns:a16="http://schemas.microsoft.com/office/drawing/2014/main" id="{8F98BBB3-3A98-A4B6-6975-DA796C98ABF2}"/>
              </a:ext>
            </a:extLst>
          </p:cNvPr>
          <p:cNvSpPr txBox="1"/>
          <p:nvPr/>
        </p:nvSpPr>
        <p:spPr>
          <a:xfrm>
            <a:off x="10748481" y="6400148"/>
            <a:ext cx="1445979" cy="341220"/>
          </a:xfrm>
          <a:prstGeom prst="rect">
            <a:avLst/>
          </a:prstGeom>
          <a:noFill/>
        </p:spPr>
        <p:txBody>
          <a:bodyPr wrap="square" lIns="108000" tIns="108000" rIns="108000" bIns="108000" rtlCol="0">
            <a:spAutoFit/>
          </a:bodyPr>
          <a:lstStyle/>
          <a:p>
            <a:pPr algn="r"/>
            <a:r>
              <a:rPr lang="en-GB" sz="800" dirty="0">
                <a:solidFill>
                  <a:schemeClr val="bg2"/>
                </a:solidFill>
              </a:rPr>
              <a:t>* N</a:t>
            </a:r>
            <a:r>
              <a:rPr lang="en-CH" sz="800" dirty="0">
                <a:solidFill>
                  <a:schemeClr val="bg2"/>
                </a:solidFill>
              </a:rPr>
              <a:t>ot from IAM scenario</a:t>
            </a:r>
            <a:endParaRPr lang="en-CH" sz="1100" noProof="0" dirty="0">
              <a:solidFill>
                <a:schemeClr val="bg2"/>
              </a:solidFill>
            </a:endParaRPr>
          </a:p>
        </p:txBody>
      </p:sp>
    </p:spTree>
    <p:extLst>
      <p:ext uri="{BB962C8B-B14F-4D97-AF65-F5344CB8AC3E}">
        <p14:creationId xmlns:p14="http://schemas.microsoft.com/office/powerpoint/2010/main" val="38512205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7F389-EA35-C670-8C63-BB919643F8C9}"/>
              </a:ext>
            </a:extLst>
          </p:cNvPr>
          <p:cNvSpPr>
            <a:spLocks noGrp="1"/>
          </p:cNvSpPr>
          <p:nvPr>
            <p:ph type="title"/>
          </p:nvPr>
        </p:nvSpPr>
        <p:spPr>
          <a:xfrm>
            <a:off x="342908" y="360000"/>
            <a:ext cx="11510008" cy="492443"/>
          </a:xfrm>
        </p:spPr>
        <p:txBody>
          <a:bodyPr>
            <a:normAutofit/>
          </a:bodyPr>
          <a:lstStyle/>
          <a:p>
            <a:r>
              <a:rPr lang="es-ES" b="1" dirty="0"/>
              <a:t>Desafíos para la generación y uso de bases de datos </a:t>
            </a:r>
            <a:r>
              <a:rPr lang="es-ES" b="1" dirty="0" err="1"/>
              <a:t>pLCA</a:t>
            </a:r>
            <a:endParaRPr lang="en-CH" sz="2600" dirty="0"/>
          </a:p>
        </p:txBody>
      </p:sp>
      <p:sp>
        <p:nvSpPr>
          <p:cNvPr id="9" name="Slide Number Placeholder 8">
            <a:extLst>
              <a:ext uri="{FF2B5EF4-FFF2-40B4-BE49-F238E27FC236}">
                <a16:creationId xmlns:a16="http://schemas.microsoft.com/office/drawing/2014/main" id="{787DACCE-EC6E-12E1-6C0D-8D71F3C1B848}"/>
              </a:ext>
            </a:extLst>
          </p:cNvPr>
          <p:cNvSpPr>
            <a:spLocks noGrp="1"/>
          </p:cNvSpPr>
          <p:nvPr>
            <p:ph type="sldNum" sz="quarter" idx="19"/>
          </p:nvPr>
        </p:nvSpPr>
        <p:spPr/>
        <p:txBody>
          <a:bodyPr/>
          <a:lstStyle/>
          <a:p>
            <a:fld id="{5EE7099E-8998-4851-915A-4F4831808297}" type="slidenum">
              <a:rPr lang="nl-NL" smtClean="0"/>
              <a:pPr/>
              <a:t>16</a:t>
            </a:fld>
            <a:endParaRPr lang="nl-NL"/>
          </a:p>
        </p:txBody>
      </p:sp>
      <p:graphicFrame>
        <p:nvGraphicFramePr>
          <p:cNvPr id="4" name="Table 3">
            <a:extLst>
              <a:ext uri="{FF2B5EF4-FFF2-40B4-BE49-F238E27FC236}">
                <a16:creationId xmlns:a16="http://schemas.microsoft.com/office/drawing/2014/main" id="{B72B0EDE-D7C0-C23A-B86D-02359EC1B725}"/>
              </a:ext>
            </a:extLst>
          </p:cNvPr>
          <p:cNvGraphicFramePr>
            <a:graphicFrameLocks noGrp="1"/>
          </p:cNvGraphicFramePr>
          <p:nvPr/>
        </p:nvGraphicFramePr>
        <p:xfrm>
          <a:off x="623887" y="1454825"/>
          <a:ext cx="10944226" cy="4246880"/>
        </p:xfrm>
        <a:graphic>
          <a:graphicData uri="http://schemas.openxmlformats.org/drawingml/2006/table">
            <a:tbl>
              <a:tblPr firstRow="1" bandRow="1">
                <a:tableStyleId>{9D7B26C5-4107-4FEC-AEDC-1716B250A1EF}</a:tableStyleId>
              </a:tblPr>
              <a:tblGrid>
                <a:gridCol w="3159837">
                  <a:extLst>
                    <a:ext uri="{9D8B030D-6E8A-4147-A177-3AD203B41FA5}">
                      <a16:colId xmlns:a16="http://schemas.microsoft.com/office/drawing/2014/main" val="1154066712"/>
                    </a:ext>
                  </a:extLst>
                </a:gridCol>
                <a:gridCol w="7784389">
                  <a:extLst>
                    <a:ext uri="{9D8B030D-6E8A-4147-A177-3AD203B41FA5}">
                      <a16:colId xmlns:a16="http://schemas.microsoft.com/office/drawing/2014/main" val="3389031136"/>
                    </a:ext>
                  </a:extLst>
                </a:gridCol>
              </a:tblGrid>
              <a:tr h="370840">
                <a:tc>
                  <a:txBody>
                    <a:bodyPr/>
                    <a:lstStyle/>
                    <a:p>
                      <a:r>
                        <a:rPr lang="en-CH" dirty="0"/>
                        <a:t>Challenge</a:t>
                      </a:r>
                    </a:p>
                  </a:txBody>
                  <a:tcPr/>
                </a:tc>
                <a:tc>
                  <a:txBody>
                    <a:bodyPr/>
                    <a:lstStyle/>
                    <a:p>
                      <a:r>
                        <a:rPr lang="en-CH" dirty="0"/>
                        <a:t>Description</a:t>
                      </a:r>
                    </a:p>
                  </a:txBody>
                  <a:tcPr/>
                </a:tc>
                <a:extLst>
                  <a:ext uri="{0D108BD9-81ED-4DB2-BD59-A6C34878D82A}">
                    <a16:rowId xmlns:a16="http://schemas.microsoft.com/office/drawing/2014/main" val="156848312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Temporal consistency FG/BG</a:t>
                      </a:r>
                      <a:endParaRPr lang="en-US" dirty="0">
                        <a:sym typeface="Wingdings" panose="05000000000000000000" pitchFamily="2" charset="2"/>
                      </a:endParaRPr>
                    </a:p>
                  </a:txBody>
                  <a:tcPr/>
                </a:tc>
                <a:tc rowSpan="2">
                  <a:txBody>
                    <a:bodyPr/>
                    <a:lstStyle/>
                    <a:p>
                      <a:r>
                        <a:rPr lang="en-CH" i="1" dirty="0"/>
                        <a:t>Ensure that t</a:t>
                      </a:r>
                      <a:r>
                        <a:rPr lang="en-GB" i="1" dirty="0"/>
                        <a:t>he</a:t>
                      </a:r>
                      <a:r>
                        <a:rPr lang="en-CH" i="1" dirty="0"/>
                        <a:t> TRL and deployment foreground technology is consistent with the background scenario.</a:t>
                      </a:r>
                    </a:p>
                  </a:txBody>
                  <a:tcPr/>
                </a:tc>
                <a:extLst>
                  <a:ext uri="{0D108BD9-81ED-4DB2-BD59-A6C34878D82A}">
                    <a16:rowId xmlns:a16="http://schemas.microsoft.com/office/drawing/2014/main" val="44410204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Narrative consistency FG/BG</a:t>
                      </a:r>
                    </a:p>
                  </a:txBody>
                  <a:tcPr/>
                </a:tc>
                <a:tc vMerge="1">
                  <a:txBody>
                    <a:bodyPr/>
                    <a:lstStyle/>
                    <a:p>
                      <a:endParaRPr lang="en-CH" dirty="0"/>
                    </a:p>
                  </a:txBody>
                  <a:tcPr/>
                </a:tc>
                <a:extLst>
                  <a:ext uri="{0D108BD9-81ED-4DB2-BD59-A6C34878D82A}">
                    <a16:rowId xmlns:a16="http://schemas.microsoft.com/office/drawing/2014/main" val="300851492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Sectoral coverage</a:t>
                      </a:r>
                    </a:p>
                  </a:txBody>
                  <a:tcPr/>
                </a:tc>
                <a:tc>
                  <a:txBody>
                    <a:bodyPr/>
                    <a:lstStyle/>
                    <a:p>
                      <a:r>
                        <a:rPr lang="en-CH" i="1" dirty="0"/>
                        <a:t>What are the most important sectors’ projections to integrate in LCA?</a:t>
                      </a:r>
                    </a:p>
                  </a:txBody>
                  <a:tcPr/>
                </a:tc>
                <a:extLst>
                  <a:ext uri="{0D108BD9-81ED-4DB2-BD59-A6C34878D82A}">
                    <a16:rowId xmlns:a16="http://schemas.microsoft.com/office/drawing/2014/main" val="229747035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Environmental coverage</a:t>
                      </a:r>
                    </a:p>
                  </a:txBody>
                  <a:tcPr/>
                </a:tc>
                <a:tc>
                  <a:txBody>
                    <a:bodyPr/>
                    <a:lstStyle/>
                    <a:p>
                      <a:r>
                        <a:rPr lang="en-CH" i="1" dirty="0"/>
                        <a:t>IAM and energy model projections focus on energy and climate. Non-climate impacts are less robust and consistent (e.g., biodiversity, ozone depletion).</a:t>
                      </a:r>
                    </a:p>
                  </a:txBody>
                  <a:tcPr/>
                </a:tc>
                <a:extLst>
                  <a:ext uri="{0D108BD9-81ED-4DB2-BD59-A6C34878D82A}">
                    <a16:rowId xmlns:a16="http://schemas.microsoft.com/office/drawing/2014/main" val="374291470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Consistency vs. Quality/Detail</a:t>
                      </a:r>
                    </a:p>
                  </a:txBody>
                  <a:tcPr/>
                </a:tc>
                <a:tc>
                  <a:txBody>
                    <a:bodyPr/>
                    <a:lstStyle/>
                    <a:p>
                      <a:r>
                        <a:rPr lang="en-CH" i="1" dirty="0"/>
                        <a:t>Should LCA process be 100% consistent with the scenario (efficiency, lifetime) or should we focus on completeness?</a:t>
                      </a:r>
                    </a:p>
                  </a:txBody>
                  <a:tcPr/>
                </a:tc>
                <a:extLst>
                  <a:ext uri="{0D108BD9-81ED-4DB2-BD59-A6C34878D82A}">
                    <a16:rowId xmlns:a16="http://schemas.microsoft.com/office/drawing/2014/main" val="384480371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Harmonization &amp; acceptance</a:t>
                      </a:r>
                    </a:p>
                  </a:txBody>
                  <a:tcPr/>
                </a:tc>
                <a:tc>
                  <a:txBody>
                    <a:bodyPr/>
                    <a:lstStyle/>
                    <a:p>
                      <a:r>
                        <a:rPr lang="en-CH" i="1" dirty="0"/>
                        <a:t>Which scenarios should be considered? IPCC’s marker scenarios?</a:t>
                      </a:r>
                    </a:p>
                  </a:txBody>
                  <a:tcPr/>
                </a:tc>
                <a:extLst>
                  <a:ext uri="{0D108BD9-81ED-4DB2-BD59-A6C34878D82A}">
                    <a16:rowId xmlns:a16="http://schemas.microsoft.com/office/drawing/2014/main" val="2665031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Sharing/distribution</a:t>
                      </a:r>
                    </a:p>
                  </a:txBody>
                  <a:tcPr/>
                </a:tc>
                <a:tc>
                  <a:txBody>
                    <a:bodyPr/>
                    <a:lstStyle/>
                    <a:p>
                      <a:r>
                        <a:rPr lang="en-CH" i="1" dirty="0"/>
                        <a:t>Licensed IAM and LCA data hamper distribution.</a:t>
                      </a:r>
                    </a:p>
                  </a:txBody>
                  <a:tcPr/>
                </a:tc>
                <a:extLst>
                  <a:ext uri="{0D108BD9-81ED-4DB2-BD59-A6C34878D82A}">
                    <a16:rowId xmlns:a16="http://schemas.microsoft.com/office/drawing/2014/main" val="346464000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Software</a:t>
                      </a:r>
                    </a:p>
                  </a:txBody>
                  <a:tcPr/>
                </a:tc>
                <a:tc>
                  <a:txBody>
                    <a:bodyPr/>
                    <a:lstStyle/>
                    <a:p>
                      <a:r>
                        <a:rPr lang="en-CH" i="1" dirty="0"/>
                        <a:t>Only Brightway and Activity-Browser handle scenario-based LCA databases.</a:t>
                      </a:r>
                    </a:p>
                  </a:txBody>
                  <a:tcPr/>
                </a:tc>
                <a:extLst>
                  <a:ext uri="{0D108BD9-81ED-4DB2-BD59-A6C34878D82A}">
                    <a16:rowId xmlns:a16="http://schemas.microsoft.com/office/drawing/2014/main" val="220649658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Interpretation</a:t>
                      </a:r>
                    </a:p>
                  </a:txBody>
                  <a:tcPr/>
                </a:tc>
                <a:tc>
                  <a:txBody>
                    <a:bodyPr/>
                    <a:lstStyle/>
                    <a:p>
                      <a:r>
                        <a:rPr lang="en-CH" i="1" dirty="0"/>
                        <a:t>Exploratory scenarios, not predictions!</a:t>
                      </a:r>
                    </a:p>
                  </a:txBody>
                  <a:tcPr/>
                </a:tc>
                <a:extLst>
                  <a:ext uri="{0D108BD9-81ED-4DB2-BD59-A6C34878D82A}">
                    <a16:rowId xmlns:a16="http://schemas.microsoft.com/office/drawing/2014/main" val="812491626"/>
                  </a:ext>
                </a:extLst>
              </a:tr>
            </a:tbl>
          </a:graphicData>
        </a:graphic>
      </p:graphicFrame>
    </p:spTree>
    <p:extLst>
      <p:ext uri="{BB962C8B-B14F-4D97-AF65-F5344CB8AC3E}">
        <p14:creationId xmlns:p14="http://schemas.microsoft.com/office/powerpoint/2010/main" val="33181636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1C682E8-3FFB-4049-BF92-EFE86F5528D4}"/>
              </a:ext>
            </a:extLst>
          </p:cNvPr>
          <p:cNvSpPr>
            <a:spLocks noGrp="1"/>
          </p:cNvSpPr>
          <p:nvPr>
            <p:ph type="title"/>
          </p:nvPr>
        </p:nvSpPr>
        <p:spPr/>
        <p:txBody>
          <a:bodyPr>
            <a:normAutofit/>
          </a:bodyPr>
          <a:lstStyle/>
          <a:p>
            <a:r>
              <a:rPr lang="en-US" sz="2600" dirty="0"/>
              <a:t>Vision: “</a:t>
            </a:r>
            <a:r>
              <a:rPr lang="en-US" sz="2600" dirty="0">
                <a:solidFill>
                  <a:srgbClr val="00B050"/>
                </a:solidFill>
              </a:rPr>
              <a:t>Qualities</a:t>
            </a:r>
            <a:r>
              <a:rPr lang="en-US" sz="2600" dirty="0"/>
              <a:t>” of </a:t>
            </a:r>
            <a:r>
              <a:rPr lang="en-US" sz="2600" dirty="0" err="1"/>
              <a:t>pLCI</a:t>
            </a:r>
            <a:r>
              <a:rPr lang="en-US" sz="2600" dirty="0"/>
              <a:t> databases</a:t>
            </a:r>
            <a:endParaRPr lang="en-CH" sz="2600" dirty="0"/>
          </a:p>
        </p:txBody>
      </p:sp>
      <p:sp>
        <p:nvSpPr>
          <p:cNvPr id="8" name="Slide Number Placeholder 7">
            <a:extLst>
              <a:ext uri="{FF2B5EF4-FFF2-40B4-BE49-F238E27FC236}">
                <a16:creationId xmlns:a16="http://schemas.microsoft.com/office/drawing/2014/main" id="{E7F557B1-4A4D-3B0B-AF2B-CD0C3AA6E056}"/>
              </a:ext>
            </a:extLst>
          </p:cNvPr>
          <p:cNvSpPr>
            <a:spLocks noGrp="1"/>
          </p:cNvSpPr>
          <p:nvPr>
            <p:ph type="sldNum" sz="quarter" idx="19"/>
          </p:nvPr>
        </p:nvSpPr>
        <p:spPr/>
        <p:txBody>
          <a:bodyPr/>
          <a:lstStyle/>
          <a:p>
            <a:fld id="{5EE7099E-8998-4851-915A-4F4831808297}" type="slidenum">
              <a:rPr lang="nl-NL" smtClean="0"/>
              <a:pPr/>
              <a:t>17</a:t>
            </a:fld>
            <a:endParaRPr lang="nl-NL" dirty="0"/>
          </a:p>
        </p:txBody>
      </p:sp>
      <p:sp>
        <p:nvSpPr>
          <p:cNvPr id="11" name="Rectangle: Rounded Corners 10">
            <a:extLst>
              <a:ext uri="{FF2B5EF4-FFF2-40B4-BE49-F238E27FC236}">
                <a16:creationId xmlns:a16="http://schemas.microsoft.com/office/drawing/2014/main" id="{1D5F33B5-C4BD-2F92-8465-A2296AD601E8}"/>
              </a:ext>
            </a:extLst>
          </p:cNvPr>
          <p:cNvSpPr/>
          <p:nvPr/>
        </p:nvSpPr>
        <p:spPr>
          <a:xfrm>
            <a:off x="9869177" y="3067235"/>
            <a:ext cx="1522329" cy="1157328"/>
          </a:xfrm>
          <a:prstGeom prst="roundRect">
            <a:avLst/>
          </a:prstGeom>
          <a:solidFill>
            <a:srgbClr val="FFFFF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sng" strike="noStrike" kern="0" cap="none" spc="0" normalizeH="0" baseline="0" noProof="0" dirty="0">
                <a:ln>
                  <a:noFill/>
                </a:ln>
                <a:solidFill>
                  <a:srgbClr val="000000"/>
                </a:solidFill>
                <a:effectLst/>
                <a:uLnTx/>
                <a:uFillTx/>
                <a:ea typeface="+mn-ea"/>
                <a:cs typeface="+mn-cs"/>
              </a:rPr>
              <a:t>Goal</a:t>
            </a:r>
            <a:r>
              <a:rPr kumimoji="0" lang="en-US" sz="1400" b="1" i="0" u="none" strike="noStrike" kern="0" cap="none" spc="0" normalizeH="0" baseline="0" noProof="0" dirty="0">
                <a:ln>
                  <a:noFill/>
                </a:ln>
                <a:solidFill>
                  <a:srgbClr val="000000"/>
                </a:solidFill>
                <a:effectLst/>
                <a:uLnTx/>
                <a:uFillTx/>
                <a:ea typeface="+mn-ea"/>
                <a:cs typeface="+mn-cs"/>
              </a:rPr>
              <a: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000000"/>
                </a:solidFill>
                <a:effectLst/>
                <a:uLnTx/>
                <a:uFillTx/>
                <a:ea typeface="+mn-ea"/>
                <a:cs typeface="+mn-cs"/>
              </a:rPr>
              <a:t>Meaningful decision support from prospective LCA</a:t>
            </a:r>
          </a:p>
        </p:txBody>
      </p:sp>
      <p:sp>
        <p:nvSpPr>
          <p:cNvPr id="12" name="Arrow: Right 11">
            <a:extLst>
              <a:ext uri="{FF2B5EF4-FFF2-40B4-BE49-F238E27FC236}">
                <a16:creationId xmlns:a16="http://schemas.microsoft.com/office/drawing/2014/main" id="{9A9BA497-13EB-8CC8-014D-F6B8761168B7}"/>
              </a:ext>
            </a:extLst>
          </p:cNvPr>
          <p:cNvSpPr/>
          <p:nvPr/>
        </p:nvSpPr>
        <p:spPr>
          <a:xfrm>
            <a:off x="881068" y="4607321"/>
            <a:ext cx="10510438" cy="276162"/>
          </a:xfrm>
          <a:prstGeom prst="rightArrow">
            <a:avLst>
              <a:gd name="adj1" fmla="val 100000"/>
              <a:gd name="adj2" fmla="val 0"/>
            </a:avLst>
          </a:prstGeom>
          <a:solidFill>
            <a:srgbClr val="FFFFFF">
              <a:lumMod val="85000"/>
              <a:alpha val="50000"/>
            </a:srgbClr>
          </a:solidFill>
          <a:ln>
            <a:noFill/>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ea typeface="+mn-ea"/>
                <a:cs typeface="+mn-cs"/>
              </a:rPr>
              <a:t>Documentation &amp; Guidance</a:t>
            </a:r>
          </a:p>
        </p:txBody>
      </p:sp>
      <p:sp>
        <p:nvSpPr>
          <p:cNvPr id="14" name="Arrow: Right 13">
            <a:extLst>
              <a:ext uri="{FF2B5EF4-FFF2-40B4-BE49-F238E27FC236}">
                <a16:creationId xmlns:a16="http://schemas.microsoft.com/office/drawing/2014/main" id="{C36F4FA5-4461-8ADA-99B7-C1C5023F1412}"/>
              </a:ext>
            </a:extLst>
          </p:cNvPr>
          <p:cNvSpPr/>
          <p:nvPr/>
        </p:nvSpPr>
        <p:spPr>
          <a:xfrm>
            <a:off x="884292" y="4974912"/>
            <a:ext cx="7627248" cy="276162"/>
          </a:xfrm>
          <a:prstGeom prst="rightArrow">
            <a:avLst>
              <a:gd name="adj1" fmla="val 100000"/>
              <a:gd name="adj2" fmla="val 0"/>
            </a:avLst>
          </a:prstGeom>
          <a:solidFill>
            <a:srgbClr val="F46E32">
              <a:lumMod val="20000"/>
              <a:lumOff val="80000"/>
              <a:alpha val="50000"/>
            </a:srgbClr>
          </a:solidFill>
          <a:ln>
            <a:noFill/>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ea typeface="+mn-ea"/>
                <a:cs typeface="+mn-cs"/>
              </a:rPr>
              <a:t>Institutions </a:t>
            </a:r>
          </a:p>
        </p:txBody>
      </p:sp>
      <p:cxnSp>
        <p:nvCxnSpPr>
          <p:cNvPr id="15" name="Straight Arrow Connector 14">
            <a:extLst>
              <a:ext uri="{FF2B5EF4-FFF2-40B4-BE49-F238E27FC236}">
                <a16:creationId xmlns:a16="http://schemas.microsoft.com/office/drawing/2014/main" id="{9E2E2486-3375-BEE9-B8D1-9278FA175F8A}"/>
              </a:ext>
            </a:extLst>
          </p:cNvPr>
          <p:cNvCxnSpPr>
            <a:cxnSpLocks/>
            <a:stCxn id="62" idx="3"/>
            <a:endCxn id="36" idx="1"/>
          </p:cNvCxnSpPr>
          <p:nvPr/>
        </p:nvCxnSpPr>
        <p:spPr>
          <a:xfrm>
            <a:off x="2135270" y="3450332"/>
            <a:ext cx="259245" cy="188427"/>
          </a:xfrm>
          <a:prstGeom prst="straightConnector1">
            <a:avLst/>
          </a:prstGeom>
          <a:noFill/>
          <a:ln w="38100" cap="flat" cmpd="sng" algn="ctr">
            <a:solidFill>
              <a:srgbClr val="5CB1EB"/>
            </a:solidFill>
            <a:prstDash val="solid"/>
            <a:miter lim="800000"/>
            <a:tailEnd type="triangle"/>
          </a:ln>
          <a:effectLst/>
        </p:spPr>
      </p:cxnSp>
      <p:cxnSp>
        <p:nvCxnSpPr>
          <p:cNvPr id="16" name="Straight Arrow Connector 15">
            <a:extLst>
              <a:ext uri="{FF2B5EF4-FFF2-40B4-BE49-F238E27FC236}">
                <a16:creationId xmlns:a16="http://schemas.microsoft.com/office/drawing/2014/main" id="{E4827871-E6DF-613F-BB83-71F9359C800F}"/>
              </a:ext>
            </a:extLst>
          </p:cNvPr>
          <p:cNvCxnSpPr>
            <a:cxnSpLocks/>
            <a:stCxn id="61" idx="3"/>
            <a:endCxn id="36" idx="1"/>
          </p:cNvCxnSpPr>
          <p:nvPr/>
        </p:nvCxnSpPr>
        <p:spPr>
          <a:xfrm flipV="1">
            <a:off x="2135270" y="3638759"/>
            <a:ext cx="259245" cy="222073"/>
          </a:xfrm>
          <a:prstGeom prst="straightConnector1">
            <a:avLst/>
          </a:prstGeom>
          <a:noFill/>
          <a:ln w="38100" cap="flat" cmpd="sng" algn="ctr">
            <a:solidFill>
              <a:srgbClr val="5CB1EB"/>
            </a:solidFill>
            <a:prstDash val="solid"/>
            <a:miter lim="800000"/>
            <a:tailEnd type="triangle"/>
          </a:ln>
          <a:effectLst/>
        </p:spPr>
      </p:cxnSp>
      <p:sp>
        <p:nvSpPr>
          <p:cNvPr id="17" name="Rectangle: Rounded Corners 16">
            <a:extLst>
              <a:ext uri="{FF2B5EF4-FFF2-40B4-BE49-F238E27FC236}">
                <a16:creationId xmlns:a16="http://schemas.microsoft.com/office/drawing/2014/main" id="{D93E63BD-D165-0869-34F9-D17571EF096C}"/>
              </a:ext>
            </a:extLst>
          </p:cNvPr>
          <p:cNvSpPr/>
          <p:nvPr/>
        </p:nvSpPr>
        <p:spPr>
          <a:xfrm>
            <a:off x="3791470" y="3320253"/>
            <a:ext cx="1932509" cy="642450"/>
          </a:xfrm>
          <a:prstGeom prst="roundRect">
            <a:avLst/>
          </a:prstGeom>
          <a:gradFill rotWithShape="1">
            <a:gsLst>
              <a:gs pos="0">
                <a:srgbClr val="5CB1EB">
                  <a:tint val="50000"/>
                  <a:satMod val="300000"/>
                </a:srgbClr>
              </a:gs>
              <a:gs pos="35000">
                <a:srgbClr val="5CB1EB">
                  <a:tint val="37000"/>
                  <a:satMod val="300000"/>
                </a:srgbClr>
              </a:gs>
              <a:gs pos="100000">
                <a:srgbClr val="5CB1EB">
                  <a:tint val="15000"/>
                  <a:satMod val="350000"/>
                </a:srgbClr>
              </a:gs>
            </a:gsLst>
            <a:lin ang="16200000" scaled="1"/>
          </a:gradFill>
          <a:ln w="9525" cap="flat" cmpd="sng" algn="ctr">
            <a:solidFill>
              <a:srgbClr val="5CB1EB">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CH" sz="1400" b="0" i="0" u="none" strike="noStrike" kern="0" cap="none" spc="0" normalizeH="0" baseline="0" noProof="0">
              <a:ln>
                <a:noFill/>
              </a:ln>
              <a:solidFill>
                <a:prstClr val="black"/>
              </a:solidFill>
              <a:effectLst/>
              <a:uLnTx/>
              <a:uFillTx/>
              <a:latin typeface="Georgia"/>
              <a:ea typeface="+mn-ea"/>
              <a:cs typeface="+mn-cs"/>
            </a:endParaRPr>
          </a:p>
        </p:txBody>
      </p:sp>
      <p:sp>
        <p:nvSpPr>
          <p:cNvPr id="18" name="Flowchart: Magnetic Disk 17">
            <a:extLst>
              <a:ext uri="{FF2B5EF4-FFF2-40B4-BE49-F238E27FC236}">
                <a16:creationId xmlns:a16="http://schemas.microsoft.com/office/drawing/2014/main" id="{59261165-1E70-B02A-5086-470F1502ED9B}"/>
              </a:ext>
            </a:extLst>
          </p:cNvPr>
          <p:cNvSpPr/>
          <p:nvPr/>
        </p:nvSpPr>
        <p:spPr>
          <a:xfrm>
            <a:off x="4079648" y="3637935"/>
            <a:ext cx="298410" cy="236579"/>
          </a:xfrm>
          <a:prstGeom prst="flowChartMagneticDisk">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CH" sz="1400" b="0" i="0" u="none" strike="noStrike" kern="0" cap="none" spc="0" normalizeH="0" baseline="0" noProof="0">
              <a:ln>
                <a:noFill/>
              </a:ln>
              <a:solidFill>
                <a:prstClr val="white"/>
              </a:solidFill>
              <a:effectLst/>
              <a:uLnTx/>
              <a:uFillTx/>
            </a:endParaRPr>
          </a:p>
        </p:txBody>
      </p:sp>
      <p:sp>
        <p:nvSpPr>
          <p:cNvPr id="19" name="Flowchart: Magnetic Disk 18">
            <a:extLst>
              <a:ext uri="{FF2B5EF4-FFF2-40B4-BE49-F238E27FC236}">
                <a16:creationId xmlns:a16="http://schemas.microsoft.com/office/drawing/2014/main" id="{8F8C11E0-BBAE-8567-3761-670D78DA1ADD}"/>
              </a:ext>
            </a:extLst>
          </p:cNvPr>
          <p:cNvSpPr/>
          <p:nvPr/>
        </p:nvSpPr>
        <p:spPr>
          <a:xfrm>
            <a:off x="4647552" y="3639771"/>
            <a:ext cx="298410" cy="236579"/>
          </a:xfrm>
          <a:prstGeom prst="flowChartMagneticDisk">
            <a:avLst/>
          </a:prstGeom>
          <a:solidFill>
            <a:srgbClr val="70AD47"/>
          </a:solidFill>
          <a:ln w="12700" cap="flat" cmpd="sng" algn="ctr">
            <a:solidFill>
              <a:srgbClr val="70AD47">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CH" sz="1400" b="0" i="0" u="none" strike="noStrike" kern="0" cap="none" spc="0" normalizeH="0" baseline="0" noProof="0">
              <a:ln>
                <a:noFill/>
              </a:ln>
              <a:solidFill>
                <a:prstClr val="white"/>
              </a:solidFill>
              <a:effectLst/>
              <a:uLnTx/>
              <a:uFillTx/>
            </a:endParaRPr>
          </a:p>
        </p:txBody>
      </p:sp>
      <p:sp>
        <p:nvSpPr>
          <p:cNvPr id="20" name="Flowchart: Magnetic Disk 19">
            <a:extLst>
              <a:ext uri="{FF2B5EF4-FFF2-40B4-BE49-F238E27FC236}">
                <a16:creationId xmlns:a16="http://schemas.microsoft.com/office/drawing/2014/main" id="{E2332658-224C-888F-5F0B-0DAB3518F5DD}"/>
              </a:ext>
            </a:extLst>
          </p:cNvPr>
          <p:cNvSpPr/>
          <p:nvPr/>
        </p:nvSpPr>
        <p:spPr>
          <a:xfrm>
            <a:off x="5179668" y="3634409"/>
            <a:ext cx="298410" cy="236579"/>
          </a:xfrm>
          <a:prstGeom prst="flowChartMagneticDisk">
            <a:avLst/>
          </a:prstGeom>
          <a:solidFill>
            <a:srgbClr val="FFC000"/>
          </a:solidFill>
          <a:ln w="12700" cap="flat" cmpd="sng" algn="ctr">
            <a:solidFill>
              <a:srgbClr val="FFC00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CH" sz="1400" b="0" i="0" u="none" strike="noStrike" kern="0" cap="none" spc="0" normalizeH="0" baseline="0" noProof="0">
              <a:ln>
                <a:noFill/>
              </a:ln>
              <a:solidFill>
                <a:prstClr val="white"/>
              </a:solidFill>
              <a:effectLst/>
              <a:uLnTx/>
              <a:uFillTx/>
            </a:endParaRPr>
          </a:p>
        </p:txBody>
      </p:sp>
      <p:sp>
        <p:nvSpPr>
          <p:cNvPr id="21" name="TextBox 20">
            <a:extLst>
              <a:ext uri="{FF2B5EF4-FFF2-40B4-BE49-F238E27FC236}">
                <a16:creationId xmlns:a16="http://schemas.microsoft.com/office/drawing/2014/main" id="{397E2733-9A2D-1CFE-EF91-F8AB30540080}"/>
              </a:ext>
            </a:extLst>
          </p:cNvPr>
          <p:cNvSpPr txBox="1"/>
          <p:nvPr/>
        </p:nvSpPr>
        <p:spPr>
          <a:xfrm>
            <a:off x="3752195" y="3326108"/>
            <a:ext cx="2043582" cy="3077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err="1">
                <a:ln>
                  <a:noFill/>
                </a:ln>
                <a:solidFill>
                  <a:prstClr val="black"/>
                </a:solidFill>
                <a:effectLst/>
                <a:uLnTx/>
                <a:uFillTx/>
              </a:rPr>
              <a:t>pLCI</a:t>
            </a:r>
            <a:r>
              <a:rPr kumimoji="0" lang="en-US" sz="1400" b="1" i="0" u="none" strike="noStrike" kern="0" cap="none" spc="0" normalizeH="0" baseline="0" noProof="0" dirty="0">
                <a:ln>
                  <a:noFill/>
                </a:ln>
                <a:solidFill>
                  <a:prstClr val="black"/>
                </a:solidFill>
                <a:effectLst/>
                <a:uLnTx/>
                <a:uFillTx/>
              </a:rPr>
              <a:t> databases</a:t>
            </a:r>
            <a:endParaRPr kumimoji="0" lang="en-CH" sz="1400" b="1" i="0" u="none" strike="noStrike" kern="0" cap="none" spc="0" normalizeH="0" baseline="0" noProof="0" dirty="0">
              <a:ln>
                <a:noFill/>
              </a:ln>
              <a:solidFill>
                <a:prstClr val="black"/>
              </a:solidFill>
              <a:effectLst/>
              <a:uLnTx/>
              <a:uFillTx/>
            </a:endParaRPr>
          </a:p>
        </p:txBody>
      </p:sp>
      <p:cxnSp>
        <p:nvCxnSpPr>
          <p:cNvPr id="22" name="Straight Arrow Connector 21">
            <a:extLst>
              <a:ext uri="{FF2B5EF4-FFF2-40B4-BE49-F238E27FC236}">
                <a16:creationId xmlns:a16="http://schemas.microsoft.com/office/drawing/2014/main" id="{12AF6585-C133-6A1C-CD66-A50DD731066B}"/>
              </a:ext>
            </a:extLst>
          </p:cNvPr>
          <p:cNvCxnSpPr>
            <a:cxnSpLocks/>
            <a:stCxn id="36" idx="3"/>
            <a:endCxn id="17" idx="1"/>
          </p:cNvCxnSpPr>
          <p:nvPr/>
        </p:nvCxnSpPr>
        <p:spPr>
          <a:xfrm>
            <a:off x="3494460" y="3638759"/>
            <a:ext cx="297010" cy="2719"/>
          </a:xfrm>
          <a:prstGeom prst="straightConnector1">
            <a:avLst/>
          </a:prstGeom>
          <a:noFill/>
          <a:ln w="38100" cap="flat" cmpd="sng" algn="ctr">
            <a:solidFill>
              <a:srgbClr val="5CB1EB"/>
            </a:solidFill>
            <a:prstDash val="solid"/>
            <a:miter lim="800000"/>
            <a:tailEnd type="triangle"/>
          </a:ln>
          <a:effectLst/>
        </p:spPr>
      </p:cxnSp>
      <p:sp>
        <p:nvSpPr>
          <p:cNvPr id="23" name="TextBox 22">
            <a:extLst>
              <a:ext uri="{FF2B5EF4-FFF2-40B4-BE49-F238E27FC236}">
                <a16:creationId xmlns:a16="http://schemas.microsoft.com/office/drawing/2014/main" id="{D8EF2A4C-FD5C-794C-661C-EBBC5ECFF232}"/>
              </a:ext>
            </a:extLst>
          </p:cNvPr>
          <p:cNvSpPr txBox="1"/>
          <p:nvPr/>
        </p:nvSpPr>
        <p:spPr>
          <a:xfrm>
            <a:off x="5901823" y="3919028"/>
            <a:ext cx="3600549" cy="268984"/>
          </a:xfrm>
          <a:prstGeom prst="rect">
            <a:avLst/>
          </a:prstGeom>
          <a:noFill/>
          <a:ln>
            <a:noFill/>
          </a:ln>
        </p:spPr>
        <p:txBody>
          <a:bodyPr wrap="square" lIns="91440" tIns="45720" rIns="91440" bIns="45720" anchor="t">
            <a:spAutoFit/>
          </a:bodyPr>
          <a:lstStyle/>
          <a:p>
            <a:pPr algn="ctr">
              <a:lnSpc>
                <a:spcPct val="80000"/>
              </a:lnSpc>
            </a:pPr>
            <a:r>
              <a:rPr lang="en-US" sz="1400" b="1" dirty="0">
                <a:solidFill>
                  <a:srgbClr val="4976A1"/>
                </a:solidFill>
                <a:cs typeface="Calibri"/>
              </a:rPr>
              <a:t>Software providers</a:t>
            </a:r>
          </a:p>
        </p:txBody>
      </p:sp>
      <p:sp>
        <p:nvSpPr>
          <p:cNvPr id="24" name="TextBox 23">
            <a:extLst>
              <a:ext uri="{FF2B5EF4-FFF2-40B4-BE49-F238E27FC236}">
                <a16:creationId xmlns:a16="http://schemas.microsoft.com/office/drawing/2014/main" id="{E844D4F7-27E9-2041-39AD-314296F35D78}"/>
              </a:ext>
            </a:extLst>
          </p:cNvPr>
          <p:cNvSpPr txBox="1"/>
          <p:nvPr/>
        </p:nvSpPr>
        <p:spPr>
          <a:xfrm>
            <a:off x="4342199" y="2756020"/>
            <a:ext cx="842602" cy="433553"/>
          </a:xfrm>
          <a:prstGeom prst="rect">
            <a:avLst/>
          </a:prstGeom>
          <a:noFill/>
        </p:spPr>
        <p:txBody>
          <a:bodyPr wrap="square" lIns="108000" tIns="108000" rIns="108000" bIns="108000" rtlCol="0">
            <a:spAutoFit/>
          </a:bodyPr>
          <a:lstStyle>
            <a:defPPr>
              <a:defRPr lang="nl-NL"/>
            </a:defPPr>
            <a:lvl1pPr>
              <a:defRPr sz="1400" b="1" i="1">
                <a:solidFill>
                  <a:srgbClr val="2A6F2A"/>
                </a:solidFill>
              </a:defRPr>
            </a:lvl1pPr>
          </a:lstStyle>
          <a:p>
            <a:r>
              <a:rPr lang="en-US" dirty="0">
                <a:solidFill>
                  <a:srgbClr val="00B050"/>
                </a:solidFill>
                <a:latin typeface="Georgia"/>
              </a:rPr>
              <a:t>Useful</a:t>
            </a:r>
            <a:endParaRPr lang="en-CH" dirty="0">
              <a:solidFill>
                <a:srgbClr val="00B050"/>
              </a:solidFill>
              <a:latin typeface="Georgia"/>
            </a:endParaRPr>
          </a:p>
        </p:txBody>
      </p:sp>
      <p:sp>
        <p:nvSpPr>
          <p:cNvPr id="25" name="TextBox 24">
            <a:extLst>
              <a:ext uri="{FF2B5EF4-FFF2-40B4-BE49-F238E27FC236}">
                <a16:creationId xmlns:a16="http://schemas.microsoft.com/office/drawing/2014/main" id="{1A2D9081-160C-358A-F936-2D6A5FD1119A}"/>
              </a:ext>
            </a:extLst>
          </p:cNvPr>
          <p:cNvSpPr txBox="1"/>
          <p:nvPr/>
        </p:nvSpPr>
        <p:spPr>
          <a:xfrm>
            <a:off x="5720346" y="2761418"/>
            <a:ext cx="1372028" cy="433553"/>
          </a:xfrm>
          <a:prstGeom prst="rect">
            <a:avLst/>
          </a:prstGeom>
          <a:noFill/>
        </p:spPr>
        <p:txBody>
          <a:bodyPr wrap="square" lIns="108000" tIns="108000" rIns="108000" bIns="108000" rtlCol="0">
            <a:spAutoFit/>
          </a:bodyPr>
          <a:lstStyle>
            <a:defPPr>
              <a:defRPr lang="nl-NL"/>
            </a:defPPr>
            <a:lvl1pPr>
              <a:defRPr sz="1400" b="1" i="1">
                <a:solidFill>
                  <a:srgbClr val="2A6F2A"/>
                </a:solidFill>
              </a:defRPr>
            </a:lvl1pPr>
          </a:lstStyle>
          <a:p>
            <a:r>
              <a:rPr lang="en-US" dirty="0">
                <a:solidFill>
                  <a:srgbClr val="00B050"/>
                </a:solidFill>
                <a:latin typeface="Georgia"/>
              </a:rPr>
              <a:t>Accessible</a:t>
            </a:r>
            <a:endParaRPr lang="en-CH" dirty="0">
              <a:solidFill>
                <a:srgbClr val="00B050"/>
              </a:solidFill>
              <a:latin typeface="Georgia"/>
            </a:endParaRPr>
          </a:p>
        </p:txBody>
      </p:sp>
      <p:sp>
        <p:nvSpPr>
          <p:cNvPr id="26" name="Rectangle: Rounded Corners 25">
            <a:extLst>
              <a:ext uri="{FF2B5EF4-FFF2-40B4-BE49-F238E27FC236}">
                <a16:creationId xmlns:a16="http://schemas.microsoft.com/office/drawing/2014/main" id="{005E24F7-64D5-C02E-2B01-AA03F4BD37C8}"/>
              </a:ext>
            </a:extLst>
          </p:cNvPr>
          <p:cNvSpPr/>
          <p:nvPr/>
        </p:nvSpPr>
        <p:spPr>
          <a:xfrm>
            <a:off x="7092374" y="3414184"/>
            <a:ext cx="1232676" cy="433553"/>
          </a:xfrm>
          <a:prstGeom prst="roundRect">
            <a:avLst/>
          </a:prstGeom>
          <a:gradFill rotWithShape="1">
            <a:gsLst>
              <a:gs pos="0">
                <a:srgbClr val="F46E32">
                  <a:tint val="50000"/>
                  <a:satMod val="300000"/>
                </a:srgbClr>
              </a:gs>
              <a:gs pos="35000">
                <a:srgbClr val="F46E32">
                  <a:tint val="37000"/>
                  <a:satMod val="300000"/>
                </a:srgbClr>
              </a:gs>
              <a:gs pos="100000">
                <a:srgbClr val="F46E32">
                  <a:tint val="15000"/>
                  <a:satMod val="350000"/>
                </a:srgbClr>
              </a:gs>
            </a:gsLst>
            <a:lin ang="16200000" scaled="1"/>
          </a:gradFill>
          <a:ln w="9525" cap="flat" cmpd="sng" algn="ctr">
            <a:solidFill>
              <a:srgbClr val="F46E32">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000000"/>
                </a:solidFill>
                <a:effectLst/>
                <a:uLnTx/>
                <a:uFillTx/>
                <a:ea typeface="+mn-ea"/>
                <a:cs typeface="+mn-cs"/>
              </a:rPr>
              <a:t>LCA software</a:t>
            </a:r>
          </a:p>
        </p:txBody>
      </p:sp>
      <p:cxnSp>
        <p:nvCxnSpPr>
          <p:cNvPr id="27" name="Straight Arrow Connector 26">
            <a:extLst>
              <a:ext uri="{FF2B5EF4-FFF2-40B4-BE49-F238E27FC236}">
                <a16:creationId xmlns:a16="http://schemas.microsoft.com/office/drawing/2014/main" id="{0B80B503-65CC-A152-3AB6-9BB129E919D0}"/>
              </a:ext>
            </a:extLst>
          </p:cNvPr>
          <p:cNvCxnSpPr>
            <a:cxnSpLocks/>
            <a:stCxn id="26" idx="3"/>
          </p:cNvCxnSpPr>
          <p:nvPr/>
        </p:nvCxnSpPr>
        <p:spPr>
          <a:xfrm>
            <a:off x="8325050" y="3630961"/>
            <a:ext cx="399155" cy="0"/>
          </a:xfrm>
          <a:prstGeom prst="straightConnector1">
            <a:avLst/>
          </a:prstGeom>
          <a:noFill/>
          <a:ln w="38100" cap="flat" cmpd="sng" algn="ctr">
            <a:solidFill>
              <a:srgbClr val="F46E32"/>
            </a:solidFill>
            <a:prstDash val="solid"/>
            <a:miter lim="800000"/>
            <a:tailEnd type="triangle"/>
          </a:ln>
          <a:effectLst/>
        </p:spPr>
      </p:cxnSp>
      <p:sp>
        <p:nvSpPr>
          <p:cNvPr id="28" name="TextBox 27">
            <a:extLst>
              <a:ext uri="{FF2B5EF4-FFF2-40B4-BE49-F238E27FC236}">
                <a16:creationId xmlns:a16="http://schemas.microsoft.com/office/drawing/2014/main" id="{ACC07668-7366-F141-D9B6-3DCC79E5E7B8}"/>
              </a:ext>
            </a:extLst>
          </p:cNvPr>
          <p:cNvSpPr txBox="1"/>
          <p:nvPr/>
        </p:nvSpPr>
        <p:spPr>
          <a:xfrm>
            <a:off x="8033698" y="2765339"/>
            <a:ext cx="865823" cy="433553"/>
          </a:xfrm>
          <a:prstGeom prst="rect">
            <a:avLst/>
          </a:prstGeom>
          <a:noFill/>
        </p:spPr>
        <p:txBody>
          <a:bodyPr wrap="square" lIns="108000" tIns="108000" rIns="108000" bIns="108000" rtlCol="0">
            <a:spAutoFit/>
          </a:bodyPr>
          <a:lstStyle>
            <a:defPPr>
              <a:defRPr lang="nl-NL"/>
            </a:defPPr>
            <a:lvl1pPr>
              <a:defRPr sz="1400" b="1" i="1">
                <a:solidFill>
                  <a:srgbClr val="2A6F2A"/>
                </a:solidFill>
              </a:defRPr>
            </a:lvl1pPr>
          </a:lstStyle>
          <a:p>
            <a:r>
              <a:rPr lang="en-US" dirty="0">
                <a:solidFill>
                  <a:srgbClr val="00B050"/>
                </a:solidFill>
                <a:latin typeface="Georgia"/>
              </a:rPr>
              <a:t>Usable</a:t>
            </a:r>
            <a:endParaRPr lang="en-CH" dirty="0">
              <a:solidFill>
                <a:srgbClr val="00B050"/>
              </a:solidFill>
              <a:latin typeface="Georgia"/>
            </a:endParaRPr>
          </a:p>
        </p:txBody>
      </p:sp>
      <p:sp>
        <p:nvSpPr>
          <p:cNvPr id="29" name="TextBox 28">
            <a:extLst>
              <a:ext uri="{FF2B5EF4-FFF2-40B4-BE49-F238E27FC236}">
                <a16:creationId xmlns:a16="http://schemas.microsoft.com/office/drawing/2014/main" id="{733F80A6-47FA-9A8A-A72E-7E94936CA57F}"/>
              </a:ext>
            </a:extLst>
          </p:cNvPr>
          <p:cNvSpPr txBox="1"/>
          <p:nvPr/>
        </p:nvSpPr>
        <p:spPr>
          <a:xfrm>
            <a:off x="9728489" y="4528625"/>
            <a:ext cx="1555525" cy="433553"/>
          </a:xfrm>
          <a:prstGeom prst="rect">
            <a:avLst/>
          </a:prstGeom>
          <a:noFill/>
        </p:spPr>
        <p:txBody>
          <a:bodyPr wrap="square" lIns="108000" tIns="108000" rIns="108000" bIns="108000" rtlCol="0">
            <a:spAutoFit/>
          </a:bodyPr>
          <a:lstStyle>
            <a:defPPr>
              <a:defRPr lang="nl-NL"/>
            </a:defPPr>
            <a:lvl1pPr>
              <a:defRPr sz="1400" b="1" i="1">
                <a:solidFill>
                  <a:srgbClr val="2A6F2A"/>
                </a:solidFill>
              </a:defRPr>
            </a:lvl1pPr>
          </a:lstStyle>
          <a:p>
            <a:pPr algn="r"/>
            <a:r>
              <a:rPr lang="en-US" dirty="0">
                <a:solidFill>
                  <a:srgbClr val="00B050"/>
                </a:solidFill>
                <a:latin typeface="Georgia"/>
              </a:rPr>
              <a:t>Interpretable</a:t>
            </a:r>
            <a:endParaRPr lang="en-CH" dirty="0">
              <a:solidFill>
                <a:srgbClr val="00B050"/>
              </a:solidFill>
              <a:latin typeface="Georgia"/>
            </a:endParaRPr>
          </a:p>
        </p:txBody>
      </p:sp>
      <p:sp>
        <p:nvSpPr>
          <p:cNvPr id="30" name="TextBox 29">
            <a:extLst>
              <a:ext uri="{FF2B5EF4-FFF2-40B4-BE49-F238E27FC236}">
                <a16:creationId xmlns:a16="http://schemas.microsoft.com/office/drawing/2014/main" id="{33C69A31-2C0F-B0AD-741F-63D90182F5A6}"/>
              </a:ext>
            </a:extLst>
          </p:cNvPr>
          <p:cNvSpPr txBox="1"/>
          <p:nvPr/>
        </p:nvSpPr>
        <p:spPr>
          <a:xfrm>
            <a:off x="6367764" y="4896216"/>
            <a:ext cx="2007125" cy="433553"/>
          </a:xfrm>
          <a:prstGeom prst="rect">
            <a:avLst/>
          </a:prstGeom>
          <a:noFill/>
        </p:spPr>
        <p:txBody>
          <a:bodyPr wrap="square" lIns="108000" tIns="108000" rIns="108000" bIns="108000" rtlCol="0">
            <a:spAutoFit/>
          </a:bodyPr>
          <a:lstStyle>
            <a:defPPr>
              <a:defRPr lang="nl-NL"/>
            </a:defPPr>
            <a:lvl1pPr>
              <a:defRPr sz="1400" b="1" i="1">
                <a:solidFill>
                  <a:srgbClr val="2A6F2A"/>
                </a:solidFill>
              </a:defRPr>
            </a:lvl1pPr>
          </a:lstStyle>
          <a:p>
            <a:pPr algn="r"/>
            <a:r>
              <a:rPr lang="en-US" dirty="0">
                <a:solidFill>
                  <a:srgbClr val="00B050"/>
                </a:solidFill>
                <a:latin typeface="Georgia"/>
              </a:rPr>
              <a:t>Well-maintained</a:t>
            </a:r>
            <a:endParaRPr lang="en-CH" dirty="0">
              <a:solidFill>
                <a:srgbClr val="00B050"/>
              </a:solidFill>
              <a:latin typeface="Georgia"/>
            </a:endParaRPr>
          </a:p>
        </p:txBody>
      </p:sp>
      <p:sp>
        <p:nvSpPr>
          <p:cNvPr id="31" name="Arrow: Right 30">
            <a:extLst>
              <a:ext uri="{FF2B5EF4-FFF2-40B4-BE49-F238E27FC236}">
                <a16:creationId xmlns:a16="http://schemas.microsoft.com/office/drawing/2014/main" id="{73A496FE-D23D-86F0-8A46-D0F25E80C69A}"/>
              </a:ext>
            </a:extLst>
          </p:cNvPr>
          <p:cNvSpPr/>
          <p:nvPr/>
        </p:nvSpPr>
        <p:spPr>
          <a:xfrm>
            <a:off x="881069" y="2297333"/>
            <a:ext cx="4842910" cy="393365"/>
          </a:xfrm>
          <a:prstGeom prst="rightArrow">
            <a:avLst>
              <a:gd name="adj1" fmla="val 100000"/>
              <a:gd name="adj2" fmla="val 50000"/>
            </a:avLst>
          </a:prstGeom>
          <a:gradFill rotWithShape="1">
            <a:gsLst>
              <a:gs pos="0">
                <a:srgbClr val="5CB1EB">
                  <a:shade val="51000"/>
                  <a:satMod val="130000"/>
                </a:srgbClr>
              </a:gs>
              <a:gs pos="80000">
                <a:srgbClr val="5CB1EB">
                  <a:shade val="93000"/>
                  <a:satMod val="130000"/>
                </a:srgbClr>
              </a:gs>
              <a:gs pos="100000">
                <a:srgbClr val="5CB1EB">
                  <a:shade val="94000"/>
                  <a:satMod val="135000"/>
                </a:srgbClr>
              </a:gs>
            </a:gsLst>
            <a:lin ang="16200000" scaled="0"/>
          </a:gradFill>
          <a:ln w="9525" cap="flat" cmpd="sng" algn="ctr">
            <a:solidFill>
              <a:srgbClr val="5CB1EB">
                <a:shade val="95000"/>
                <a:satMod val="105000"/>
              </a:srgbClr>
            </a:solidFill>
            <a:prstDash val="solid"/>
          </a:ln>
          <a:effectLst>
            <a:outerShdw blurRad="40000" dist="23000" dir="5400000" rotWithShape="0">
              <a:srgbClr val="000000">
                <a:alpha val="35000"/>
              </a:srgbClr>
            </a:outerShdw>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FF"/>
                </a:solidFill>
                <a:effectLst/>
                <a:uLnTx/>
                <a:uFillTx/>
                <a:ea typeface="+mn-ea"/>
                <a:cs typeface="+mn-cs"/>
              </a:rPr>
              <a:t>Generation</a:t>
            </a:r>
            <a:endParaRPr kumimoji="0" lang="en-CH" sz="1800" b="0" i="0" u="none" strike="noStrike" kern="0" cap="none" spc="0" normalizeH="0" baseline="0" noProof="0" dirty="0">
              <a:ln>
                <a:noFill/>
              </a:ln>
              <a:solidFill>
                <a:srgbClr val="FFFFFF"/>
              </a:solidFill>
              <a:effectLst/>
              <a:uLnTx/>
              <a:uFillTx/>
              <a:ea typeface="+mn-ea"/>
              <a:cs typeface="+mn-cs"/>
            </a:endParaRPr>
          </a:p>
        </p:txBody>
      </p:sp>
      <p:sp>
        <p:nvSpPr>
          <p:cNvPr id="32" name="Arrow: Right 31">
            <a:extLst>
              <a:ext uri="{FF2B5EF4-FFF2-40B4-BE49-F238E27FC236}">
                <a16:creationId xmlns:a16="http://schemas.microsoft.com/office/drawing/2014/main" id="{E7317E16-B8DF-277D-2001-853B9165D56F}"/>
              </a:ext>
            </a:extLst>
          </p:cNvPr>
          <p:cNvSpPr/>
          <p:nvPr/>
        </p:nvSpPr>
        <p:spPr>
          <a:xfrm>
            <a:off x="5720346" y="2322800"/>
            <a:ext cx="1372029" cy="366442"/>
          </a:xfrm>
          <a:prstGeom prst="rightArrow">
            <a:avLst>
              <a:gd name="adj1" fmla="val 100000"/>
              <a:gd name="adj2" fmla="val 50000"/>
            </a:avLst>
          </a:prstGeom>
          <a:gradFill rotWithShape="1">
            <a:gsLst>
              <a:gs pos="0">
                <a:srgbClr val="34A3A9">
                  <a:shade val="51000"/>
                  <a:satMod val="130000"/>
                </a:srgbClr>
              </a:gs>
              <a:gs pos="80000">
                <a:srgbClr val="34A3A9">
                  <a:shade val="93000"/>
                  <a:satMod val="130000"/>
                </a:srgbClr>
              </a:gs>
              <a:gs pos="100000">
                <a:srgbClr val="34A3A9">
                  <a:shade val="94000"/>
                  <a:satMod val="135000"/>
                </a:srgbClr>
              </a:gs>
            </a:gsLst>
            <a:lin ang="16200000" scaled="0"/>
          </a:gradFill>
          <a:ln w="9525" cap="flat" cmpd="sng" algn="ctr">
            <a:solidFill>
              <a:srgbClr val="34A3A9">
                <a:shade val="95000"/>
                <a:satMod val="105000"/>
              </a:srgbClr>
            </a:solidFill>
            <a:prstDash val="solid"/>
          </a:ln>
          <a:effectLst>
            <a:outerShdw blurRad="40000" dist="23000" dir="5400000" rotWithShape="0">
              <a:srgbClr val="000000">
                <a:alpha val="35000"/>
              </a:srgbClr>
            </a:outerShdw>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FF"/>
                </a:solidFill>
                <a:effectLst/>
                <a:uLnTx/>
                <a:uFillTx/>
                <a:ea typeface="+mn-ea"/>
                <a:cs typeface="+mn-cs"/>
              </a:rPr>
              <a:t>Sharing</a:t>
            </a:r>
            <a:endParaRPr kumimoji="0" lang="en-CH" sz="1800" b="0" i="0" u="none" strike="noStrike" kern="0" cap="none" spc="0" normalizeH="0" baseline="0" noProof="0" dirty="0">
              <a:ln>
                <a:noFill/>
              </a:ln>
              <a:solidFill>
                <a:srgbClr val="FFFFFF"/>
              </a:solidFill>
              <a:effectLst/>
              <a:uLnTx/>
              <a:uFillTx/>
              <a:ea typeface="+mn-ea"/>
              <a:cs typeface="+mn-cs"/>
            </a:endParaRPr>
          </a:p>
        </p:txBody>
      </p:sp>
      <p:sp>
        <p:nvSpPr>
          <p:cNvPr id="33" name="Arrow: Right 32">
            <a:extLst>
              <a:ext uri="{FF2B5EF4-FFF2-40B4-BE49-F238E27FC236}">
                <a16:creationId xmlns:a16="http://schemas.microsoft.com/office/drawing/2014/main" id="{203B2519-9785-FCA9-4D8C-C396E208C487}"/>
              </a:ext>
            </a:extLst>
          </p:cNvPr>
          <p:cNvSpPr/>
          <p:nvPr/>
        </p:nvSpPr>
        <p:spPr>
          <a:xfrm>
            <a:off x="7092374" y="2321573"/>
            <a:ext cx="4299132" cy="373765"/>
          </a:xfrm>
          <a:prstGeom prst="rightArrow">
            <a:avLst>
              <a:gd name="adj1" fmla="val 100000"/>
              <a:gd name="adj2" fmla="val 50000"/>
            </a:avLst>
          </a:prstGeom>
          <a:gradFill rotWithShape="1">
            <a:gsLst>
              <a:gs pos="0">
                <a:srgbClr val="F46E32">
                  <a:shade val="51000"/>
                  <a:satMod val="130000"/>
                </a:srgbClr>
              </a:gs>
              <a:gs pos="80000">
                <a:srgbClr val="F46E32">
                  <a:shade val="93000"/>
                  <a:satMod val="130000"/>
                </a:srgbClr>
              </a:gs>
              <a:gs pos="100000">
                <a:srgbClr val="F46E32">
                  <a:shade val="94000"/>
                  <a:satMod val="135000"/>
                </a:srgbClr>
              </a:gs>
            </a:gsLst>
            <a:lin ang="16200000" scaled="0"/>
          </a:gradFill>
          <a:ln w="9525" cap="flat" cmpd="sng" algn="ctr">
            <a:solidFill>
              <a:srgbClr val="F46E32">
                <a:shade val="95000"/>
                <a:satMod val="105000"/>
              </a:srgbClr>
            </a:solidFill>
            <a:prstDash val="solid"/>
          </a:ln>
          <a:effectLst>
            <a:outerShdw blurRad="40000" dist="23000" dir="5400000" rotWithShape="0">
              <a:srgbClr val="000000">
                <a:alpha val="35000"/>
              </a:srgbClr>
            </a:outerShdw>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FF"/>
                </a:solidFill>
                <a:effectLst/>
                <a:uLnTx/>
                <a:uFillTx/>
                <a:ea typeface="+mn-ea"/>
                <a:cs typeface="+mn-cs"/>
              </a:rPr>
              <a:t>Use</a:t>
            </a:r>
            <a:endParaRPr kumimoji="0" lang="en-CH" sz="1800" b="0" i="0" u="none" strike="noStrike" kern="0" cap="none" spc="0" normalizeH="0" baseline="0" noProof="0" dirty="0">
              <a:ln>
                <a:noFill/>
              </a:ln>
              <a:solidFill>
                <a:prstClr val="white"/>
              </a:solidFill>
              <a:effectLst/>
              <a:uLnTx/>
              <a:uFillTx/>
              <a:ea typeface="+mn-ea"/>
              <a:cs typeface="+mn-cs"/>
            </a:endParaRPr>
          </a:p>
        </p:txBody>
      </p:sp>
      <p:sp>
        <p:nvSpPr>
          <p:cNvPr id="34" name="TextBox 33">
            <a:extLst>
              <a:ext uri="{FF2B5EF4-FFF2-40B4-BE49-F238E27FC236}">
                <a16:creationId xmlns:a16="http://schemas.microsoft.com/office/drawing/2014/main" id="{50AF38E4-BD41-7A63-7671-8DA2E825E977}"/>
              </a:ext>
            </a:extLst>
          </p:cNvPr>
          <p:cNvSpPr txBox="1"/>
          <p:nvPr/>
        </p:nvSpPr>
        <p:spPr>
          <a:xfrm>
            <a:off x="828707" y="4102673"/>
            <a:ext cx="944004" cy="441339"/>
          </a:xfrm>
          <a:prstGeom prst="rect">
            <a:avLst/>
          </a:prstGeom>
          <a:noFill/>
          <a:ln>
            <a:noFill/>
          </a:ln>
        </p:spPr>
        <p:txBody>
          <a:bodyPr wrap="square" lIns="91440" tIns="45720" rIns="91440" bIns="45720" anchor="t">
            <a:spAutoFit/>
          </a:bodyPr>
          <a:lstStyle/>
          <a:p>
            <a:pPr algn="ctr">
              <a:lnSpc>
                <a:spcPct val="80000"/>
              </a:lnSpc>
            </a:pPr>
            <a:r>
              <a:rPr lang="en-US" sz="1400" b="1" dirty="0">
                <a:solidFill>
                  <a:srgbClr val="4976A1"/>
                </a:solidFill>
                <a:cs typeface="Calibri"/>
              </a:rPr>
              <a:t>LCI data providers</a:t>
            </a:r>
            <a:endParaRPr lang="en-US" dirty="0">
              <a:solidFill>
                <a:srgbClr val="4976A1"/>
              </a:solidFill>
              <a:cs typeface="Calibri"/>
            </a:endParaRPr>
          </a:p>
        </p:txBody>
      </p:sp>
      <p:cxnSp>
        <p:nvCxnSpPr>
          <p:cNvPr id="35" name="Straight Arrow Connector 34">
            <a:extLst>
              <a:ext uri="{FF2B5EF4-FFF2-40B4-BE49-F238E27FC236}">
                <a16:creationId xmlns:a16="http://schemas.microsoft.com/office/drawing/2014/main" id="{261EEF9B-34FD-D2E2-4080-73E7361D30A7}"/>
              </a:ext>
            </a:extLst>
          </p:cNvPr>
          <p:cNvCxnSpPr>
            <a:cxnSpLocks/>
            <a:stCxn id="17" idx="3"/>
            <a:endCxn id="26" idx="1"/>
          </p:cNvCxnSpPr>
          <p:nvPr/>
        </p:nvCxnSpPr>
        <p:spPr>
          <a:xfrm flipV="1">
            <a:off x="5723979" y="3630961"/>
            <a:ext cx="1368395" cy="10517"/>
          </a:xfrm>
          <a:prstGeom prst="straightConnector1">
            <a:avLst/>
          </a:prstGeom>
          <a:noFill/>
          <a:ln w="38100" cap="flat" cmpd="sng" algn="ctr">
            <a:solidFill>
              <a:srgbClr val="34A3A9"/>
            </a:solidFill>
            <a:prstDash val="solid"/>
            <a:miter lim="800000"/>
            <a:tailEnd type="triangle"/>
          </a:ln>
          <a:effectLst/>
        </p:spPr>
      </p:cxnSp>
      <p:sp>
        <p:nvSpPr>
          <p:cNvPr id="36" name="Rectangle: Rounded Corners 35">
            <a:extLst>
              <a:ext uri="{FF2B5EF4-FFF2-40B4-BE49-F238E27FC236}">
                <a16:creationId xmlns:a16="http://schemas.microsoft.com/office/drawing/2014/main" id="{6CB70777-1A1D-083A-ECC3-9E6E7B4F38B8}"/>
              </a:ext>
            </a:extLst>
          </p:cNvPr>
          <p:cNvSpPr/>
          <p:nvPr/>
        </p:nvSpPr>
        <p:spPr>
          <a:xfrm>
            <a:off x="2394515" y="3406062"/>
            <a:ext cx="1099945" cy="465394"/>
          </a:xfrm>
          <a:prstGeom prst="roundRect">
            <a:avLst/>
          </a:prstGeom>
          <a:gradFill rotWithShape="1">
            <a:gsLst>
              <a:gs pos="0">
                <a:srgbClr val="5CB1EB">
                  <a:tint val="50000"/>
                  <a:satMod val="300000"/>
                </a:srgbClr>
              </a:gs>
              <a:gs pos="35000">
                <a:srgbClr val="5CB1EB">
                  <a:tint val="37000"/>
                  <a:satMod val="300000"/>
                </a:srgbClr>
              </a:gs>
              <a:gs pos="100000">
                <a:srgbClr val="5CB1EB">
                  <a:tint val="15000"/>
                  <a:satMod val="350000"/>
                </a:srgbClr>
              </a:gs>
            </a:gsLst>
            <a:lin ang="16200000" scaled="1"/>
          </a:gradFill>
          <a:ln w="9525" cap="flat" cmpd="sng" algn="ctr">
            <a:solidFill>
              <a:srgbClr val="5CB1EB">
                <a:shade val="95000"/>
                <a:satMod val="105000"/>
              </a:srgbClr>
            </a:solidFill>
            <a:prstDash val="solid"/>
          </a:ln>
          <a:effectLst>
            <a:outerShdw blurRad="40000" dist="20000" dir="5400000" rotWithShape="0">
              <a:srgbClr val="000000">
                <a:alpha val="38000"/>
              </a:srgbClr>
            </a:outerShdw>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000000"/>
                </a:solidFill>
                <a:effectLst/>
                <a:uLnTx/>
                <a:uFillTx/>
                <a:ea typeface="+mn-ea"/>
                <a:cs typeface="+mn-cs"/>
              </a:rPr>
              <a:t>Integration software</a:t>
            </a:r>
          </a:p>
        </p:txBody>
      </p:sp>
      <p:sp>
        <p:nvSpPr>
          <p:cNvPr id="37" name="TextBox 36">
            <a:extLst>
              <a:ext uri="{FF2B5EF4-FFF2-40B4-BE49-F238E27FC236}">
                <a16:creationId xmlns:a16="http://schemas.microsoft.com/office/drawing/2014/main" id="{954DFE94-4513-A9C3-F26B-9EA94759FB0E}"/>
              </a:ext>
            </a:extLst>
          </p:cNvPr>
          <p:cNvSpPr txBox="1"/>
          <p:nvPr/>
        </p:nvSpPr>
        <p:spPr>
          <a:xfrm>
            <a:off x="2341195" y="2762926"/>
            <a:ext cx="1522329" cy="433553"/>
          </a:xfrm>
          <a:prstGeom prst="rect">
            <a:avLst/>
          </a:prstGeom>
          <a:noFill/>
        </p:spPr>
        <p:txBody>
          <a:bodyPr wrap="square" lIns="108000" tIns="108000" rIns="108000" bIns="108000" rtlCol="0">
            <a:spAutoFit/>
          </a:bodyPr>
          <a:lstStyle/>
          <a:p>
            <a:r>
              <a:rPr lang="en-US" sz="1400" b="1" i="1" dirty="0">
                <a:solidFill>
                  <a:srgbClr val="00B050"/>
                </a:solidFill>
                <a:latin typeface="Georgia"/>
              </a:rPr>
              <a:t>Science-based</a:t>
            </a:r>
            <a:endParaRPr lang="en-CH" sz="1400" b="1" i="1" dirty="0">
              <a:solidFill>
                <a:srgbClr val="00B050"/>
              </a:solidFill>
              <a:latin typeface="Georgia"/>
            </a:endParaRPr>
          </a:p>
        </p:txBody>
      </p:sp>
      <p:sp>
        <p:nvSpPr>
          <p:cNvPr id="38" name="TextBox 37">
            <a:extLst>
              <a:ext uri="{FF2B5EF4-FFF2-40B4-BE49-F238E27FC236}">
                <a16:creationId xmlns:a16="http://schemas.microsoft.com/office/drawing/2014/main" id="{58F3B4CB-7613-693F-A1A7-AD0AA8A7723F}"/>
              </a:ext>
            </a:extLst>
          </p:cNvPr>
          <p:cNvSpPr txBox="1"/>
          <p:nvPr/>
        </p:nvSpPr>
        <p:spPr>
          <a:xfrm>
            <a:off x="8369713" y="3110180"/>
            <a:ext cx="1478698" cy="441339"/>
          </a:xfrm>
          <a:prstGeom prst="rect">
            <a:avLst/>
          </a:prstGeom>
          <a:noFill/>
          <a:ln>
            <a:noFill/>
          </a:ln>
        </p:spPr>
        <p:txBody>
          <a:bodyPr wrap="square" lIns="91440" tIns="45720" rIns="91440" bIns="45720" anchor="t">
            <a:spAutoFit/>
          </a:bodyPr>
          <a:lstStyle/>
          <a:p>
            <a:pPr algn="ctr">
              <a:lnSpc>
                <a:spcPct val="80000"/>
              </a:lnSpc>
            </a:pPr>
            <a:r>
              <a:rPr lang="en-US" sz="1400" b="1" dirty="0">
                <a:solidFill>
                  <a:srgbClr val="4976A1"/>
                </a:solidFill>
                <a:cs typeface="Calibri"/>
              </a:rPr>
              <a:t>LCA </a:t>
            </a:r>
            <a:endParaRPr lang="en-US" dirty="0">
              <a:solidFill>
                <a:srgbClr val="4976A1"/>
              </a:solidFill>
              <a:cs typeface="Calibri"/>
            </a:endParaRPr>
          </a:p>
          <a:p>
            <a:pPr algn="ctr">
              <a:lnSpc>
                <a:spcPct val="80000"/>
              </a:lnSpc>
            </a:pPr>
            <a:r>
              <a:rPr lang="en-US" sz="1400" b="1" dirty="0">
                <a:solidFill>
                  <a:srgbClr val="4976A1"/>
                </a:solidFill>
                <a:cs typeface="Calibri"/>
              </a:rPr>
              <a:t>practitioners</a:t>
            </a:r>
            <a:endParaRPr lang="en-US" dirty="0">
              <a:solidFill>
                <a:srgbClr val="4976A1"/>
              </a:solidFill>
              <a:cs typeface="Calibri"/>
            </a:endParaRPr>
          </a:p>
        </p:txBody>
      </p:sp>
      <p:pic>
        <p:nvPicPr>
          <p:cNvPr id="39" name="Picture 38" descr="A close-up of some lights&#10;&#10;Description automatically generated with low confidence">
            <a:extLst>
              <a:ext uri="{FF2B5EF4-FFF2-40B4-BE49-F238E27FC236}">
                <a16:creationId xmlns:a16="http://schemas.microsoft.com/office/drawing/2014/main" id="{1CFCD69D-507C-A03C-45CF-D47F56D8A820}"/>
              </a:ext>
            </a:extLst>
          </p:cNvPr>
          <p:cNvPicPr>
            <a:picLocks noChangeAspect="1"/>
          </p:cNvPicPr>
          <p:nvPr/>
        </p:nvPicPr>
        <p:blipFill>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8893968" y="3541960"/>
            <a:ext cx="446472" cy="303229"/>
          </a:xfrm>
          <a:prstGeom prst="rect">
            <a:avLst/>
          </a:prstGeom>
        </p:spPr>
      </p:pic>
      <p:pic>
        <p:nvPicPr>
          <p:cNvPr id="40" name="Picture 39" descr="A close-up of some lights&#10;&#10;Description automatically generated with low confidence">
            <a:extLst>
              <a:ext uri="{FF2B5EF4-FFF2-40B4-BE49-F238E27FC236}">
                <a16:creationId xmlns:a16="http://schemas.microsoft.com/office/drawing/2014/main" id="{F0A43F27-70F5-A6C5-821F-A2416A17ADFC}"/>
              </a:ext>
            </a:extLst>
          </p:cNvPr>
          <p:cNvPicPr>
            <a:picLocks noChangeAspect="1"/>
          </p:cNvPicPr>
          <p:nvPr/>
        </p:nvPicPr>
        <p:blipFill>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1688798" y="4143435"/>
            <a:ext cx="446472" cy="303229"/>
          </a:xfrm>
          <a:prstGeom prst="rect">
            <a:avLst/>
          </a:prstGeom>
        </p:spPr>
      </p:pic>
      <p:pic>
        <p:nvPicPr>
          <p:cNvPr id="41" name="Picture 40" descr="A close-up of some lights&#10;&#10;Description automatically generated with low confidence">
            <a:extLst>
              <a:ext uri="{FF2B5EF4-FFF2-40B4-BE49-F238E27FC236}">
                <a16:creationId xmlns:a16="http://schemas.microsoft.com/office/drawing/2014/main" id="{3452F9D2-AB78-54AF-1303-F72241AAE81B}"/>
              </a:ext>
            </a:extLst>
          </p:cNvPr>
          <p:cNvPicPr>
            <a:picLocks noChangeAspect="1"/>
          </p:cNvPicPr>
          <p:nvPr/>
        </p:nvPicPr>
        <p:blipFill>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485476" y="4188914"/>
            <a:ext cx="446472" cy="303229"/>
          </a:xfrm>
          <a:prstGeom prst="rect">
            <a:avLst/>
          </a:prstGeom>
        </p:spPr>
      </p:pic>
      <p:sp>
        <p:nvSpPr>
          <p:cNvPr id="58" name="TextBox 57">
            <a:extLst>
              <a:ext uri="{FF2B5EF4-FFF2-40B4-BE49-F238E27FC236}">
                <a16:creationId xmlns:a16="http://schemas.microsoft.com/office/drawing/2014/main" id="{B5C68F85-FD86-5799-9672-D5BFE5918E11}"/>
              </a:ext>
            </a:extLst>
          </p:cNvPr>
          <p:cNvSpPr txBox="1"/>
          <p:nvPr/>
        </p:nvSpPr>
        <p:spPr>
          <a:xfrm>
            <a:off x="3019142" y="3997916"/>
            <a:ext cx="1254090" cy="441339"/>
          </a:xfrm>
          <a:prstGeom prst="rect">
            <a:avLst/>
          </a:prstGeom>
          <a:noFill/>
          <a:ln>
            <a:noFill/>
          </a:ln>
        </p:spPr>
        <p:txBody>
          <a:bodyPr wrap="square" lIns="91440" tIns="45720" rIns="91440" bIns="45720" anchor="t">
            <a:spAutoFit/>
          </a:bodyPr>
          <a:lstStyle/>
          <a:p>
            <a:pPr algn="ctr">
              <a:lnSpc>
                <a:spcPct val="80000"/>
              </a:lnSpc>
            </a:pPr>
            <a:r>
              <a:rPr lang="en-US" sz="1400" b="1" dirty="0">
                <a:solidFill>
                  <a:srgbClr val="4976A1"/>
                </a:solidFill>
                <a:cs typeface="Calibri"/>
              </a:rPr>
              <a:t>Scenario integrators</a:t>
            </a:r>
            <a:endParaRPr lang="en-US" dirty="0">
              <a:solidFill>
                <a:srgbClr val="4976A1"/>
              </a:solidFill>
              <a:cs typeface="Calibri"/>
            </a:endParaRPr>
          </a:p>
        </p:txBody>
      </p:sp>
      <p:pic>
        <p:nvPicPr>
          <p:cNvPr id="59" name="Picture 58" descr="A close-up of some lights&#10;&#10;Description automatically generated with low confidence">
            <a:extLst>
              <a:ext uri="{FF2B5EF4-FFF2-40B4-BE49-F238E27FC236}">
                <a16:creationId xmlns:a16="http://schemas.microsoft.com/office/drawing/2014/main" id="{588825AA-F6D5-E1F7-7D05-1F913AE517F1}"/>
              </a:ext>
            </a:extLst>
          </p:cNvPr>
          <p:cNvPicPr>
            <a:picLocks noChangeAspect="1"/>
          </p:cNvPicPr>
          <p:nvPr/>
        </p:nvPicPr>
        <p:blipFill>
          <a:blip r:embed="rId5"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2643854" y="4092644"/>
            <a:ext cx="477921" cy="324588"/>
          </a:xfrm>
          <a:prstGeom prst="rect">
            <a:avLst/>
          </a:prstGeom>
        </p:spPr>
      </p:pic>
      <p:cxnSp>
        <p:nvCxnSpPr>
          <p:cNvPr id="60" name="Straight Arrow Connector 59">
            <a:extLst>
              <a:ext uri="{FF2B5EF4-FFF2-40B4-BE49-F238E27FC236}">
                <a16:creationId xmlns:a16="http://schemas.microsoft.com/office/drawing/2014/main" id="{68F4053F-8874-1793-E03E-FAF9741D7C5D}"/>
              </a:ext>
            </a:extLst>
          </p:cNvPr>
          <p:cNvCxnSpPr>
            <a:cxnSpLocks/>
          </p:cNvCxnSpPr>
          <p:nvPr/>
        </p:nvCxnSpPr>
        <p:spPr>
          <a:xfrm flipV="1">
            <a:off x="9533239" y="3619593"/>
            <a:ext cx="387856" cy="3581"/>
          </a:xfrm>
          <a:prstGeom prst="straightConnector1">
            <a:avLst/>
          </a:prstGeom>
          <a:noFill/>
          <a:ln w="38100" cap="flat" cmpd="sng" algn="ctr">
            <a:solidFill>
              <a:srgbClr val="F46E32"/>
            </a:solidFill>
            <a:prstDash val="solid"/>
            <a:miter lim="800000"/>
            <a:tailEnd type="triangle"/>
          </a:ln>
          <a:effectLst/>
        </p:spPr>
      </p:cxnSp>
      <p:sp>
        <p:nvSpPr>
          <p:cNvPr id="61" name="Rectangle: Rounded Corners 60">
            <a:extLst>
              <a:ext uri="{FF2B5EF4-FFF2-40B4-BE49-F238E27FC236}">
                <a16:creationId xmlns:a16="http://schemas.microsoft.com/office/drawing/2014/main" id="{7A86B10F-417A-6787-E67E-CD8F6E3DE570}"/>
              </a:ext>
            </a:extLst>
          </p:cNvPr>
          <p:cNvSpPr/>
          <p:nvPr/>
        </p:nvSpPr>
        <p:spPr>
          <a:xfrm>
            <a:off x="881180" y="3701467"/>
            <a:ext cx="1254090" cy="318729"/>
          </a:xfrm>
          <a:prstGeom prst="roundRect">
            <a:avLst/>
          </a:prstGeom>
          <a:gradFill rotWithShape="1">
            <a:gsLst>
              <a:gs pos="0">
                <a:srgbClr val="5CB1EB">
                  <a:tint val="50000"/>
                  <a:satMod val="300000"/>
                </a:srgbClr>
              </a:gs>
              <a:gs pos="35000">
                <a:srgbClr val="5CB1EB">
                  <a:tint val="37000"/>
                  <a:satMod val="300000"/>
                </a:srgbClr>
              </a:gs>
              <a:gs pos="100000">
                <a:srgbClr val="5CB1EB">
                  <a:tint val="15000"/>
                  <a:satMod val="350000"/>
                </a:srgbClr>
              </a:gs>
            </a:gsLst>
            <a:lin ang="16200000" scaled="1"/>
          </a:gradFill>
          <a:ln w="9525" cap="flat" cmpd="sng" algn="ctr">
            <a:solidFill>
              <a:srgbClr val="5CB1EB">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000000"/>
                </a:solidFill>
                <a:effectLst/>
                <a:uLnTx/>
                <a:uFillTx/>
                <a:ea typeface="+mn-ea"/>
                <a:cs typeface="+mn-cs"/>
              </a:rPr>
              <a:t>LCI database</a:t>
            </a:r>
            <a:endParaRPr kumimoji="0" lang="en-CH" sz="1400" b="1" i="0" u="none" strike="noStrike" kern="0" cap="none" spc="0" normalizeH="0" baseline="0" noProof="0" dirty="0">
              <a:ln>
                <a:noFill/>
              </a:ln>
              <a:solidFill>
                <a:srgbClr val="000000"/>
              </a:solidFill>
              <a:effectLst/>
              <a:uLnTx/>
              <a:uFillTx/>
              <a:ea typeface="+mn-ea"/>
              <a:cs typeface="+mn-cs"/>
            </a:endParaRPr>
          </a:p>
        </p:txBody>
      </p:sp>
      <p:sp>
        <p:nvSpPr>
          <p:cNvPr id="62" name="Rectangle: Rounded Corners 61">
            <a:extLst>
              <a:ext uri="{FF2B5EF4-FFF2-40B4-BE49-F238E27FC236}">
                <a16:creationId xmlns:a16="http://schemas.microsoft.com/office/drawing/2014/main" id="{91839DCA-ED8A-37C0-436A-90C7B07F5706}"/>
              </a:ext>
            </a:extLst>
          </p:cNvPr>
          <p:cNvSpPr/>
          <p:nvPr/>
        </p:nvSpPr>
        <p:spPr>
          <a:xfrm>
            <a:off x="881180" y="3290967"/>
            <a:ext cx="1254090" cy="318729"/>
          </a:xfrm>
          <a:prstGeom prst="roundRect">
            <a:avLst/>
          </a:prstGeom>
          <a:gradFill rotWithShape="1">
            <a:gsLst>
              <a:gs pos="0">
                <a:srgbClr val="5CB1EB">
                  <a:tint val="50000"/>
                  <a:satMod val="300000"/>
                </a:srgbClr>
              </a:gs>
              <a:gs pos="35000">
                <a:srgbClr val="5CB1EB">
                  <a:tint val="37000"/>
                  <a:satMod val="300000"/>
                </a:srgbClr>
              </a:gs>
              <a:gs pos="100000">
                <a:srgbClr val="5CB1EB">
                  <a:tint val="15000"/>
                  <a:satMod val="350000"/>
                </a:srgbClr>
              </a:gs>
            </a:gsLst>
            <a:lin ang="16200000" scaled="1"/>
          </a:gradFill>
          <a:ln w="9525" cap="flat" cmpd="sng" algn="ctr">
            <a:solidFill>
              <a:srgbClr val="5CB1EB">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000000"/>
                </a:solidFill>
                <a:effectLst/>
                <a:uLnTx/>
                <a:uFillTx/>
                <a:ea typeface="+mn-ea"/>
                <a:cs typeface="+mn-cs"/>
              </a:rPr>
              <a:t>Scenario data</a:t>
            </a:r>
            <a:endParaRPr kumimoji="0" lang="en-CH" sz="1400" b="1" i="0" u="none" strike="noStrike" kern="0" cap="none" spc="0" normalizeH="0" baseline="0" noProof="0" dirty="0">
              <a:ln>
                <a:noFill/>
              </a:ln>
              <a:solidFill>
                <a:srgbClr val="000000"/>
              </a:solidFill>
              <a:effectLst/>
              <a:uLnTx/>
              <a:uFillTx/>
              <a:ea typeface="+mn-ea"/>
              <a:cs typeface="+mn-cs"/>
            </a:endParaRPr>
          </a:p>
        </p:txBody>
      </p:sp>
      <p:sp>
        <p:nvSpPr>
          <p:cNvPr id="63" name="TextBox 62">
            <a:extLst>
              <a:ext uri="{FF2B5EF4-FFF2-40B4-BE49-F238E27FC236}">
                <a16:creationId xmlns:a16="http://schemas.microsoft.com/office/drawing/2014/main" id="{ED0D7B8C-EB7E-0344-91CB-B620F3FAF2A5}"/>
              </a:ext>
            </a:extLst>
          </p:cNvPr>
          <p:cNvSpPr txBox="1"/>
          <p:nvPr/>
        </p:nvSpPr>
        <p:spPr>
          <a:xfrm>
            <a:off x="769816" y="2828441"/>
            <a:ext cx="1046107" cy="441339"/>
          </a:xfrm>
          <a:prstGeom prst="rect">
            <a:avLst/>
          </a:prstGeom>
          <a:noFill/>
          <a:ln>
            <a:noFill/>
          </a:ln>
        </p:spPr>
        <p:txBody>
          <a:bodyPr wrap="square" lIns="91440" tIns="45720" rIns="91440" bIns="45720" anchor="t">
            <a:spAutoFit/>
          </a:bodyPr>
          <a:lstStyle/>
          <a:p>
            <a:pPr algn="ctr">
              <a:lnSpc>
                <a:spcPct val="80000"/>
              </a:lnSpc>
            </a:pPr>
            <a:r>
              <a:rPr lang="en-US" sz="1400" b="1" dirty="0">
                <a:solidFill>
                  <a:srgbClr val="4976A1"/>
                </a:solidFill>
                <a:cs typeface="Calibri"/>
              </a:rPr>
              <a:t>Scenario generators</a:t>
            </a:r>
            <a:endParaRPr lang="en-US" dirty="0">
              <a:solidFill>
                <a:srgbClr val="4976A1"/>
              </a:solidFill>
              <a:cs typeface="Calibri"/>
            </a:endParaRPr>
          </a:p>
        </p:txBody>
      </p:sp>
      <p:pic>
        <p:nvPicPr>
          <p:cNvPr id="66" name="Picture 65" descr="A close-up of some lights&#10;&#10;Description automatically generated with low confidence">
            <a:extLst>
              <a:ext uri="{FF2B5EF4-FFF2-40B4-BE49-F238E27FC236}">
                <a16:creationId xmlns:a16="http://schemas.microsoft.com/office/drawing/2014/main" id="{01166066-C0AC-D574-4194-1692A8A04484}"/>
              </a:ext>
            </a:extLst>
          </p:cNvPr>
          <p:cNvPicPr>
            <a:picLocks noChangeAspect="1"/>
          </p:cNvPicPr>
          <p:nvPr/>
        </p:nvPicPr>
        <p:blipFill>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1770081" y="2915806"/>
            <a:ext cx="446472" cy="303229"/>
          </a:xfrm>
          <a:prstGeom prst="rect">
            <a:avLst/>
          </a:prstGeom>
        </p:spPr>
      </p:pic>
      <p:sp>
        <p:nvSpPr>
          <p:cNvPr id="67" name="Callout: Line 66">
            <a:extLst>
              <a:ext uri="{FF2B5EF4-FFF2-40B4-BE49-F238E27FC236}">
                <a16:creationId xmlns:a16="http://schemas.microsoft.com/office/drawing/2014/main" id="{975DC448-D6E6-C881-59DE-C3B8513322C0}"/>
              </a:ext>
            </a:extLst>
          </p:cNvPr>
          <p:cNvSpPr/>
          <p:nvPr/>
        </p:nvSpPr>
        <p:spPr>
          <a:xfrm>
            <a:off x="4010943" y="1347347"/>
            <a:ext cx="1441821" cy="778205"/>
          </a:xfrm>
          <a:prstGeom prst="borderCallout1">
            <a:avLst>
              <a:gd name="adj1" fmla="val 98643"/>
              <a:gd name="adj2" fmla="val 49538"/>
              <a:gd name="adj3" fmla="val 186758"/>
              <a:gd name="adj4" fmla="val 49842"/>
            </a:avLst>
          </a:prstGeom>
          <a:solidFill>
            <a:srgbClr val="2C712D"/>
          </a:solidFill>
          <a:ln w="25400" cap="flat" cmpd="sng" algn="ctr">
            <a:solidFill>
              <a:srgbClr val="2C712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Georgia"/>
                <a:ea typeface="+mn-ea"/>
                <a:cs typeface="+mn-cs"/>
              </a:rPr>
              <a:t>Broad sectoral and environmental coverage</a:t>
            </a:r>
            <a:endParaRPr kumimoji="0" lang="en-CH" sz="1200" b="0" i="0" u="none" strike="noStrike" kern="0" cap="none" spc="0" normalizeH="0" baseline="0" noProof="0" dirty="0">
              <a:ln>
                <a:noFill/>
              </a:ln>
              <a:solidFill>
                <a:srgbClr val="FFFFFF"/>
              </a:solidFill>
              <a:effectLst/>
              <a:uLnTx/>
              <a:uFillTx/>
              <a:latin typeface="Georgia"/>
              <a:ea typeface="+mn-ea"/>
              <a:cs typeface="+mn-cs"/>
            </a:endParaRPr>
          </a:p>
        </p:txBody>
      </p:sp>
      <p:sp>
        <p:nvSpPr>
          <p:cNvPr id="69" name="Callout: Line 68">
            <a:extLst>
              <a:ext uri="{FF2B5EF4-FFF2-40B4-BE49-F238E27FC236}">
                <a16:creationId xmlns:a16="http://schemas.microsoft.com/office/drawing/2014/main" id="{906A0AF1-7253-E91B-095A-A9D4B4E78E28}"/>
              </a:ext>
            </a:extLst>
          </p:cNvPr>
          <p:cNvSpPr/>
          <p:nvPr/>
        </p:nvSpPr>
        <p:spPr>
          <a:xfrm>
            <a:off x="7708712" y="1399335"/>
            <a:ext cx="1415957" cy="778205"/>
          </a:xfrm>
          <a:prstGeom prst="borderCallout1">
            <a:avLst>
              <a:gd name="adj1" fmla="val 98643"/>
              <a:gd name="adj2" fmla="val 49538"/>
              <a:gd name="adj3" fmla="val 186758"/>
              <a:gd name="adj4" fmla="val 49842"/>
            </a:avLst>
          </a:prstGeom>
          <a:solidFill>
            <a:srgbClr val="2C712D"/>
          </a:solidFill>
          <a:ln w="25400" cap="flat" cmpd="sng" algn="ctr">
            <a:solidFill>
              <a:srgbClr val="2C712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Georgia"/>
                <a:ea typeface="+mn-ea"/>
                <a:cs typeface="+mn-cs"/>
              </a:rPr>
              <a:t>Easy to work with in LCA software</a:t>
            </a:r>
            <a:endParaRPr kumimoji="0" lang="en-CH" sz="1200" b="0" i="0" u="none" strike="noStrike" kern="0" cap="none" spc="0" normalizeH="0" baseline="0" noProof="0" dirty="0">
              <a:ln>
                <a:noFill/>
              </a:ln>
              <a:solidFill>
                <a:srgbClr val="FFFFFF"/>
              </a:solidFill>
              <a:effectLst/>
              <a:uLnTx/>
              <a:uFillTx/>
              <a:latin typeface="Georgia"/>
              <a:ea typeface="+mn-ea"/>
              <a:cs typeface="+mn-cs"/>
            </a:endParaRPr>
          </a:p>
        </p:txBody>
      </p:sp>
      <p:sp>
        <p:nvSpPr>
          <p:cNvPr id="70" name="Callout: Line 69">
            <a:extLst>
              <a:ext uri="{FF2B5EF4-FFF2-40B4-BE49-F238E27FC236}">
                <a16:creationId xmlns:a16="http://schemas.microsoft.com/office/drawing/2014/main" id="{9B9BE00C-45FE-0A93-0EEC-A5487E777335}"/>
              </a:ext>
            </a:extLst>
          </p:cNvPr>
          <p:cNvSpPr/>
          <p:nvPr/>
        </p:nvSpPr>
        <p:spPr>
          <a:xfrm>
            <a:off x="9848308" y="5344936"/>
            <a:ext cx="1415957" cy="778205"/>
          </a:xfrm>
          <a:prstGeom prst="borderCallout1">
            <a:avLst>
              <a:gd name="adj1" fmla="val 551"/>
              <a:gd name="adj2" fmla="val 50403"/>
              <a:gd name="adj3" fmla="val -65555"/>
              <a:gd name="adj4" fmla="val 50130"/>
            </a:avLst>
          </a:prstGeom>
          <a:solidFill>
            <a:srgbClr val="2C712D"/>
          </a:solidFill>
          <a:ln w="25400" cap="flat" cmpd="sng" algn="ctr">
            <a:solidFill>
              <a:srgbClr val="2C712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Georgia"/>
                <a:ea typeface="+mn-ea"/>
                <a:cs typeface="+mn-cs"/>
              </a:rPr>
              <a:t>Practitioners understand the scenarios</a:t>
            </a:r>
            <a:endParaRPr kumimoji="0" lang="en-CH" sz="1200" b="0" i="0" u="none" strike="noStrike" kern="0" cap="none" spc="0" normalizeH="0" baseline="0" noProof="0" dirty="0">
              <a:ln>
                <a:noFill/>
              </a:ln>
              <a:solidFill>
                <a:srgbClr val="FFFFFF"/>
              </a:solidFill>
              <a:effectLst/>
              <a:uLnTx/>
              <a:uFillTx/>
              <a:latin typeface="Georgia"/>
              <a:ea typeface="+mn-ea"/>
              <a:cs typeface="+mn-cs"/>
            </a:endParaRPr>
          </a:p>
        </p:txBody>
      </p:sp>
      <p:sp>
        <p:nvSpPr>
          <p:cNvPr id="76" name="Callout: Line 75">
            <a:extLst>
              <a:ext uri="{FF2B5EF4-FFF2-40B4-BE49-F238E27FC236}">
                <a16:creationId xmlns:a16="http://schemas.microsoft.com/office/drawing/2014/main" id="{E70ECDE1-E4DC-0569-9923-46123BAC0921}"/>
              </a:ext>
            </a:extLst>
          </p:cNvPr>
          <p:cNvSpPr/>
          <p:nvPr/>
        </p:nvSpPr>
        <p:spPr>
          <a:xfrm>
            <a:off x="6705489" y="5553429"/>
            <a:ext cx="1559973" cy="541046"/>
          </a:xfrm>
          <a:prstGeom prst="borderCallout1">
            <a:avLst>
              <a:gd name="adj1" fmla="val 551"/>
              <a:gd name="adj2" fmla="val 50403"/>
              <a:gd name="adj3" fmla="val -65555"/>
              <a:gd name="adj4" fmla="val 50130"/>
            </a:avLst>
          </a:prstGeom>
          <a:solidFill>
            <a:srgbClr val="2C712D"/>
          </a:solidFill>
          <a:ln w="25400" cap="flat" cmpd="sng" algn="ctr">
            <a:solidFill>
              <a:srgbClr val="2C712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Georgia"/>
                <a:ea typeface="+mn-ea"/>
                <a:cs typeface="+mn-cs"/>
              </a:rPr>
              <a:t>Regular updates and improvements</a:t>
            </a:r>
            <a:endParaRPr kumimoji="0" lang="en-CH" sz="1200" b="0" i="0" u="none" strike="noStrike" kern="0" cap="none" spc="0" normalizeH="0" baseline="0" noProof="0" dirty="0">
              <a:ln>
                <a:noFill/>
              </a:ln>
              <a:solidFill>
                <a:srgbClr val="FFFFFF"/>
              </a:solidFill>
              <a:effectLst/>
              <a:uLnTx/>
              <a:uFillTx/>
              <a:latin typeface="Georgia"/>
              <a:ea typeface="+mn-ea"/>
              <a:cs typeface="+mn-cs"/>
            </a:endParaRPr>
          </a:p>
        </p:txBody>
      </p:sp>
      <p:sp>
        <p:nvSpPr>
          <p:cNvPr id="77" name="Callout: Line 76">
            <a:extLst>
              <a:ext uri="{FF2B5EF4-FFF2-40B4-BE49-F238E27FC236}">
                <a16:creationId xmlns:a16="http://schemas.microsoft.com/office/drawing/2014/main" id="{16DC9319-1613-0595-6C40-0A1A4ADDA41A}"/>
              </a:ext>
            </a:extLst>
          </p:cNvPr>
          <p:cNvSpPr/>
          <p:nvPr/>
        </p:nvSpPr>
        <p:spPr>
          <a:xfrm>
            <a:off x="2066727" y="1265747"/>
            <a:ext cx="1415957" cy="952238"/>
          </a:xfrm>
          <a:prstGeom prst="borderCallout1">
            <a:avLst>
              <a:gd name="adj1" fmla="val 98643"/>
              <a:gd name="adj2" fmla="val 49538"/>
              <a:gd name="adj3" fmla="val 169753"/>
              <a:gd name="adj4" fmla="val 49842"/>
            </a:avLst>
          </a:prstGeom>
          <a:solidFill>
            <a:srgbClr val="2C712D"/>
          </a:solidFill>
          <a:ln w="25400" cap="flat" cmpd="sng" algn="ctr">
            <a:solidFill>
              <a:srgbClr val="2C712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Georgia"/>
                <a:ea typeface="+mn-ea"/>
                <a:cs typeface="+mn-cs"/>
              </a:rPr>
              <a:t>Best available data &amp; models, transparent, reproducible, consistent</a:t>
            </a:r>
            <a:endParaRPr kumimoji="0" lang="en-CH" sz="1200" b="0" i="0" u="none" strike="noStrike" kern="0" cap="none" spc="0" normalizeH="0" baseline="0" noProof="0" dirty="0">
              <a:ln>
                <a:noFill/>
              </a:ln>
              <a:solidFill>
                <a:srgbClr val="FFFFFF"/>
              </a:solidFill>
              <a:effectLst/>
              <a:uLnTx/>
              <a:uFillTx/>
              <a:latin typeface="Georgia"/>
              <a:ea typeface="+mn-ea"/>
              <a:cs typeface="+mn-cs"/>
            </a:endParaRPr>
          </a:p>
        </p:txBody>
      </p:sp>
      <p:sp>
        <p:nvSpPr>
          <p:cNvPr id="79" name="Callout: Line 78">
            <a:extLst>
              <a:ext uri="{FF2B5EF4-FFF2-40B4-BE49-F238E27FC236}">
                <a16:creationId xmlns:a16="http://schemas.microsoft.com/office/drawing/2014/main" id="{BAB3BDE1-8689-87D4-6569-A0E3EFB20ED4}"/>
              </a:ext>
            </a:extLst>
          </p:cNvPr>
          <p:cNvSpPr/>
          <p:nvPr/>
        </p:nvSpPr>
        <p:spPr>
          <a:xfrm>
            <a:off x="5811143" y="1406930"/>
            <a:ext cx="1500627" cy="778205"/>
          </a:xfrm>
          <a:prstGeom prst="borderCallout1">
            <a:avLst>
              <a:gd name="adj1" fmla="val 98643"/>
              <a:gd name="adj2" fmla="val 49538"/>
              <a:gd name="adj3" fmla="val 186758"/>
              <a:gd name="adj4" fmla="val 49842"/>
            </a:avLst>
          </a:prstGeom>
          <a:solidFill>
            <a:srgbClr val="2C712D"/>
          </a:solidFill>
          <a:ln w="25400" cap="flat" cmpd="sng" algn="ctr">
            <a:solidFill>
              <a:srgbClr val="2C712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Georgia"/>
                <a:ea typeface="+mn-ea"/>
                <a:cs typeface="+mn-cs"/>
              </a:rPr>
              <a:t>Practitioners can easily obtain them</a:t>
            </a:r>
            <a:endParaRPr kumimoji="0" lang="en-CH" sz="1200" b="0" i="0" u="none" strike="noStrike" kern="0" cap="none" spc="0" normalizeH="0" baseline="0" noProof="0" dirty="0">
              <a:ln>
                <a:noFill/>
              </a:ln>
              <a:solidFill>
                <a:srgbClr val="FFFFFF"/>
              </a:solidFill>
              <a:effectLst/>
              <a:uLnTx/>
              <a:uFillTx/>
              <a:latin typeface="Georgia"/>
              <a:ea typeface="+mn-ea"/>
              <a:cs typeface="+mn-cs"/>
            </a:endParaRPr>
          </a:p>
        </p:txBody>
      </p:sp>
      <p:sp>
        <p:nvSpPr>
          <p:cNvPr id="82" name="TextBox 81">
            <a:extLst>
              <a:ext uri="{FF2B5EF4-FFF2-40B4-BE49-F238E27FC236}">
                <a16:creationId xmlns:a16="http://schemas.microsoft.com/office/drawing/2014/main" id="{5849CE45-9013-F1F2-429E-1D9888D6A2E4}"/>
              </a:ext>
            </a:extLst>
          </p:cNvPr>
          <p:cNvSpPr txBox="1"/>
          <p:nvPr/>
        </p:nvSpPr>
        <p:spPr>
          <a:xfrm>
            <a:off x="927735" y="5449164"/>
            <a:ext cx="4967070" cy="541046"/>
          </a:xfrm>
          <a:prstGeom prst="rect">
            <a:avLst/>
          </a:prstGeom>
          <a:noFill/>
          <a:ln>
            <a:noFill/>
          </a:ln>
        </p:spPr>
        <p:txBody>
          <a:bodyPr wrap="square" lIns="91440" tIns="45720" rIns="91440" bIns="45720" anchor="t">
            <a:spAutoFit/>
          </a:bodyPr>
          <a:lstStyle/>
          <a:p>
            <a:pPr algn="ctr">
              <a:lnSpc>
                <a:spcPct val="80000"/>
              </a:lnSpc>
            </a:pPr>
            <a:r>
              <a:rPr lang="en-US" b="1" dirty="0">
                <a:solidFill>
                  <a:srgbClr val="4976A1"/>
                </a:solidFill>
                <a:cs typeface="Calibri"/>
              </a:rPr>
              <a:t>A collaborative effort of all stakeholders is required to make this happen</a:t>
            </a:r>
            <a:endParaRPr lang="en-US" sz="2400" dirty="0">
              <a:solidFill>
                <a:srgbClr val="4976A1"/>
              </a:solidFill>
              <a:cs typeface="Calibri"/>
            </a:endParaRPr>
          </a:p>
        </p:txBody>
      </p:sp>
      <p:pic>
        <p:nvPicPr>
          <p:cNvPr id="83" name="Picture 82">
            <a:extLst>
              <a:ext uri="{FF2B5EF4-FFF2-40B4-BE49-F238E27FC236}">
                <a16:creationId xmlns:a16="http://schemas.microsoft.com/office/drawing/2014/main" id="{0AD9AECB-DA18-D93C-D6C7-6C415030D648}"/>
              </a:ext>
            </a:extLst>
          </p:cNvPr>
          <p:cNvPicPr>
            <a:picLocks noChangeAspect="1"/>
          </p:cNvPicPr>
          <p:nvPr/>
        </p:nvPicPr>
        <p:blipFill>
          <a:blip r:embed="rId6"/>
          <a:stretch>
            <a:fillRect/>
          </a:stretch>
        </p:blipFill>
        <p:spPr>
          <a:xfrm>
            <a:off x="4420936" y="4024170"/>
            <a:ext cx="1257948" cy="459151"/>
          </a:xfrm>
          <a:prstGeom prst="rect">
            <a:avLst/>
          </a:prstGeom>
        </p:spPr>
      </p:pic>
      <p:sp>
        <p:nvSpPr>
          <p:cNvPr id="2" name="TextBox 1">
            <a:extLst>
              <a:ext uri="{FF2B5EF4-FFF2-40B4-BE49-F238E27FC236}">
                <a16:creationId xmlns:a16="http://schemas.microsoft.com/office/drawing/2014/main" id="{1729A021-8F94-2CC1-0364-3A241DF4F710}"/>
              </a:ext>
            </a:extLst>
          </p:cNvPr>
          <p:cNvSpPr txBox="1"/>
          <p:nvPr/>
        </p:nvSpPr>
        <p:spPr>
          <a:xfrm>
            <a:off x="1108729" y="6217884"/>
            <a:ext cx="7923491" cy="461665"/>
          </a:xfrm>
          <a:prstGeom prst="rect">
            <a:avLst/>
          </a:prstGeom>
          <a:noFill/>
        </p:spPr>
        <p:txBody>
          <a:bodyPr wrap="square" rtlCol="0">
            <a:spAutoFit/>
          </a:bodyPr>
          <a:lstStyle/>
          <a:p>
            <a:r>
              <a:rPr lang="en-GB" sz="1200" dirty="0" err="1"/>
              <a:t>Steubing</a:t>
            </a:r>
            <a:r>
              <a:rPr lang="en-GB" sz="1200" dirty="0"/>
              <a:t>, B., Mendoza Beltran, A. &amp; Sacchi, R. Conditions for the broad application of prospective life cycle inventory databases. (2023)</a:t>
            </a:r>
            <a:endParaRPr lang="en-CH" sz="1200" dirty="0"/>
          </a:p>
        </p:txBody>
      </p:sp>
    </p:spTree>
    <p:extLst>
      <p:ext uri="{BB962C8B-B14F-4D97-AF65-F5344CB8AC3E}">
        <p14:creationId xmlns:p14="http://schemas.microsoft.com/office/powerpoint/2010/main" val="4114192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3"/>
                                        </p:tgtEl>
                                        <p:attrNameLst>
                                          <p:attrName>style.visibility</p:attrName>
                                        </p:attrNameLst>
                                      </p:cBhvr>
                                      <p:to>
                                        <p:strVal val="visible"/>
                                      </p:to>
                                    </p:set>
                                    <p:animEffect transition="in" filter="fade">
                                      <p:cBhvr>
                                        <p:cTn id="10" dur="500"/>
                                        <p:tgtEl>
                                          <p:spTgt spid="63"/>
                                        </p:tgtEl>
                                      </p:cBhvr>
                                    </p:animEffect>
                                  </p:childTnLst>
                                </p:cTn>
                              </p:par>
                              <p:par>
                                <p:cTn id="11" presetID="10" presetClass="entr" presetSubtype="0" fill="hold" nodeType="withEffect">
                                  <p:stCondLst>
                                    <p:cond delay="0"/>
                                  </p:stCondLst>
                                  <p:childTnLst>
                                    <p:set>
                                      <p:cBhvr>
                                        <p:cTn id="12" dur="1" fill="hold">
                                          <p:stCondLst>
                                            <p:cond delay="0"/>
                                          </p:stCondLst>
                                        </p:cTn>
                                        <p:tgtEl>
                                          <p:spTgt spid="66"/>
                                        </p:tgtEl>
                                        <p:attrNameLst>
                                          <p:attrName>style.visibility</p:attrName>
                                        </p:attrNameLst>
                                      </p:cBhvr>
                                      <p:to>
                                        <p:strVal val="visible"/>
                                      </p:to>
                                    </p:set>
                                    <p:animEffect transition="in" filter="fade">
                                      <p:cBhvr>
                                        <p:cTn id="13" dur="500"/>
                                        <p:tgtEl>
                                          <p:spTgt spid="6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2"/>
                                        </p:tgtEl>
                                        <p:attrNameLst>
                                          <p:attrName>style.visibility</p:attrName>
                                        </p:attrNameLst>
                                      </p:cBhvr>
                                      <p:to>
                                        <p:strVal val="visible"/>
                                      </p:to>
                                    </p:set>
                                    <p:animEffect transition="in" filter="fade">
                                      <p:cBhvr>
                                        <p:cTn id="16" dur="500"/>
                                        <p:tgtEl>
                                          <p:spTgt spid="6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1"/>
                                        </p:tgtEl>
                                        <p:attrNameLst>
                                          <p:attrName>style.visibility</p:attrName>
                                        </p:attrNameLst>
                                      </p:cBhvr>
                                      <p:to>
                                        <p:strVal val="visible"/>
                                      </p:to>
                                    </p:set>
                                    <p:animEffect transition="in" filter="fade">
                                      <p:cBhvr>
                                        <p:cTn id="19" dur="500"/>
                                        <p:tgtEl>
                                          <p:spTgt spid="61"/>
                                        </p:tgtEl>
                                      </p:cBhvr>
                                    </p:animEffect>
                                  </p:childTnLst>
                                </p:cTn>
                              </p:par>
                              <p:par>
                                <p:cTn id="20" presetID="10" presetClass="entr" presetSubtype="0" fill="hold" nodeType="with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fade">
                                      <p:cBhvr>
                                        <p:cTn id="22" dur="500"/>
                                        <p:tgtEl>
                                          <p:spTgt spid="4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4"/>
                                        </p:tgtEl>
                                        <p:attrNameLst>
                                          <p:attrName>style.visibility</p:attrName>
                                        </p:attrNameLst>
                                      </p:cBhvr>
                                      <p:to>
                                        <p:strVal val="visible"/>
                                      </p:to>
                                    </p:set>
                                    <p:animEffect transition="in" filter="fade">
                                      <p:cBhvr>
                                        <p:cTn id="25" dur="500"/>
                                        <p:tgtEl>
                                          <p:spTgt spid="3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29" presetID="10"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500"/>
                                        <p:tgtEl>
                                          <p:spTgt spid="1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500"/>
                                        <p:tgtEl>
                                          <p:spTgt spid="1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500"/>
                                        <p:tgtEl>
                                          <p:spTgt spid="2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500"/>
                                        <p:tgtEl>
                                          <p:spTgt spid="21"/>
                                        </p:tgtEl>
                                      </p:cBhvr>
                                    </p:animEffect>
                                  </p:childTnLst>
                                </p:cTn>
                              </p:par>
                              <p:par>
                                <p:cTn id="47" presetID="10" presetClass="entr" presetSubtype="0" fill="hold"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500"/>
                                        <p:tgtEl>
                                          <p:spTgt spid="2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500"/>
                                        <p:tgtEl>
                                          <p:spTgt spid="3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58"/>
                                        </p:tgtEl>
                                        <p:attrNameLst>
                                          <p:attrName>style.visibility</p:attrName>
                                        </p:attrNameLst>
                                      </p:cBhvr>
                                      <p:to>
                                        <p:strVal val="visible"/>
                                      </p:to>
                                    </p:set>
                                    <p:animEffect transition="in" filter="fade">
                                      <p:cBhvr>
                                        <p:cTn id="55" dur="500"/>
                                        <p:tgtEl>
                                          <p:spTgt spid="58"/>
                                        </p:tgtEl>
                                      </p:cBhvr>
                                    </p:animEffect>
                                  </p:childTnLst>
                                </p:cTn>
                              </p:par>
                              <p:par>
                                <p:cTn id="56" presetID="10" presetClass="entr" presetSubtype="0" fill="hold" nodeType="withEffect">
                                  <p:stCondLst>
                                    <p:cond delay="0"/>
                                  </p:stCondLst>
                                  <p:childTnLst>
                                    <p:set>
                                      <p:cBhvr>
                                        <p:cTn id="57" dur="1" fill="hold">
                                          <p:stCondLst>
                                            <p:cond delay="0"/>
                                          </p:stCondLst>
                                        </p:cTn>
                                        <p:tgtEl>
                                          <p:spTgt spid="59"/>
                                        </p:tgtEl>
                                        <p:attrNameLst>
                                          <p:attrName>style.visibility</p:attrName>
                                        </p:attrNameLst>
                                      </p:cBhvr>
                                      <p:to>
                                        <p:strVal val="visible"/>
                                      </p:to>
                                    </p:set>
                                    <p:animEffect transition="in" filter="fade">
                                      <p:cBhvr>
                                        <p:cTn id="58" dur="500"/>
                                        <p:tgtEl>
                                          <p:spTgt spid="5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2"/>
                                        </p:tgtEl>
                                        <p:attrNameLst>
                                          <p:attrName>style.visibility</p:attrName>
                                        </p:attrNameLst>
                                      </p:cBhvr>
                                      <p:to>
                                        <p:strVal val="visible"/>
                                      </p:to>
                                    </p:set>
                                    <p:animEffect transition="in" filter="fade">
                                      <p:cBhvr>
                                        <p:cTn id="61" dur="500"/>
                                        <p:tgtEl>
                                          <p:spTgt spid="32"/>
                                        </p:tgtEl>
                                      </p:cBhvr>
                                    </p:animEffect>
                                  </p:childTnLst>
                                </p:cTn>
                              </p:par>
                              <p:par>
                                <p:cTn id="62" presetID="10" presetClass="entr" presetSubtype="0" fill="hold" nodeType="with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fade">
                                      <p:cBhvr>
                                        <p:cTn id="64" dur="500"/>
                                        <p:tgtEl>
                                          <p:spTgt spid="3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fade">
                                      <p:cBhvr>
                                        <p:cTn id="67" dur="500"/>
                                        <p:tgtEl>
                                          <p:spTgt spid="3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3"/>
                                        </p:tgtEl>
                                        <p:attrNameLst>
                                          <p:attrName>style.visibility</p:attrName>
                                        </p:attrNameLst>
                                      </p:cBhvr>
                                      <p:to>
                                        <p:strVal val="visible"/>
                                      </p:to>
                                    </p:set>
                                    <p:animEffect transition="in" filter="fade">
                                      <p:cBhvr>
                                        <p:cTn id="73" dur="500"/>
                                        <p:tgtEl>
                                          <p:spTgt spid="23"/>
                                        </p:tgtEl>
                                      </p:cBhvr>
                                    </p:animEffect>
                                  </p:childTnLst>
                                </p:cTn>
                              </p:par>
                              <p:par>
                                <p:cTn id="74" presetID="10" presetClass="entr" presetSubtype="0" fill="hold" nodeType="withEffect">
                                  <p:stCondLst>
                                    <p:cond delay="0"/>
                                  </p:stCondLst>
                                  <p:childTnLst>
                                    <p:set>
                                      <p:cBhvr>
                                        <p:cTn id="75" dur="1" fill="hold">
                                          <p:stCondLst>
                                            <p:cond delay="0"/>
                                          </p:stCondLst>
                                        </p:cTn>
                                        <p:tgtEl>
                                          <p:spTgt spid="41"/>
                                        </p:tgtEl>
                                        <p:attrNameLst>
                                          <p:attrName>style.visibility</p:attrName>
                                        </p:attrNameLst>
                                      </p:cBhvr>
                                      <p:to>
                                        <p:strVal val="visible"/>
                                      </p:to>
                                    </p:set>
                                    <p:animEffect transition="in" filter="fade">
                                      <p:cBhvr>
                                        <p:cTn id="76" dur="500"/>
                                        <p:tgtEl>
                                          <p:spTgt spid="41"/>
                                        </p:tgtEl>
                                      </p:cBhvr>
                                    </p:animEffect>
                                  </p:childTnLst>
                                </p:cTn>
                              </p:par>
                              <p:par>
                                <p:cTn id="77" presetID="10" presetClass="entr" presetSubtype="0" fill="hold" nodeType="withEffect">
                                  <p:stCondLst>
                                    <p:cond delay="0"/>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500"/>
                                        <p:tgtEl>
                                          <p:spTgt spid="27"/>
                                        </p:tgtEl>
                                      </p:cBhvr>
                                    </p:animEffect>
                                  </p:childTnLst>
                                </p:cTn>
                              </p:par>
                              <p:par>
                                <p:cTn id="80" presetID="10" presetClass="entr" presetSubtype="0" fill="hold" nodeType="withEffect">
                                  <p:stCondLst>
                                    <p:cond delay="0"/>
                                  </p:stCondLst>
                                  <p:childTnLst>
                                    <p:set>
                                      <p:cBhvr>
                                        <p:cTn id="81" dur="1" fill="hold">
                                          <p:stCondLst>
                                            <p:cond delay="0"/>
                                          </p:stCondLst>
                                        </p:cTn>
                                        <p:tgtEl>
                                          <p:spTgt spid="39"/>
                                        </p:tgtEl>
                                        <p:attrNameLst>
                                          <p:attrName>style.visibility</p:attrName>
                                        </p:attrNameLst>
                                      </p:cBhvr>
                                      <p:to>
                                        <p:strVal val="visible"/>
                                      </p:to>
                                    </p:set>
                                    <p:animEffect transition="in" filter="fade">
                                      <p:cBhvr>
                                        <p:cTn id="82" dur="500"/>
                                        <p:tgtEl>
                                          <p:spTgt spid="39"/>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8"/>
                                        </p:tgtEl>
                                        <p:attrNameLst>
                                          <p:attrName>style.visibility</p:attrName>
                                        </p:attrNameLst>
                                      </p:cBhvr>
                                      <p:to>
                                        <p:strVal val="visible"/>
                                      </p:to>
                                    </p:set>
                                    <p:animEffect transition="in" filter="fade">
                                      <p:cBhvr>
                                        <p:cTn id="85" dur="500"/>
                                        <p:tgtEl>
                                          <p:spTgt spid="38"/>
                                        </p:tgtEl>
                                      </p:cBhvr>
                                    </p:animEffect>
                                  </p:childTnLst>
                                </p:cTn>
                              </p:par>
                              <p:par>
                                <p:cTn id="86" presetID="10" presetClass="entr" presetSubtype="0" fill="hold" nodeType="withEffect">
                                  <p:stCondLst>
                                    <p:cond delay="0"/>
                                  </p:stCondLst>
                                  <p:childTnLst>
                                    <p:set>
                                      <p:cBhvr>
                                        <p:cTn id="87" dur="1" fill="hold">
                                          <p:stCondLst>
                                            <p:cond delay="0"/>
                                          </p:stCondLst>
                                        </p:cTn>
                                        <p:tgtEl>
                                          <p:spTgt spid="60"/>
                                        </p:tgtEl>
                                        <p:attrNameLst>
                                          <p:attrName>style.visibility</p:attrName>
                                        </p:attrNameLst>
                                      </p:cBhvr>
                                      <p:to>
                                        <p:strVal val="visible"/>
                                      </p:to>
                                    </p:set>
                                    <p:animEffect transition="in" filter="fade">
                                      <p:cBhvr>
                                        <p:cTn id="88" dur="500"/>
                                        <p:tgtEl>
                                          <p:spTgt spid="60"/>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11"/>
                                        </p:tgtEl>
                                        <p:attrNameLst>
                                          <p:attrName>style.visibility</p:attrName>
                                        </p:attrNameLst>
                                      </p:cBhvr>
                                      <p:to>
                                        <p:strVal val="visible"/>
                                      </p:to>
                                    </p:set>
                                    <p:animEffect transition="in" filter="fade">
                                      <p:cBhvr>
                                        <p:cTn id="91" dur="500"/>
                                        <p:tgtEl>
                                          <p:spTgt spid="11"/>
                                        </p:tgtEl>
                                      </p:cBhvr>
                                    </p:animEffect>
                                  </p:childTnLst>
                                </p:cTn>
                              </p:par>
                              <p:par>
                                <p:cTn id="92" presetID="10" presetClass="entr" presetSubtype="0" fill="hold" nodeType="withEffect">
                                  <p:stCondLst>
                                    <p:cond delay="0"/>
                                  </p:stCondLst>
                                  <p:childTnLst>
                                    <p:set>
                                      <p:cBhvr>
                                        <p:cTn id="93" dur="1" fill="hold">
                                          <p:stCondLst>
                                            <p:cond delay="0"/>
                                          </p:stCondLst>
                                        </p:cTn>
                                        <p:tgtEl>
                                          <p:spTgt spid="83"/>
                                        </p:tgtEl>
                                        <p:attrNameLst>
                                          <p:attrName>style.visibility</p:attrName>
                                        </p:attrNameLst>
                                      </p:cBhvr>
                                      <p:to>
                                        <p:strVal val="visible"/>
                                      </p:to>
                                    </p:set>
                                    <p:animEffect transition="in" filter="fade">
                                      <p:cBhvr>
                                        <p:cTn id="94" dur="500"/>
                                        <p:tgtEl>
                                          <p:spTgt spid="83"/>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37"/>
                                        </p:tgtEl>
                                        <p:attrNameLst>
                                          <p:attrName>style.visibility</p:attrName>
                                        </p:attrNameLst>
                                      </p:cBhvr>
                                      <p:to>
                                        <p:strVal val="visible"/>
                                      </p:to>
                                    </p:set>
                                    <p:animEffect transition="in" filter="fade">
                                      <p:cBhvr>
                                        <p:cTn id="99" dur="500"/>
                                        <p:tgtEl>
                                          <p:spTgt spid="37"/>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77"/>
                                        </p:tgtEl>
                                        <p:attrNameLst>
                                          <p:attrName>style.visibility</p:attrName>
                                        </p:attrNameLst>
                                      </p:cBhvr>
                                      <p:to>
                                        <p:strVal val="visible"/>
                                      </p:to>
                                    </p:set>
                                    <p:animEffect transition="in" filter="fade">
                                      <p:cBhvr>
                                        <p:cTn id="102" dur="500"/>
                                        <p:tgtEl>
                                          <p:spTgt spid="77"/>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24"/>
                                        </p:tgtEl>
                                        <p:attrNameLst>
                                          <p:attrName>style.visibility</p:attrName>
                                        </p:attrNameLst>
                                      </p:cBhvr>
                                      <p:to>
                                        <p:strVal val="visible"/>
                                      </p:to>
                                    </p:set>
                                    <p:animEffect transition="in" filter="fade">
                                      <p:cBhvr>
                                        <p:cTn id="107" dur="500"/>
                                        <p:tgtEl>
                                          <p:spTgt spid="24"/>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67"/>
                                        </p:tgtEl>
                                        <p:attrNameLst>
                                          <p:attrName>style.visibility</p:attrName>
                                        </p:attrNameLst>
                                      </p:cBhvr>
                                      <p:to>
                                        <p:strVal val="visible"/>
                                      </p:to>
                                    </p:set>
                                    <p:animEffect transition="in" filter="fade">
                                      <p:cBhvr>
                                        <p:cTn id="110" dur="500"/>
                                        <p:tgtEl>
                                          <p:spTgt spid="67"/>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grpId="0" nodeType="clickEffect">
                                  <p:stCondLst>
                                    <p:cond delay="0"/>
                                  </p:stCondLst>
                                  <p:childTnLst>
                                    <p:set>
                                      <p:cBhvr>
                                        <p:cTn id="114" dur="1" fill="hold">
                                          <p:stCondLst>
                                            <p:cond delay="0"/>
                                          </p:stCondLst>
                                        </p:cTn>
                                        <p:tgtEl>
                                          <p:spTgt spid="25"/>
                                        </p:tgtEl>
                                        <p:attrNameLst>
                                          <p:attrName>style.visibility</p:attrName>
                                        </p:attrNameLst>
                                      </p:cBhvr>
                                      <p:to>
                                        <p:strVal val="visible"/>
                                      </p:to>
                                    </p:set>
                                    <p:animEffect transition="in" filter="fade">
                                      <p:cBhvr>
                                        <p:cTn id="115" dur="500"/>
                                        <p:tgtEl>
                                          <p:spTgt spid="25"/>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79"/>
                                        </p:tgtEl>
                                        <p:attrNameLst>
                                          <p:attrName>style.visibility</p:attrName>
                                        </p:attrNameLst>
                                      </p:cBhvr>
                                      <p:to>
                                        <p:strVal val="visible"/>
                                      </p:to>
                                    </p:set>
                                    <p:animEffect transition="in" filter="fade">
                                      <p:cBhvr>
                                        <p:cTn id="118" dur="500"/>
                                        <p:tgtEl>
                                          <p:spTgt spid="79"/>
                                        </p:tgtEl>
                                      </p:cBhvr>
                                    </p:animEffect>
                                  </p:childTnLst>
                                </p:cTn>
                              </p:par>
                            </p:childTnLst>
                          </p:cTn>
                        </p:par>
                      </p:childTnLst>
                    </p:cTn>
                  </p:par>
                  <p:par>
                    <p:cTn id="119" fill="hold">
                      <p:stCondLst>
                        <p:cond delay="indefinite"/>
                      </p:stCondLst>
                      <p:childTnLst>
                        <p:par>
                          <p:cTn id="120" fill="hold">
                            <p:stCondLst>
                              <p:cond delay="0"/>
                            </p:stCondLst>
                            <p:childTnLst>
                              <p:par>
                                <p:cTn id="121" presetID="10" presetClass="entr" presetSubtype="0" fill="hold" grpId="0" nodeType="clickEffect">
                                  <p:stCondLst>
                                    <p:cond delay="0"/>
                                  </p:stCondLst>
                                  <p:childTnLst>
                                    <p:set>
                                      <p:cBhvr>
                                        <p:cTn id="122" dur="1" fill="hold">
                                          <p:stCondLst>
                                            <p:cond delay="0"/>
                                          </p:stCondLst>
                                        </p:cTn>
                                        <p:tgtEl>
                                          <p:spTgt spid="28"/>
                                        </p:tgtEl>
                                        <p:attrNameLst>
                                          <p:attrName>style.visibility</p:attrName>
                                        </p:attrNameLst>
                                      </p:cBhvr>
                                      <p:to>
                                        <p:strVal val="visible"/>
                                      </p:to>
                                    </p:set>
                                    <p:animEffect transition="in" filter="fade">
                                      <p:cBhvr>
                                        <p:cTn id="123" dur="500"/>
                                        <p:tgtEl>
                                          <p:spTgt spid="28"/>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69"/>
                                        </p:tgtEl>
                                        <p:attrNameLst>
                                          <p:attrName>style.visibility</p:attrName>
                                        </p:attrNameLst>
                                      </p:cBhvr>
                                      <p:to>
                                        <p:strVal val="visible"/>
                                      </p:to>
                                    </p:set>
                                    <p:animEffect transition="in" filter="fade">
                                      <p:cBhvr>
                                        <p:cTn id="126" dur="500"/>
                                        <p:tgtEl>
                                          <p:spTgt spid="69"/>
                                        </p:tgtEl>
                                      </p:cBhvr>
                                    </p:animEffect>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grpId="0" nodeType="clickEffect">
                                  <p:stCondLst>
                                    <p:cond delay="0"/>
                                  </p:stCondLst>
                                  <p:childTnLst>
                                    <p:set>
                                      <p:cBhvr>
                                        <p:cTn id="130" dur="1" fill="hold">
                                          <p:stCondLst>
                                            <p:cond delay="0"/>
                                          </p:stCondLst>
                                        </p:cTn>
                                        <p:tgtEl>
                                          <p:spTgt spid="12"/>
                                        </p:tgtEl>
                                        <p:attrNameLst>
                                          <p:attrName>style.visibility</p:attrName>
                                        </p:attrNameLst>
                                      </p:cBhvr>
                                      <p:to>
                                        <p:strVal val="visible"/>
                                      </p:to>
                                    </p:set>
                                    <p:animEffect transition="in" filter="fade">
                                      <p:cBhvr>
                                        <p:cTn id="131" dur="500"/>
                                        <p:tgtEl>
                                          <p:spTgt spid="12"/>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29"/>
                                        </p:tgtEl>
                                        <p:attrNameLst>
                                          <p:attrName>style.visibility</p:attrName>
                                        </p:attrNameLst>
                                      </p:cBhvr>
                                      <p:to>
                                        <p:strVal val="visible"/>
                                      </p:to>
                                    </p:set>
                                    <p:animEffect transition="in" filter="fade">
                                      <p:cBhvr>
                                        <p:cTn id="134" dur="500"/>
                                        <p:tgtEl>
                                          <p:spTgt spid="29"/>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70"/>
                                        </p:tgtEl>
                                        <p:attrNameLst>
                                          <p:attrName>style.visibility</p:attrName>
                                        </p:attrNameLst>
                                      </p:cBhvr>
                                      <p:to>
                                        <p:strVal val="visible"/>
                                      </p:to>
                                    </p:set>
                                    <p:animEffect transition="in" filter="fade">
                                      <p:cBhvr>
                                        <p:cTn id="137" dur="500"/>
                                        <p:tgtEl>
                                          <p:spTgt spid="70"/>
                                        </p:tgtEl>
                                      </p:cBhvr>
                                    </p:animEffect>
                                  </p:childTnLst>
                                </p:cTn>
                              </p:par>
                            </p:childTnLst>
                          </p:cTn>
                        </p:par>
                      </p:childTnLst>
                    </p:cTn>
                  </p:par>
                  <p:par>
                    <p:cTn id="138" fill="hold">
                      <p:stCondLst>
                        <p:cond delay="indefinite"/>
                      </p:stCondLst>
                      <p:childTnLst>
                        <p:par>
                          <p:cTn id="139" fill="hold">
                            <p:stCondLst>
                              <p:cond delay="0"/>
                            </p:stCondLst>
                            <p:childTnLst>
                              <p:par>
                                <p:cTn id="140" presetID="10" presetClass="entr" presetSubtype="0" fill="hold" grpId="0" nodeType="clickEffect">
                                  <p:stCondLst>
                                    <p:cond delay="0"/>
                                  </p:stCondLst>
                                  <p:childTnLst>
                                    <p:set>
                                      <p:cBhvr>
                                        <p:cTn id="141" dur="1" fill="hold">
                                          <p:stCondLst>
                                            <p:cond delay="0"/>
                                          </p:stCondLst>
                                        </p:cTn>
                                        <p:tgtEl>
                                          <p:spTgt spid="14"/>
                                        </p:tgtEl>
                                        <p:attrNameLst>
                                          <p:attrName>style.visibility</p:attrName>
                                        </p:attrNameLst>
                                      </p:cBhvr>
                                      <p:to>
                                        <p:strVal val="visible"/>
                                      </p:to>
                                    </p:set>
                                    <p:animEffect transition="in" filter="fade">
                                      <p:cBhvr>
                                        <p:cTn id="142" dur="500"/>
                                        <p:tgtEl>
                                          <p:spTgt spid="14"/>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30"/>
                                        </p:tgtEl>
                                        <p:attrNameLst>
                                          <p:attrName>style.visibility</p:attrName>
                                        </p:attrNameLst>
                                      </p:cBhvr>
                                      <p:to>
                                        <p:strVal val="visible"/>
                                      </p:to>
                                    </p:set>
                                    <p:animEffect transition="in" filter="fade">
                                      <p:cBhvr>
                                        <p:cTn id="145" dur="500"/>
                                        <p:tgtEl>
                                          <p:spTgt spid="30"/>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76"/>
                                        </p:tgtEl>
                                        <p:attrNameLst>
                                          <p:attrName>style.visibility</p:attrName>
                                        </p:attrNameLst>
                                      </p:cBhvr>
                                      <p:to>
                                        <p:strVal val="visible"/>
                                      </p:to>
                                    </p:set>
                                    <p:animEffect transition="in" filter="fade">
                                      <p:cBhvr>
                                        <p:cTn id="148" dur="500"/>
                                        <p:tgtEl>
                                          <p:spTgt spid="76"/>
                                        </p:tgtEl>
                                      </p:cBhvr>
                                    </p:animEffect>
                                  </p:childTnLst>
                                </p:cTn>
                              </p:par>
                            </p:childTnLst>
                          </p:cTn>
                        </p:par>
                      </p:childTnLst>
                    </p:cTn>
                  </p:par>
                  <p:par>
                    <p:cTn id="149" fill="hold">
                      <p:stCondLst>
                        <p:cond delay="indefinite"/>
                      </p:stCondLst>
                      <p:childTnLst>
                        <p:par>
                          <p:cTn id="150" fill="hold">
                            <p:stCondLst>
                              <p:cond delay="0"/>
                            </p:stCondLst>
                            <p:childTnLst>
                              <p:par>
                                <p:cTn id="151" presetID="10" presetClass="entr" presetSubtype="0" fill="hold" grpId="0" nodeType="clickEffect">
                                  <p:stCondLst>
                                    <p:cond delay="0"/>
                                  </p:stCondLst>
                                  <p:childTnLst>
                                    <p:set>
                                      <p:cBhvr>
                                        <p:cTn id="152" dur="1" fill="hold">
                                          <p:stCondLst>
                                            <p:cond delay="0"/>
                                          </p:stCondLst>
                                        </p:cTn>
                                        <p:tgtEl>
                                          <p:spTgt spid="82"/>
                                        </p:tgtEl>
                                        <p:attrNameLst>
                                          <p:attrName>style.visibility</p:attrName>
                                        </p:attrNameLst>
                                      </p:cBhvr>
                                      <p:to>
                                        <p:strVal val="visible"/>
                                      </p:to>
                                    </p:set>
                                    <p:animEffect transition="in" filter="fade">
                                      <p:cBhvr>
                                        <p:cTn id="153" dur="5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4" grpId="0" animBg="1"/>
      <p:bldP spid="17" grpId="0" animBg="1"/>
      <p:bldP spid="18" grpId="0" animBg="1"/>
      <p:bldP spid="19" grpId="0" animBg="1"/>
      <p:bldP spid="20" grpId="0" animBg="1"/>
      <p:bldP spid="21" grpId="0"/>
      <p:bldP spid="23" grpId="0"/>
      <p:bldP spid="24" grpId="0"/>
      <p:bldP spid="25" grpId="0"/>
      <p:bldP spid="26" grpId="0" animBg="1"/>
      <p:bldP spid="28" grpId="0"/>
      <p:bldP spid="29" grpId="0"/>
      <p:bldP spid="30" grpId="0"/>
      <p:bldP spid="31" grpId="0" animBg="1"/>
      <p:bldP spid="32" grpId="0" animBg="1"/>
      <p:bldP spid="33" grpId="0" animBg="1"/>
      <p:bldP spid="34" grpId="0"/>
      <p:bldP spid="36" grpId="0" animBg="1"/>
      <p:bldP spid="37" grpId="0"/>
      <p:bldP spid="38" grpId="0"/>
      <p:bldP spid="58" grpId="0"/>
      <p:bldP spid="61" grpId="0" animBg="1"/>
      <p:bldP spid="62" grpId="0" animBg="1"/>
      <p:bldP spid="63" grpId="0"/>
      <p:bldP spid="67" grpId="0" animBg="1"/>
      <p:bldP spid="69" grpId="0" animBg="1"/>
      <p:bldP spid="70" grpId="0" animBg="1"/>
      <p:bldP spid="76" grpId="0" animBg="1"/>
      <p:bldP spid="77" grpId="0" animBg="1"/>
      <p:bldP spid="79" grpId="0" animBg="1"/>
      <p:bldP spid="8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9813" y="343850"/>
            <a:ext cx="11504016" cy="416841"/>
          </a:xfrm>
          <a:prstGeom prst="rect">
            <a:avLst/>
          </a:prstGeom>
        </p:spPr>
        <p:txBody>
          <a:bodyPr vert="horz" wrap="square" lIns="0" tIns="16903" rIns="0" bIns="0" rtlCol="0" anchor="ctr" anchorCtr="0">
            <a:spAutoFit/>
          </a:bodyPr>
          <a:lstStyle/>
          <a:p>
            <a:pPr marL="16502">
              <a:spcBef>
                <a:spcPts val="133"/>
              </a:spcBef>
            </a:pPr>
            <a:r>
              <a:rPr lang="es-ES" b="1" dirty="0"/>
              <a:t>¿Cómo obtener bases de datos de Premise?</a:t>
            </a:r>
            <a:endParaRPr lang="fr-CH" sz="2599" spc="-13" dirty="0"/>
          </a:p>
        </p:txBody>
      </p:sp>
      <p:sp>
        <p:nvSpPr>
          <p:cNvPr id="8" name="Vertical Text Placeholder 7">
            <a:extLst>
              <a:ext uri="{FF2B5EF4-FFF2-40B4-BE49-F238E27FC236}">
                <a16:creationId xmlns:a16="http://schemas.microsoft.com/office/drawing/2014/main" id="{A23498D2-7B2C-AAFB-95D5-0D334DCBEE7D}"/>
              </a:ext>
            </a:extLst>
          </p:cNvPr>
          <p:cNvSpPr>
            <a:spLocks noGrp="1"/>
          </p:cNvSpPr>
          <p:nvPr>
            <p:ph type="body" orient="vert" idx="1"/>
          </p:nvPr>
        </p:nvSpPr>
        <p:spPr>
          <a:xfrm>
            <a:off x="917075" y="1252836"/>
            <a:ext cx="5590435" cy="4795836"/>
          </a:xfrm>
        </p:spPr>
        <p:txBody>
          <a:bodyPr>
            <a:normAutofit/>
          </a:bodyPr>
          <a:lstStyle/>
          <a:p>
            <a:pPr>
              <a:spcBef>
                <a:spcPts val="127"/>
              </a:spcBef>
              <a:tabLst>
                <a:tab pos="252717" algn="l"/>
              </a:tabLst>
            </a:pPr>
            <a:r>
              <a:rPr lang="es-ES" sz="2099" spc="-7" dirty="0">
                <a:cs typeface="Calibri" panose="020F0502020204030204" pitchFamily="34" charset="0"/>
              </a:rPr>
              <a:t>Las bases de datos de Premise dependen de </a:t>
            </a:r>
            <a:r>
              <a:rPr lang="es-ES" sz="2099" spc="-7" dirty="0" err="1">
                <a:cs typeface="Calibri" panose="020F0502020204030204" pitchFamily="34" charset="0"/>
              </a:rPr>
              <a:t>ecoinvent</a:t>
            </a:r>
            <a:r>
              <a:rPr lang="es-ES" sz="2099" spc="-7" dirty="0">
                <a:cs typeface="Calibri" panose="020F0502020204030204" pitchFamily="34" charset="0"/>
              </a:rPr>
              <a:t>: ¡restricciones de licencia! </a:t>
            </a:r>
            <a:r>
              <a:rPr lang="fr-CH" sz="2099" spc="-7" dirty="0">
                <a:cs typeface="Calibri" panose="020F0502020204030204" pitchFamily="34" charset="0"/>
              </a:rPr>
              <a:t>Hay dos </a:t>
            </a:r>
            <a:r>
              <a:rPr lang="fr-CH" sz="2099" spc="-7" dirty="0" err="1">
                <a:cs typeface="Calibri" panose="020F0502020204030204" pitchFamily="34" charset="0"/>
              </a:rPr>
              <a:t>opciones</a:t>
            </a:r>
            <a:r>
              <a:rPr lang="fr-CH" sz="2099" spc="-7" dirty="0">
                <a:cs typeface="Calibri" panose="020F0502020204030204" pitchFamily="34" charset="0"/>
              </a:rPr>
              <a:t>:</a:t>
            </a:r>
          </a:p>
          <a:p>
            <a:pPr>
              <a:spcBef>
                <a:spcPts val="127"/>
              </a:spcBef>
              <a:tabLst>
                <a:tab pos="252717" algn="l"/>
              </a:tabLst>
            </a:pPr>
            <a:r>
              <a:rPr lang="fr-CH" sz="2099" spc="-7" dirty="0">
                <a:cs typeface="Calibri" panose="020F0502020204030204" pitchFamily="34" charset="0"/>
              </a:rPr>
              <a:t>1) </a:t>
            </a:r>
            <a:r>
              <a:rPr lang="fr-CH" sz="2099" spc="-7" dirty="0" err="1">
                <a:cs typeface="Calibri" panose="020F0502020204030204" pitchFamily="34" charset="0"/>
              </a:rPr>
              <a:t>Crear</a:t>
            </a:r>
            <a:r>
              <a:rPr lang="fr-CH" sz="2099" spc="-7" dirty="0">
                <a:cs typeface="Calibri" panose="020F0502020204030204" pitchFamily="34" charset="0"/>
              </a:rPr>
              <a:t> tus </a:t>
            </a:r>
            <a:r>
              <a:rPr lang="fr-CH" sz="2099" spc="-7" dirty="0" err="1">
                <a:cs typeface="Calibri" panose="020F0502020204030204" pitchFamily="34" charset="0"/>
              </a:rPr>
              <a:t>propias</a:t>
            </a:r>
            <a:r>
              <a:rPr lang="fr-CH" sz="2099" spc="-7" dirty="0">
                <a:cs typeface="Calibri" panose="020F0502020204030204" pitchFamily="34" charset="0"/>
              </a:rPr>
              <a:t> bases de </a:t>
            </a:r>
            <a:r>
              <a:rPr lang="fr-CH" sz="2099" spc="-7" dirty="0" err="1">
                <a:cs typeface="Calibri" panose="020F0502020204030204" pitchFamily="34" charset="0"/>
              </a:rPr>
              <a:t>datos</a:t>
            </a:r>
            <a:endParaRPr lang="fr-CH" sz="2099" spc="-7" dirty="0">
              <a:cs typeface="Calibri" panose="020F0502020204030204" pitchFamily="34" charset="0"/>
            </a:endParaRPr>
          </a:p>
          <a:p>
            <a:pPr marL="929810" lvl="1" indent="-456971">
              <a:spcBef>
                <a:spcPts val="127"/>
              </a:spcBef>
              <a:buFont typeface="Courier New"/>
              <a:buChar char="o"/>
              <a:tabLst>
                <a:tab pos="252717" algn="l"/>
              </a:tabLst>
            </a:pPr>
            <a:r>
              <a:rPr lang="es-ES" sz="2000" dirty="0"/>
              <a:t>Instalar y familiarizarse con </a:t>
            </a:r>
            <a:r>
              <a:rPr lang="es-ES" sz="2000" b="1" dirty="0"/>
              <a:t>Python</a:t>
            </a:r>
          </a:p>
          <a:p>
            <a:pPr marL="929810" lvl="1" indent="-456971">
              <a:spcBef>
                <a:spcPts val="127"/>
              </a:spcBef>
              <a:buFont typeface="Courier New"/>
              <a:buChar char="o"/>
              <a:tabLst>
                <a:tab pos="252717" algn="l"/>
              </a:tabLst>
            </a:pPr>
            <a:r>
              <a:rPr lang="fr-CH" sz="2099" spc="-7" dirty="0" err="1">
                <a:cs typeface="Calibri" panose="020F0502020204030204" pitchFamily="34" charset="0"/>
              </a:rPr>
              <a:t>Instalar</a:t>
            </a:r>
            <a:r>
              <a:rPr lang="fr-CH" sz="2099" spc="-7" dirty="0">
                <a:cs typeface="Calibri" panose="020F0502020204030204" pitchFamily="34" charset="0"/>
              </a:rPr>
              <a:t> </a:t>
            </a:r>
            <a:r>
              <a:rPr lang="fr-CH" sz="2099" spc="-7" dirty="0" err="1">
                <a:cs typeface="Calibri" panose="020F0502020204030204" pitchFamily="34" charset="0"/>
              </a:rPr>
              <a:t>premise</a:t>
            </a:r>
            <a:endParaRPr lang="fr-CH" sz="2099" spc="-7" dirty="0">
              <a:cs typeface="Calibri" panose="020F0502020204030204" pitchFamily="34" charset="0"/>
            </a:endParaRPr>
          </a:p>
          <a:p>
            <a:pPr marL="929810" lvl="1" indent="-456971">
              <a:spcBef>
                <a:spcPts val="127"/>
              </a:spcBef>
              <a:buFont typeface="Courier New"/>
              <a:buChar char="o"/>
              <a:tabLst>
                <a:tab pos="252717" algn="l"/>
              </a:tabLst>
            </a:pPr>
            <a:r>
              <a:rPr lang="fr-CH" sz="2099" spc="-7" dirty="0" err="1">
                <a:cs typeface="Calibri" panose="020F0502020204030204" pitchFamily="34" charset="0"/>
              </a:rPr>
              <a:t>Ejecutar</a:t>
            </a:r>
            <a:r>
              <a:rPr lang="fr-CH" sz="2099" spc="-7" dirty="0">
                <a:cs typeface="Calibri" panose="020F0502020204030204" pitchFamily="34" charset="0"/>
              </a:rPr>
              <a:t> </a:t>
            </a:r>
            <a:r>
              <a:rPr lang="fr-CH" sz="2099" spc="-7" dirty="0" err="1">
                <a:cs typeface="Calibri" panose="020F0502020204030204" pitchFamily="34" charset="0"/>
              </a:rPr>
              <a:t>premise</a:t>
            </a:r>
            <a:r>
              <a:rPr lang="fr-CH" sz="2099" spc="-7" dirty="0">
                <a:cs typeface="Calibri" panose="020F0502020204030204" pitchFamily="34" charset="0"/>
              </a:rPr>
              <a:t>, </a:t>
            </a:r>
            <a:r>
              <a:rPr lang="fr-CH" sz="2099" spc="-7" dirty="0" err="1">
                <a:cs typeface="Calibri" panose="020F0502020204030204" pitchFamily="34" charset="0"/>
              </a:rPr>
              <a:t>generar</a:t>
            </a:r>
            <a:r>
              <a:rPr lang="fr-CH" sz="2099" spc="-7" dirty="0">
                <a:cs typeface="Calibri" panose="020F0502020204030204" pitchFamily="34" charset="0"/>
              </a:rPr>
              <a:t> </a:t>
            </a:r>
            <a:r>
              <a:rPr lang="fr-CH" sz="2099" spc="-7" dirty="0" err="1">
                <a:cs typeface="Calibri" panose="020F0502020204030204" pitchFamily="34" charset="0"/>
              </a:rPr>
              <a:t>databases</a:t>
            </a:r>
            <a:r>
              <a:rPr lang="fr-CH" sz="2099" spc="-7" dirty="0">
                <a:cs typeface="Calibri" panose="020F0502020204030204" pitchFamily="34" charset="0"/>
              </a:rPr>
              <a:t> y </a:t>
            </a:r>
            <a:r>
              <a:rPr lang="fr-CH" sz="2099" spc="-7" dirty="0" err="1">
                <a:cs typeface="Calibri" panose="020F0502020204030204" pitchFamily="34" charset="0"/>
              </a:rPr>
              <a:t>exportar</a:t>
            </a:r>
            <a:r>
              <a:rPr lang="fr-CH" sz="2099" spc="-7" dirty="0">
                <a:cs typeface="Calibri" panose="020F0502020204030204" pitchFamily="34" charset="0"/>
              </a:rPr>
              <a:t> en el </a:t>
            </a:r>
            <a:r>
              <a:rPr lang="fr-CH" sz="2099" spc="-7" dirty="0" err="1">
                <a:cs typeface="Calibri" panose="020F0502020204030204" pitchFamily="34" charset="0"/>
              </a:rPr>
              <a:t>formato</a:t>
            </a:r>
            <a:r>
              <a:rPr lang="fr-CH" sz="2099" spc="-7" dirty="0">
                <a:cs typeface="Calibri" panose="020F0502020204030204" pitchFamily="34" charset="0"/>
              </a:rPr>
              <a:t> </a:t>
            </a:r>
            <a:r>
              <a:rPr lang="fr-CH" sz="2099" spc="-7" dirty="0" err="1">
                <a:cs typeface="Calibri" panose="020F0502020204030204" pitchFamily="34" charset="0"/>
              </a:rPr>
              <a:t>necesario</a:t>
            </a:r>
            <a:endParaRPr lang="fr-CH" sz="2099" spc="-7" dirty="0">
              <a:cs typeface="Calibri" panose="020F0502020204030204" pitchFamily="34" charset="0"/>
            </a:endParaRPr>
          </a:p>
          <a:p>
            <a:pPr marL="929810" lvl="1" indent="-456971">
              <a:spcBef>
                <a:spcPts val="127"/>
              </a:spcBef>
              <a:buFont typeface="Courier New"/>
              <a:buChar char="o"/>
              <a:tabLst>
                <a:tab pos="252717" algn="l"/>
              </a:tabLst>
            </a:pPr>
            <a:endParaRPr lang="fr-CH" sz="2099" spc="-7" dirty="0">
              <a:cs typeface="Calibri" panose="020F0502020204030204" pitchFamily="34" charset="0"/>
            </a:endParaRPr>
          </a:p>
          <a:p>
            <a:pPr>
              <a:spcBef>
                <a:spcPts val="127"/>
              </a:spcBef>
              <a:tabLst>
                <a:tab pos="252717" algn="l"/>
              </a:tabLst>
            </a:pPr>
            <a:r>
              <a:rPr lang="fr-CH" sz="2099" spc="-7" dirty="0">
                <a:cs typeface="Calibri" panose="020F0502020204030204" pitchFamily="34" charset="0"/>
              </a:rPr>
              <a:t>2) </a:t>
            </a:r>
            <a:r>
              <a:rPr lang="fr-CH" sz="2099" spc="-7" dirty="0" err="1">
                <a:cs typeface="Calibri" panose="020F0502020204030204" pitchFamily="34" charset="0"/>
              </a:rPr>
              <a:t>Importar</a:t>
            </a:r>
            <a:r>
              <a:rPr lang="fr-CH" sz="2099" spc="-7" dirty="0">
                <a:cs typeface="Calibri" panose="020F0502020204030204" pitchFamily="34" charset="0"/>
              </a:rPr>
              <a:t> bases de </a:t>
            </a:r>
            <a:r>
              <a:rPr lang="fr-CH" sz="2099" spc="-7" dirty="0" err="1">
                <a:cs typeface="Calibri" panose="020F0502020204030204" pitchFamily="34" charset="0"/>
              </a:rPr>
              <a:t>datos</a:t>
            </a:r>
            <a:r>
              <a:rPr lang="fr-CH" sz="2099" spc="-7" dirty="0">
                <a:cs typeface="Calibri" panose="020F0502020204030204" pitchFamily="34" charset="0"/>
              </a:rPr>
              <a:t> a </a:t>
            </a:r>
            <a:r>
              <a:rPr lang="fr-CH" sz="2099" spc="-7" dirty="0" err="1">
                <a:cs typeface="Calibri" panose="020F0502020204030204" pitchFamily="34" charset="0"/>
              </a:rPr>
              <a:t>través</a:t>
            </a:r>
            <a:r>
              <a:rPr lang="fr-CH" sz="2099" spc="-7" dirty="0">
                <a:cs typeface="Calibri" panose="020F0502020204030204" pitchFamily="34" charset="0"/>
              </a:rPr>
              <a:t> de Activity Browser:</a:t>
            </a:r>
          </a:p>
          <a:p>
            <a:pPr marL="929810" lvl="1" indent="-456971">
              <a:spcBef>
                <a:spcPts val="127"/>
              </a:spcBef>
              <a:buFont typeface="Courier New"/>
              <a:buChar char="o"/>
              <a:tabLst>
                <a:tab pos="252717" algn="l"/>
              </a:tabLst>
            </a:pPr>
            <a:r>
              <a:rPr lang="fr-CH" sz="2099" spc="-7" dirty="0" err="1">
                <a:cs typeface="Calibri" panose="020F0502020204030204" pitchFamily="34" charset="0"/>
              </a:rPr>
              <a:t>ScenarioLink</a:t>
            </a:r>
            <a:r>
              <a:rPr lang="fr-CH" sz="2099" spc="-7" dirty="0">
                <a:cs typeface="Calibri" panose="020F0502020204030204" pitchFamily="34" charset="0"/>
              </a:rPr>
              <a:t> plugin (</a:t>
            </a:r>
            <a:r>
              <a:rPr lang="es-ES" sz="2099" spc="-7" dirty="0">
                <a:cs typeface="Calibri" panose="020F0502020204030204" pitchFamily="34" charset="0"/>
              </a:rPr>
              <a:t>Requisito: Tener una versión local de </a:t>
            </a:r>
            <a:r>
              <a:rPr lang="es-ES" sz="2099" spc="-7" dirty="0" err="1">
                <a:cs typeface="Calibri" panose="020F0502020204030204" pitchFamily="34" charset="0"/>
              </a:rPr>
              <a:t>ecoinvent</a:t>
            </a:r>
            <a:r>
              <a:rPr lang="es-ES" sz="2099" spc="-7" dirty="0">
                <a:cs typeface="Calibri" panose="020F0502020204030204" pitchFamily="34" charset="0"/>
              </a:rPr>
              <a:t> instalada.</a:t>
            </a:r>
            <a:r>
              <a:rPr lang="fr-CH" sz="2099" spc="-7" dirty="0">
                <a:cs typeface="Calibri" panose="020F0502020204030204" pitchFamily="34" charset="0"/>
              </a:rPr>
              <a:t>)</a:t>
            </a:r>
          </a:p>
          <a:p>
            <a:endParaRPr lang="en-US" dirty="0">
              <a:cs typeface="Calibri" panose="020F0502020204030204" pitchFamily="34" charset="0"/>
            </a:endParaRPr>
          </a:p>
        </p:txBody>
      </p:sp>
      <p:pic>
        <p:nvPicPr>
          <p:cNvPr id="7" name="Picture 6" descr="LCA-ActivityBrowser · GitHub">
            <a:extLst>
              <a:ext uri="{FF2B5EF4-FFF2-40B4-BE49-F238E27FC236}">
                <a16:creationId xmlns:a16="http://schemas.microsoft.com/office/drawing/2014/main" id="{E0AEF6C5-1AE5-5763-B249-563A4DED9C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892" y="5175356"/>
            <a:ext cx="844582" cy="84458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Python (programming language) - Wikipedia">
            <a:extLst>
              <a:ext uri="{FF2B5EF4-FFF2-40B4-BE49-F238E27FC236}">
                <a16:creationId xmlns:a16="http://schemas.microsoft.com/office/drawing/2014/main" id="{DE66F678-CF91-B342-E262-56C14BEB003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6893" y="2891593"/>
            <a:ext cx="979275" cy="1074814"/>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descr="A screenshot of a computer&#10;&#10;Description automatically generated">
            <a:extLst>
              <a:ext uri="{FF2B5EF4-FFF2-40B4-BE49-F238E27FC236}">
                <a16:creationId xmlns:a16="http://schemas.microsoft.com/office/drawing/2014/main" id="{9D971C7D-116D-43C9-BA74-CAABB5DE32A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575912" y="1170839"/>
            <a:ext cx="5508080" cy="4916743"/>
          </a:xfrm>
          <a:prstGeom prst="rect">
            <a:avLst/>
          </a:prstGeom>
        </p:spPr>
      </p:pic>
      <p:sp>
        <p:nvSpPr>
          <p:cNvPr id="10" name="TextBox 9">
            <a:extLst>
              <a:ext uri="{FF2B5EF4-FFF2-40B4-BE49-F238E27FC236}">
                <a16:creationId xmlns:a16="http://schemas.microsoft.com/office/drawing/2014/main" id="{20342812-E86D-A245-4BED-ED5EFA34FA87}"/>
              </a:ext>
            </a:extLst>
          </p:cNvPr>
          <p:cNvSpPr txBox="1"/>
          <p:nvPr/>
        </p:nvSpPr>
        <p:spPr>
          <a:xfrm>
            <a:off x="6645914" y="686489"/>
            <a:ext cx="3749239" cy="494722"/>
          </a:xfrm>
          <a:prstGeom prst="rect">
            <a:avLst/>
          </a:prstGeom>
          <a:noFill/>
        </p:spPr>
        <p:txBody>
          <a:bodyPr wrap="none" lIns="107944" tIns="107944" rIns="107944" bIns="107944" rtlCol="0">
            <a:spAutoFit/>
          </a:bodyPr>
          <a:lstStyle/>
          <a:p>
            <a:pPr algn="l"/>
            <a:r>
              <a:rPr lang="en-US" sz="1799" b="1" dirty="0" err="1">
                <a:solidFill>
                  <a:schemeClr val="bg2"/>
                </a:solidFill>
              </a:rPr>
              <a:t>ScenarioLink</a:t>
            </a:r>
            <a:r>
              <a:rPr lang="en-US" sz="1799" b="1" dirty="0">
                <a:solidFill>
                  <a:schemeClr val="bg2"/>
                </a:solidFill>
              </a:rPr>
              <a:t> Plugin, Activity Browser</a:t>
            </a:r>
          </a:p>
        </p:txBody>
      </p:sp>
      <p:sp>
        <p:nvSpPr>
          <p:cNvPr id="3" name="Slide Number Placeholder 7">
            <a:extLst>
              <a:ext uri="{FF2B5EF4-FFF2-40B4-BE49-F238E27FC236}">
                <a16:creationId xmlns:a16="http://schemas.microsoft.com/office/drawing/2014/main" id="{2367FEA0-A655-78AD-E093-C69A61E84FBD}"/>
              </a:ext>
            </a:extLst>
          </p:cNvPr>
          <p:cNvSpPr txBox="1">
            <a:spLocks/>
          </p:cNvSpPr>
          <p:nvPr/>
        </p:nvSpPr>
        <p:spPr>
          <a:xfrm>
            <a:off x="9201147" y="6461107"/>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EE7099E-8998-4851-915A-4F4831808297}" type="slidenum">
              <a:rPr lang="nl-NL" sz="1200" smtClean="0">
                <a:solidFill>
                  <a:srgbClr val="979797"/>
                </a:solidFill>
              </a:rPr>
              <a:pPr algn="r"/>
              <a:t>18</a:t>
            </a:fld>
            <a:endParaRPr lang="nl-NL" sz="1200" dirty="0">
              <a:solidFill>
                <a:srgbClr val="979797"/>
              </a:solidFill>
            </a:endParaRPr>
          </a:p>
        </p:txBody>
      </p:sp>
    </p:spTree>
    <p:extLst>
      <p:ext uri="{BB962C8B-B14F-4D97-AF65-F5344CB8AC3E}">
        <p14:creationId xmlns:p14="http://schemas.microsoft.com/office/powerpoint/2010/main" val="621246771"/>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ED7BB-E950-4493-8DB8-A94C98F32623}"/>
              </a:ext>
            </a:extLst>
          </p:cNvPr>
          <p:cNvSpPr>
            <a:spLocks noGrp="1"/>
          </p:cNvSpPr>
          <p:nvPr>
            <p:ph type="title"/>
          </p:nvPr>
        </p:nvSpPr>
        <p:spPr>
          <a:xfrm>
            <a:off x="339218" y="360000"/>
            <a:ext cx="11510008" cy="492443"/>
          </a:xfrm>
        </p:spPr>
        <p:txBody>
          <a:bodyPr>
            <a:normAutofit/>
          </a:bodyPr>
          <a:lstStyle/>
          <a:p>
            <a:r>
              <a:rPr lang="en-US" sz="2600" dirty="0" err="1"/>
              <a:t>Conclusiones</a:t>
            </a:r>
            <a:endParaRPr lang="en-CH" sz="2600" dirty="0"/>
          </a:p>
        </p:txBody>
      </p:sp>
      <p:sp>
        <p:nvSpPr>
          <p:cNvPr id="9" name="Slide Number Placeholder 8">
            <a:extLst>
              <a:ext uri="{FF2B5EF4-FFF2-40B4-BE49-F238E27FC236}">
                <a16:creationId xmlns:a16="http://schemas.microsoft.com/office/drawing/2014/main" id="{74DC2AE7-3336-C126-9E64-44D57A9233B1}"/>
              </a:ext>
            </a:extLst>
          </p:cNvPr>
          <p:cNvSpPr>
            <a:spLocks noGrp="1"/>
          </p:cNvSpPr>
          <p:nvPr>
            <p:ph type="sldNum" sz="quarter" idx="19"/>
          </p:nvPr>
        </p:nvSpPr>
        <p:spPr/>
        <p:txBody>
          <a:bodyPr/>
          <a:lstStyle/>
          <a:p>
            <a:fld id="{5EE7099E-8998-4851-915A-4F4831808297}" type="slidenum">
              <a:rPr lang="nl-NL" smtClean="0"/>
              <a:pPr/>
              <a:t>19</a:t>
            </a:fld>
            <a:endParaRPr lang="nl-NL"/>
          </a:p>
        </p:txBody>
      </p:sp>
      <p:sp>
        <p:nvSpPr>
          <p:cNvPr id="3" name="Vertical Text Placeholder 2">
            <a:extLst>
              <a:ext uri="{FF2B5EF4-FFF2-40B4-BE49-F238E27FC236}">
                <a16:creationId xmlns:a16="http://schemas.microsoft.com/office/drawing/2014/main" id="{685647F1-D6C3-46CB-8AFA-455F226D2158}"/>
              </a:ext>
            </a:extLst>
          </p:cNvPr>
          <p:cNvSpPr>
            <a:spLocks noGrp="1"/>
          </p:cNvSpPr>
          <p:nvPr>
            <p:ph sz="quarter" idx="20"/>
          </p:nvPr>
        </p:nvSpPr>
        <p:spPr>
          <a:xfrm>
            <a:off x="359732" y="1270000"/>
            <a:ext cx="5843642" cy="4699000"/>
          </a:xfrm>
        </p:spPr>
        <p:txBody>
          <a:bodyPr>
            <a:normAutofit fontScale="92500" lnSpcReduction="20000"/>
          </a:bodyPr>
          <a:lstStyle/>
          <a:p>
            <a:pPr marL="342900" indent="-342900">
              <a:buFont typeface="Arial" panose="020B0604020202020204" pitchFamily="34" charset="0"/>
              <a:buChar char="•"/>
            </a:pPr>
            <a:r>
              <a:rPr lang="en-US" sz="2399" dirty="0"/>
              <a:t>Good scenarios matter! </a:t>
            </a:r>
            <a:r>
              <a:rPr lang="es-ES" sz="2399" dirty="0"/>
              <a:t>Son clave para los resultados de ACV, la percepción de los </a:t>
            </a:r>
            <a:r>
              <a:rPr lang="es-ES" sz="2399" dirty="0" err="1"/>
              <a:t>stakeholders</a:t>
            </a:r>
            <a:r>
              <a:rPr lang="es-ES" sz="2399" dirty="0"/>
              <a:t> y la toma de decisiones.</a:t>
            </a:r>
          </a:p>
          <a:p>
            <a:pPr marL="342900" indent="-342900">
              <a:buFont typeface="Arial" panose="020B0604020202020204" pitchFamily="34" charset="0"/>
              <a:buChar char="•"/>
            </a:pPr>
            <a:endParaRPr lang="en-US" sz="2399" dirty="0"/>
          </a:p>
          <a:p>
            <a:pPr marL="342900" indent="-342900">
              <a:buFont typeface="Arial" panose="020B0604020202020204" pitchFamily="34" charset="0"/>
              <a:buChar char="•"/>
            </a:pPr>
            <a:r>
              <a:rPr lang="es-ES" sz="2399" dirty="0"/>
              <a:t>La generación sistemática de bases de datos </a:t>
            </a:r>
            <a:r>
              <a:rPr lang="es-ES" sz="2399" dirty="0" err="1"/>
              <a:t>pLCA</a:t>
            </a:r>
            <a:r>
              <a:rPr lang="es-ES" sz="2399" dirty="0"/>
              <a:t> es un importante avance.</a:t>
            </a:r>
          </a:p>
          <a:p>
            <a:pPr marL="342900" indent="-342900">
              <a:buFont typeface="Arial" panose="020B0604020202020204" pitchFamily="34" charset="0"/>
              <a:buChar char="•"/>
            </a:pPr>
            <a:endParaRPr lang="en-US" sz="2399" dirty="0"/>
          </a:p>
          <a:p>
            <a:pPr marL="342900" indent="-342900">
              <a:buFont typeface="Arial" panose="020B0604020202020204" pitchFamily="34" charset="0"/>
              <a:buChar char="•"/>
            </a:pPr>
            <a:r>
              <a:rPr lang="es-ES" sz="2399" dirty="0"/>
              <a:t>Las bases de datos </a:t>
            </a:r>
            <a:r>
              <a:rPr lang="es-ES" sz="2399" dirty="0" err="1"/>
              <a:t>pLCA</a:t>
            </a:r>
            <a:r>
              <a:rPr lang="es-ES" sz="2399" dirty="0"/>
              <a:t> se están utilizando cada vez más (al menos en el ámbito académico).</a:t>
            </a:r>
          </a:p>
          <a:p>
            <a:pPr marL="342900" indent="-342900">
              <a:buFont typeface="Arial" panose="020B0604020202020204" pitchFamily="34" charset="0"/>
              <a:buChar char="•"/>
            </a:pPr>
            <a:endParaRPr lang="en-US" sz="2399" dirty="0"/>
          </a:p>
          <a:p>
            <a:pPr marL="342900" indent="-342900">
              <a:buFont typeface="Arial" panose="020B0604020202020204" pitchFamily="34" charset="0"/>
              <a:buChar char="•"/>
            </a:pPr>
            <a:r>
              <a:rPr lang="es-ES" sz="2399" dirty="0"/>
              <a:t>Aún queda mucho trabajo para mejorar estas bases de datos y prepararlas para una adopción más amplia en la práctica del ACV. ¡Se necesita un esfuerzo colaborativo!</a:t>
            </a:r>
            <a:endParaRPr lang="en-US" sz="2399" dirty="0"/>
          </a:p>
        </p:txBody>
      </p:sp>
      <p:pic>
        <p:nvPicPr>
          <p:cNvPr id="7" name="Picture 6" descr="A diagram of a solar panel&#10;&#10;Description automatically generated">
            <a:extLst>
              <a:ext uri="{FF2B5EF4-FFF2-40B4-BE49-F238E27FC236}">
                <a16:creationId xmlns:a16="http://schemas.microsoft.com/office/drawing/2014/main" id="{8D41F2DC-6A24-FD95-9D14-47B97EA76B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6040" y="770897"/>
            <a:ext cx="5351264" cy="5351264"/>
          </a:xfrm>
          <a:prstGeom prst="rect">
            <a:avLst/>
          </a:prstGeom>
        </p:spPr>
      </p:pic>
      <p:sp>
        <p:nvSpPr>
          <p:cNvPr id="8" name="TextBox 7">
            <a:extLst>
              <a:ext uri="{FF2B5EF4-FFF2-40B4-BE49-F238E27FC236}">
                <a16:creationId xmlns:a16="http://schemas.microsoft.com/office/drawing/2014/main" id="{B799E91F-614D-8ED0-3C93-344544C3233D}"/>
              </a:ext>
            </a:extLst>
          </p:cNvPr>
          <p:cNvSpPr txBox="1"/>
          <p:nvPr/>
        </p:nvSpPr>
        <p:spPr>
          <a:xfrm>
            <a:off x="10830821" y="2678723"/>
            <a:ext cx="936104" cy="246221"/>
          </a:xfrm>
          <a:prstGeom prst="rect">
            <a:avLst/>
          </a:prstGeom>
          <a:solidFill>
            <a:srgbClr val="F0EDE0"/>
          </a:solidFill>
        </p:spPr>
        <p:txBody>
          <a:bodyPr wrap="square" lIns="0" tIns="0" rIns="0" bIns="0" rtlCol="0">
            <a:spAutoFit/>
          </a:bodyPr>
          <a:lstStyle/>
          <a:p>
            <a:pPr algn="ctr"/>
            <a:r>
              <a:rPr lang="en-CH" sz="800" dirty="0"/>
              <a:t>LIFE CYCLE ASSESSMENT</a:t>
            </a:r>
          </a:p>
        </p:txBody>
      </p:sp>
      <p:sp>
        <p:nvSpPr>
          <p:cNvPr id="10" name="TextBox 9">
            <a:extLst>
              <a:ext uri="{FF2B5EF4-FFF2-40B4-BE49-F238E27FC236}">
                <a16:creationId xmlns:a16="http://schemas.microsoft.com/office/drawing/2014/main" id="{81955F52-C11E-07E5-09BA-8748F8B6D6C0}"/>
              </a:ext>
            </a:extLst>
          </p:cNvPr>
          <p:cNvSpPr txBox="1"/>
          <p:nvPr/>
        </p:nvSpPr>
        <p:spPr>
          <a:xfrm>
            <a:off x="10830821" y="3974867"/>
            <a:ext cx="936104" cy="246221"/>
          </a:xfrm>
          <a:prstGeom prst="rect">
            <a:avLst/>
          </a:prstGeom>
          <a:solidFill>
            <a:srgbClr val="F5F7ED"/>
          </a:solidFill>
        </p:spPr>
        <p:txBody>
          <a:bodyPr wrap="square" lIns="0" tIns="0" rIns="0" bIns="0" rtlCol="0">
            <a:spAutoFit/>
          </a:bodyPr>
          <a:lstStyle/>
          <a:p>
            <a:pPr algn="ctr"/>
            <a:r>
              <a:rPr lang="en-CH" sz="800" dirty="0"/>
              <a:t>IMPACT ASSESSMENT</a:t>
            </a:r>
          </a:p>
        </p:txBody>
      </p:sp>
      <p:sp>
        <p:nvSpPr>
          <p:cNvPr id="11" name="TextBox 10">
            <a:extLst>
              <a:ext uri="{FF2B5EF4-FFF2-40B4-BE49-F238E27FC236}">
                <a16:creationId xmlns:a16="http://schemas.microsoft.com/office/drawing/2014/main" id="{744F8137-A2C7-5579-DA86-D2F2E754487A}"/>
              </a:ext>
            </a:extLst>
          </p:cNvPr>
          <p:cNvSpPr txBox="1"/>
          <p:nvPr/>
        </p:nvSpPr>
        <p:spPr>
          <a:xfrm>
            <a:off x="6456040" y="2822739"/>
            <a:ext cx="936104" cy="246221"/>
          </a:xfrm>
          <a:prstGeom prst="rect">
            <a:avLst/>
          </a:prstGeom>
          <a:solidFill>
            <a:srgbClr val="E8E9E1"/>
          </a:solidFill>
        </p:spPr>
        <p:txBody>
          <a:bodyPr wrap="square" lIns="0" tIns="0" rIns="0" bIns="0" rtlCol="0">
            <a:spAutoFit/>
          </a:bodyPr>
          <a:lstStyle/>
          <a:p>
            <a:pPr algn="ctr"/>
            <a:r>
              <a:rPr lang="en-CH" sz="800" dirty="0"/>
              <a:t>ENERGY SOURCES</a:t>
            </a:r>
          </a:p>
        </p:txBody>
      </p:sp>
      <p:sp>
        <p:nvSpPr>
          <p:cNvPr id="12" name="TextBox 11">
            <a:extLst>
              <a:ext uri="{FF2B5EF4-FFF2-40B4-BE49-F238E27FC236}">
                <a16:creationId xmlns:a16="http://schemas.microsoft.com/office/drawing/2014/main" id="{A134D055-EA78-12B4-4385-9FD7EF690DE1}"/>
              </a:ext>
            </a:extLst>
          </p:cNvPr>
          <p:cNvSpPr txBox="1"/>
          <p:nvPr/>
        </p:nvSpPr>
        <p:spPr>
          <a:xfrm>
            <a:off x="6456040" y="3881953"/>
            <a:ext cx="936104" cy="123111"/>
          </a:xfrm>
          <a:prstGeom prst="rect">
            <a:avLst/>
          </a:prstGeom>
          <a:solidFill>
            <a:srgbClr val="EFF0E8"/>
          </a:solidFill>
        </p:spPr>
        <p:txBody>
          <a:bodyPr wrap="square" lIns="0" tIns="0" rIns="0" bIns="0" rtlCol="0">
            <a:spAutoFit/>
          </a:bodyPr>
          <a:lstStyle/>
          <a:p>
            <a:pPr algn="ctr"/>
            <a:r>
              <a:rPr lang="en-CH" sz="800" dirty="0"/>
              <a:t>CIRCULARITY</a:t>
            </a:r>
          </a:p>
        </p:txBody>
      </p:sp>
      <p:sp>
        <p:nvSpPr>
          <p:cNvPr id="13" name="TextBox 12">
            <a:extLst>
              <a:ext uri="{FF2B5EF4-FFF2-40B4-BE49-F238E27FC236}">
                <a16:creationId xmlns:a16="http://schemas.microsoft.com/office/drawing/2014/main" id="{6A98F882-E2D0-25BC-AB6F-A83D19B11722}"/>
              </a:ext>
            </a:extLst>
          </p:cNvPr>
          <p:cNvSpPr txBox="1"/>
          <p:nvPr/>
        </p:nvSpPr>
        <p:spPr>
          <a:xfrm>
            <a:off x="7052483" y="5589240"/>
            <a:ext cx="699701" cy="246221"/>
          </a:xfrm>
          <a:prstGeom prst="rect">
            <a:avLst/>
          </a:prstGeom>
          <a:solidFill>
            <a:srgbClr val="F4F2E7"/>
          </a:solidFill>
        </p:spPr>
        <p:txBody>
          <a:bodyPr wrap="square" lIns="0" tIns="0" rIns="0" bIns="0" rtlCol="0">
            <a:spAutoFit/>
          </a:bodyPr>
          <a:lstStyle/>
          <a:p>
            <a:pPr algn="ctr"/>
            <a:r>
              <a:rPr lang="en-CH" sz="800" dirty="0"/>
              <a:t>SUPPLY CHAINS</a:t>
            </a:r>
          </a:p>
        </p:txBody>
      </p:sp>
    </p:spTree>
    <p:extLst>
      <p:ext uri="{BB962C8B-B14F-4D97-AF65-F5344CB8AC3E}">
        <p14:creationId xmlns:p14="http://schemas.microsoft.com/office/powerpoint/2010/main" val="1776176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8436" y="335286"/>
            <a:ext cx="11510008" cy="417178"/>
          </a:xfrm>
          <a:prstGeom prst="rect">
            <a:avLst/>
          </a:prstGeom>
        </p:spPr>
        <p:txBody>
          <a:bodyPr vert="horz" wrap="square" lIns="0" tIns="16903" rIns="0" bIns="0" rtlCol="0" anchor="ctr" anchorCtr="0">
            <a:spAutoFit/>
          </a:bodyPr>
          <a:lstStyle/>
          <a:p>
            <a:pPr marL="16905">
              <a:spcBef>
                <a:spcPts val="133"/>
              </a:spcBef>
            </a:pPr>
            <a:r>
              <a:rPr lang="en-US" sz="2600" spc="-13" dirty="0"/>
              <a:t>Links to open-source</a:t>
            </a:r>
            <a:r>
              <a:rPr sz="2600" spc="-40" dirty="0"/>
              <a:t> </a:t>
            </a:r>
            <a:r>
              <a:rPr sz="2600" dirty="0"/>
              <a:t>tools</a:t>
            </a:r>
          </a:p>
        </p:txBody>
      </p:sp>
      <p:sp>
        <p:nvSpPr>
          <p:cNvPr id="10" name="Slide Number Placeholder 9">
            <a:extLst>
              <a:ext uri="{FF2B5EF4-FFF2-40B4-BE49-F238E27FC236}">
                <a16:creationId xmlns:a16="http://schemas.microsoft.com/office/drawing/2014/main" id="{0371D4C6-9DBF-1ED2-1BA9-2BB8F4818D48}"/>
              </a:ext>
            </a:extLst>
          </p:cNvPr>
          <p:cNvSpPr>
            <a:spLocks noGrp="1"/>
          </p:cNvSpPr>
          <p:nvPr>
            <p:ph type="sldNum" sz="quarter" idx="19"/>
          </p:nvPr>
        </p:nvSpPr>
        <p:spPr/>
        <p:txBody>
          <a:bodyPr/>
          <a:lstStyle/>
          <a:p>
            <a:fld id="{5EE7099E-8998-4851-915A-4F4831808297}" type="slidenum">
              <a:rPr lang="nl-NL" smtClean="0"/>
              <a:pPr/>
              <a:t>20</a:t>
            </a:fld>
            <a:endParaRPr lang="nl-NL"/>
          </a:p>
        </p:txBody>
      </p:sp>
      <p:sp>
        <p:nvSpPr>
          <p:cNvPr id="5" name="Vertical Text Placeholder 4">
            <a:extLst>
              <a:ext uri="{FF2B5EF4-FFF2-40B4-BE49-F238E27FC236}">
                <a16:creationId xmlns:a16="http://schemas.microsoft.com/office/drawing/2014/main" id="{B8BA6D28-DEA8-6B13-FA07-6E746F6F0DD7}"/>
              </a:ext>
            </a:extLst>
          </p:cNvPr>
          <p:cNvSpPr>
            <a:spLocks noGrp="1"/>
          </p:cNvSpPr>
          <p:nvPr>
            <p:ph sz="quarter" idx="20"/>
          </p:nvPr>
        </p:nvSpPr>
        <p:spPr>
          <a:xfrm>
            <a:off x="359731" y="1052830"/>
            <a:ext cx="11510007" cy="4699000"/>
          </a:xfrm>
        </p:spPr>
        <p:txBody>
          <a:bodyPr>
            <a:noAutofit/>
          </a:bodyPr>
          <a:lstStyle/>
          <a:p>
            <a:pPr marL="251872" indent="-235813">
              <a:lnSpc>
                <a:spcPct val="150000"/>
              </a:lnSpc>
              <a:spcBef>
                <a:spcPts val="127"/>
              </a:spcBef>
              <a:buFont typeface="Arial"/>
              <a:buChar char="•"/>
              <a:tabLst>
                <a:tab pos="252717" algn="l"/>
              </a:tabLst>
            </a:pPr>
            <a:r>
              <a:rPr lang="de-CH" sz="2400" i="1" spc="-7" dirty="0">
                <a:latin typeface="+mn-lt"/>
                <a:cs typeface="Georgia"/>
              </a:rPr>
              <a:t>Brightway2</a:t>
            </a:r>
            <a:r>
              <a:rPr lang="de-CH" sz="2400" spc="-7" dirty="0">
                <a:latin typeface="+mn-lt"/>
                <a:cs typeface="Georgia"/>
              </a:rPr>
              <a:t> (LCA </a:t>
            </a:r>
            <a:r>
              <a:rPr lang="de-CH" sz="2400" spc="-7" dirty="0" err="1">
                <a:latin typeface="+mn-lt"/>
                <a:cs typeface="Georgia"/>
              </a:rPr>
              <a:t>framework</a:t>
            </a:r>
            <a:r>
              <a:rPr lang="de-CH" sz="2400" spc="-7" dirty="0">
                <a:latin typeface="+mn-lt"/>
                <a:cs typeface="Georgia"/>
              </a:rPr>
              <a:t>):</a:t>
            </a:r>
            <a:r>
              <a:rPr lang="de-CH" sz="2400" spc="20" dirty="0">
                <a:latin typeface="+mn-lt"/>
                <a:cs typeface="Georgia"/>
              </a:rPr>
              <a:t> </a:t>
            </a:r>
            <a:r>
              <a:rPr lang="de-CH" sz="2400" u="sng" spc="-13" dirty="0">
                <a:uFill>
                  <a:solidFill>
                    <a:srgbClr val="000000"/>
                  </a:solidFill>
                </a:uFill>
                <a:latin typeface="+mn-lt"/>
                <a:cs typeface="Georgia"/>
                <a:hlinkClick r:id="rId2"/>
              </a:rPr>
              <a:t>https://github.com/brightway-lca</a:t>
            </a:r>
            <a:endParaRPr lang="de-CH" sz="2400" u="sng" spc="-13" dirty="0">
              <a:uFill>
                <a:solidFill>
                  <a:srgbClr val="000000"/>
                </a:solidFill>
              </a:uFill>
              <a:latin typeface="+mn-lt"/>
              <a:cs typeface="Georgia"/>
            </a:endParaRPr>
          </a:p>
          <a:p>
            <a:pPr marL="251872" indent="-235813">
              <a:lnSpc>
                <a:spcPct val="150000"/>
              </a:lnSpc>
              <a:spcBef>
                <a:spcPts val="127"/>
              </a:spcBef>
              <a:buFont typeface="Arial"/>
              <a:buChar char="•"/>
              <a:tabLst>
                <a:tab pos="252717" algn="l"/>
              </a:tabLst>
            </a:pPr>
            <a:r>
              <a:rPr lang="de-CH" sz="2400" i="1" spc="-13" dirty="0" err="1">
                <a:uFill>
                  <a:solidFill>
                    <a:srgbClr val="000000"/>
                  </a:solidFill>
                </a:uFill>
                <a:latin typeface="+mn-lt"/>
                <a:cs typeface="Georgia"/>
              </a:rPr>
              <a:t>Activity</a:t>
            </a:r>
            <a:r>
              <a:rPr lang="de-CH" sz="2400" i="1" spc="-13" dirty="0">
                <a:uFill>
                  <a:solidFill>
                    <a:srgbClr val="000000"/>
                  </a:solidFill>
                </a:uFill>
                <a:latin typeface="+mn-lt"/>
                <a:cs typeface="Georgia"/>
              </a:rPr>
              <a:t>-Browser</a:t>
            </a:r>
            <a:r>
              <a:rPr lang="de-CH" sz="2400" spc="-13" dirty="0">
                <a:uFill>
                  <a:solidFill>
                    <a:srgbClr val="000000"/>
                  </a:solidFill>
                </a:uFill>
                <a:latin typeface="+mn-lt"/>
                <a:cs typeface="Georgia"/>
              </a:rPr>
              <a:t> (GUI for </a:t>
            </a:r>
            <a:r>
              <a:rPr lang="de-CH" sz="2400" spc="-13" dirty="0" err="1">
                <a:uFill>
                  <a:solidFill>
                    <a:srgbClr val="000000"/>
                  </a:solidFill>
                </a:uFill>
                <a:latin typeface="+mn-lt"/>
                <a:cs typeface="Georgia"/>
              </a:rPr>
              <a:t>Brightway</a:t>
            </a:r>
            <a:r>
              <a:rPr lang="de-CH" sz="2400" spc="-13" dirty="0">
                <a:uFill>
                  <a:solidFill>
                    <a:srgbClr val="000000"/>
                  </a:solidFill>
                </a:uFill>
                <a:latin typeface="+mn-lt"/>
                <a:cs typeface="Georgia"/>
              </a:rPr>
              <a:t>): </a:t>
            </a:r>
            <a:r>
              <a:rPr lang="de-CH" sz="2400" spc="-13" dirty="0">
                <a:uFill>
                  <a:solidFill>
                    <a:srgbClr val="000000"/>
                  </a:solidFill>
                </a:uFill>
                <a:latin typeface="+mn-lt"/>
                <a:cs typeface="Georgia"/>
                <a:hlinkClick r:id="rId3"/>
              </a:rPr>
              <a:t>https://github.com/LCA-ActivityBrowser/activity-browser</a:t>
            </a:r>
            <a:endParaRPr lang="de-CH" sz="2400" spc="-13" dirty="0">
              <a:uFill>
                <a:solidFill>
                  <a:srgbClr val="000000"/>
                </a:solidFill>
              </a:uFill>
              <a:latin typeface="+mn-lt"/>
              <a:cs typeface="Georgia"/>
            </a:endParaRPr>
          </a:p>
          <a:p>
            <a:pPr marL="251872" indent="-235813">
              <a:lnSpc>
                <a:spcPct val="150000"/>
              </a:lnSpc>
              <a:spcBef>
                <a:spcPts val="127"/>
              </a:spcBef>
              <a:buFont typeface="Arial"/>
              <a:buChar char="•"/>
              <a:tabLst>
                <a:tab pos="252717" algn="l"/>
              </a:tabLst>
            </a:pPr>
            <a:r>
              <a:rPr lang="de-CH" sz="2400" i="1" spc="-13" dirty="0" err="1">
                <a:uFill>
                  <a:solidFill>
                    <a:srgbClr val="000000"/>
                  </a:solidFill>
                </a:uFill>
                <a:latin typeface="+mn-lt"/>
                <a:cs typeface="Georgia"/>
              </a:rPr>
              <a:t>Brightway-superstructure</a:t>
            </a:r>
            <a:r>
              <a:rPr lang="de-CH" sz="2400" spc="-13" dirty="0">
                <a:uFill>
                  <a:solidFill>
                    <a:srgbClr val="000000"/>
                  </a:solidFill>
                </a:uFill>
                <a:latin typeface="+mn-lt"/>
                <a:cs typeface="Georgia"/>
              </a:rPr>
              <a:t> (</a:t>
            </a:r>
            <a:r>
              <a:rPr lang="de-CH" sz="2400" spc="-13" dirty="0" err="1">
                <a:uFill>
                  <a:solidFill>
                    <a:srgbClr val="000000"/>
                  </a:solidFill>
                </a:uFill>
                <a:latin typeface="+mn-lt"/>
                <a:cs typeface="Georgia"/>
              </a:rPr>
              <a:t>superstructure</a:t>
            </a:r>
            <a:r>
              <a:rPr lang="de-CH" sz="2400" spc="-13" dirty="0">
                <a:uFill>
                  <a:solidFill>
                    <a:srgbClr val="000000"/>
                  </a:solidFill>
                </a:uFill>
                <a:latin typeface="+mn-lt"/>
                <a:cs typeface="Georgia"/>
              </a:rPr>
              <a:t> </a:t>
            </a:r>
            <a:r>
              <a:rPr lang="de-CH" sz="2400" spc="-13" dirty="0" err="1">
                <a:uFill>
                  <a:solidFill>
                    <a:srgbClr val="000000"/>
                  </a:solidFill>
                </a:uFill>
                <a:latin typeface="+mn-lt"/>
                <a:cs typeface="Georgia"/>
              </a:rPr>
              <a:t>approach</a:t>
            </a:r>
            <a:r>
              <a:rPr lang="de-CH" sz="2400" spc="-13" dirty="0">
                <a:uFill>
                  <a:solidFill>
                    <a:srgbClr val="000000"/>
                  </a:solidFill>
                </a:uFill>
                <a:latin typeface="+mn-lt"/>
                <a:cs typeface="Georgia"/>
              </a:rPr>
              <a:t>): </a:t>
            </a:r>
            <a:r>
              <a:rPr lang="de-CH" sz="2400" spc="-13" dirty="0">
                <a:uFill>
                  <a:solidFill>
                    <a:srgbClr val="000000"/>
                  </a:solidFill>
                </a:uFill>
                <a:latin typeface="+mn-lt"/>
                <a:cs typeface="Georgia"/>
                <a:hlinkClick r:id="rId4"/>
              </a:rPr>
              <a:t>https://github.com/LCA-ActivityBrowser/brightway-superstructure</a:t>
            </a:r>
            <a:endParaRPr lang="de-CH" sz="2400" dirty="0">
              <a:latin typeface="+mn-lt"/>
              <a:cs typeface="Georgia"/>
            </a:endParaRPr>
          </a:p>
          <a:p>
            <a:pPr marL="251872" indent="-235813">
              <a:lnSpc>
                <a:spcPct val="150000"/>
              </a:lnSpc>
              <a:spcBef>
                <a:spcPts val="7"/>
              </a:spcBef>
              <a:buFont typeface="Arial"/>
              <a:buChar char="•"/>
              <a:tabLst>
                <a:tab pos="252717" algn="l"/>
              </a:tabLst>
            </a:pPr>
            <a:r>
              <a:rPr lang="de-CH" sz="2400" i="1" spc="-13" dirty="0" err="1">
                <a:latin typeface="+mn-lt"/>
                <a:cs typeface="Georgia"/>
              </a:rPr>
              <a:t>wurst</a:t>
            </a:r>
            <a:r>
              <a:rPr lang="de-CH" sz="2400" spc="-13" dirty="0">
                <a:latin typeface="+mn-lt"/>
                <a:cs typeface="Georgia"/>
              </a:rPr>
              <a:t> (</a:t>
            </a:r>
            <a:r>
              <a:rPr lang="de-CH" sz="2400" spc="-13" dirty="0" err="1">
                <a:latin typeface="+mn-lt"/>
                <a:cs typeface="Georgia"/>
              </a:rPr>
              <a:t>systematic</a:t>
            </a:r>
            <a:r>
              <a:rPr lang="de-CH" sz="2400" spc="-13" dirty="0">
                <a:latin typeface="+mn-lt"/>
                <a:cs typeface="Georgia"/>
              </a:rPr>
              <a:t> </a:t>
            </a:r>
            <a:r>
              <a:rPr lang="de-CH" sz="2400" spc="-13" dirty="0" err="1">
                <a:latin typeface="+mn-lt"/>
                <a:cs typeface="Georgia"/>
              </a:rPr>
              <a:t>transformation</a:t>
            </a:r>
            <a:r>
              <a:rPr lang="de-CH" sz="2400" spc="-13" dirty="0">
                <a:latin typeface="+mn-lt"/>
                <a:cs typeface="Georgia"/>
              </a:rPr>
              <a:t> </a:t>
            </a:r>
            <a:r>
              <a:rPr lang="de-CH" sz="2400" spc="-13" dirty="0" err="1">
                <a:latin typeface="+mn-lt"/>
                <a:cs typeface="Georgia"/>
              </a:rPr>
              <a:t>of</a:t>
            </a:r>
            <a:r>
              <a:rPr lang="de-CH" sz="2400" spc="-13" dirty="0">
                <a:latin typeface="+mn-lt"/>
                <a:cs typeface="Georgia"/>
              </a:rPr>
              <a:t> LCA </a:t>
            </a:r>
            <a:r>
              <a:rPr lang="de-CH" sz="2400" spc="-13" dirty="0" err="1">
                <a:latin typeface="+mn-lt"/>
                <a:cs typeface="Georgia"/>
              </a:rPr>
              <a:t>databases</a:t>
            </a:r>
            <a:r>
              <a:rPr lang="de-CH" sz="2400" spc="-13" dirty="0">
                <a:latin typeface="+mn-lt"/>
                <a:cs typeface="Georgia"/>
              </a:rPr>
              <a:t>):</a:t>
            </a:r>
            <a:r>
              <a:rPr lang="de-CH" sz="2400" spc="20" dirty="0">
                <a:latin typeface="+mn-lt"/>
                <a:cs typeface="Georgia"/>
              </a:rPr>
              <a:t> </a:t>
            </a:r>
            <a:r>
              <a:rPr lang="de-CH" sz="2400" u="sng" spc="-13" dirty="0">
                <a:uFill>
                  <a:solidFill>
                    <a:srgbClr val="000000"/>
                  </a:solidFill>
                </a:uFill>
                <a:latin typeface="+mn-lt"/>
                <a:cs typeface="Georgia"/>
                <a:hlinkClick r:id="rId5"/>
              </a:rPr>
              <a:t>https://github.com/polca/wurst</a:t>
            </a:r>
            <a:endParaRPr lang="de-CH" sz="2400" i="1" spc="-13" dirty="0">
              <a:latin typeface="+mn-lt"/>
              <a:cs typeface="Georgia"/>
            </a:endParaRPr>
          </a:p>
          <a:p>
            <a:pPr marL="251872" indent="-235813">
              <a:lnSpc>
                <a:spcPct val="150000"/>
              </a:lnSpc>
              <a:spcBef>
                <a:spcPts val="7"/>
              </a:spcBef>
              <a:buFont typeface="Arial"/>
              <a:buChar char="•"/>
              <a:tabLst>
                <a:tab pos="252717" algn="l"/>
              </a:tabLst>
            </a:pPr>
            <a:r>
              <a:rPr lang="de-CH" sz="2400" i="1" spc="-13" dirty="0" err="1">
                <a:latin typeface="+mn-lt"/>
                <a:cs typeface="Georgia"/>
              </a:rPr>
              <a:t>premise</a:t>
            </a:r>
            <a:r>
              <a:rPr lang="de-CH" sz="2400" spc="-13" dirty="0">
                <a:latin typeface="+mn-lt"/>
                <a:cs typeface="Georgia"/>
              </a:rPr>
              <a:t> (IAM-LCA </a:t>
            </a:r>
            <a:r>
              <a:rPr lang="de-CH" sz="2400" spc="-13" dirty="0" err="1">
                <a:latin typeface="+mn-lt"/>
                <a:cs typeface="Georgia"/>
              </a:rPr>
              <a:t>coupling</a:t>
            </a:r>
            <a:r>
              <a:rPr lang="de-CH" sz="2400" spc="-13" dirty="0">
                <a:latin typeface="+mn-lt"/>
                <a:cs typeface="Georgia"/>
              </a:rPr>
              <a:t>):</a:t>
            </a:r>
            <a:r>
              <a:rPr lang="de-CH" sz="2400" spc="67" dirty="0">
                <a:latin typeface="+mn-lt"/>
                <a:cs typeface="Georgia"/>
              </a:rPr>
              <a:t> </a:t>
            </a:r>
            <a:r>
              <a:rPr lang="de-CH" sz="2400" u="sng" spc="-13" dirty="0">
                <a:uFill>
                  <a:solidFill>
                    <a:srgbClr val="000000"/>
                  </a:solidFill>
                </a:uFill>
                <a:latin typeface="+mn-lt"/>
                <a:cs typeface="Georgia"/>
                <a:hlinkClick r:id="rId6"/>
              </a:rPr>
              <a:t>https://github.com/polca/premise</a:t>
            </a:r>
            <a:endParaRPr lang="de-CH" sz="2400" u="sng" spc="-13" dirty="0">
              <a:uFill>
                <a:solidFill>
                  <a:srgbClr val="000000"/>
                </a:solidFill>
              </a:uFill>
              <a:latin typeface="+mn-lt"/>
              <a:cs typeface="Georgia"/>
            </a:endParaRPr>
          </a:p>
          <a:p>
            <a:pPr marL="251872" indent="-235813">
              <a:lnSpc>
                <a:spcPct val="150000"/>
              </a:lnSpc>
              <a:spcBef>
                <a:spcPts val="7"/>
              </a:spcBef>
              <a:buFont typeface="Arial"/>
              <a:buChar char="•"/>
              <a:tabLst>
                <a:tab pos="252717" algn="l"/>
              </a:tabLst>
            </a:pPr>
            <a:r>
              <a:rPr lang="de-CH" sz="2400" i="1" spc="-13" dirty="0" err="1">
                <a:uFill>
                  <a:solidFill>
                    <a:srgbClr val="000000"/>
                  </a:solidFill>
                </a:uFill>
                <a:latin typeface="+mn-lt"/>
                <a:cs typeface="Georgia"/>
              </a:rPr>
              <a:t>Pathways</a:t>
            </a:r>
            <a:r>
              <a:rPr lang="de-CH" sz="2400" i="1" spc="-13" dirty="0">
                <a:uFill>
                  <a:solidFill>
                    <a:srgbClr val="000000"/>
                  </a:solidFill>
                </a:uFill>
                <a:latin typeface="+mn-lt"/>
                <a:cs typeface="Georgia"/>
              </a:rPr>
              <a:t> (system-</a:t>
            </a:r>
            <a:r>
              <a:rPr lang="de-CH" sz="2400" i="1" spc="-13" dirty="0" err="1">
                <a:uFill>
                  <a:solidFill>
                    <a:srgbClr val="000000"/>
                  </a:solidFill>
                </a:uFill>
                <a:latin typeface="+mn-lt"/>
                <a:cs typeface="Georgia"/>
              </a:rPr>
              <a:t>wide</a:t>
            </a:r>
            <a:r>
              <a:rPr lang="de-CH" sz="2400" i="1" spc="-13" dirty="0">
                <a:uFill>
                  <a:solidFill>
                    <a:srgbClr val="000000"/>
                  </a:solidFill>
                </a:uFill>
                <a:latin typeface="+mn-lt"/>
                <a:cs typeface="Georgia"/>
              </a:rPr>
              <a:t> pLCA): </a:t>
            </a:r>
            <a:r>
              <a:rPr lang="de-CH" sz="2400" u="sng" spc="-13" dirty="0">
                <a:uFill>
                  <a:solidFill>
                    <a:srgbClr val="000000"/>
                  </a:solidFill>
                </a:uFill>
                <a:latin typeface="+mn-lt"/>
                <a:cs typeface="Georgia"/>
                <a:hlinkClick r:id="rId6"/>
              </a:rPr>
              <a:t>https://github.com/polca/</a:t>
            </a:r>
            <a:r>
              <a:rPr lang="de-CH" sz="2400" u="sng" spc="-13" dirty="0" err="1">
                <a:uFill>
                  <a:solidFill>
                    <a:srgbClr val="000000"/>
                  </a:solidFill>
                </a:uFill>
                <a:latin typeface="+mn-lt"/>
                <a:cs typeface="Georgia"/>
                <a:hlinkClick r:id="rId6"/>
              </a:rPr>
              <a:t>p</a:t>
            </a:r>
            <a:r>
              <a:rPr lang="de-CH" sz="2400" u="sng" spc="-13" dirty="0" err="1">
                <a:uFill>
                  <a:solidFill>
                    <a:srgbClr val="000000"/>
                  </a:solidFill>
                </a:uFill>
                <a:latin typeface="+mn-lt"/>
                <a:cs typeface="Georgia"/>
              </a:rPr>
              <a:t>athways</a:t>
            </a:r>
            <a:endParaRPr lang="de-CH" sz="2400" i="1" dirty="0">
              <a:latin typeface="+mn-lt"/>
              <a:cs typeface="Georgia"/>
            </a:endParaRPr>
          </a:p>
          <a:p>
            <a:pPr marL="251872" indent="-235813">
              <a:lnSpc>
                <a:spcPct val="150000"/>
              </a:lnSpc>
              <a:spcBef>
                <a:spcPts val="7"/>
              </a:spcBef>
              <a:buFont typeface="Arial"/>
              <a:buChar char="•"/>
              <a:tabLst>
                <a:tab pos="252717" algn="l"/>
              </a:tabLst>
            </a:pPr>
            <a:endParaRPr lang="de-CH" sz="2400" dirty="0">
              <a:latin typeface="+mn-lt"/>
              <a:cs typeface="Georgi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B966E-640D-3F35-73DE-8626F3D180F8}"/>
              </a:ext>
            </a:extLst>
          </p:cNvPr>
          <p:cNvSpPr>
            <a:spLocks noGrp="1"/>
          </p:cNvSpPr>
          <p:nvPr>
            <p:ph type="title"/>
          </p:nvPr>
        </p:nvSpPr>
        <p:spPr>
          <a:xfrm>
            <a:off x="339218" y="360000"/>
            <a:ext cx="11510008" cy="492443"/>
          </a:xfrm>
        </p:spPr>
        <p:txBody>
          <a:bodyPr>
            <a:normAutofit/>
          </a:bodyPr>
          <a:lstStyle/>
          <a:p>
            <a:r>
              <a:rPr lang="en-US" sz="2600" dirty="0"/>
              <a:t>Selected references</a:t>
            </a:r>
            <a:endParaRPr lang="en-CH" sz="2600" dirty="0"/>
          </a:p>
        </p:txBody>
      </p:sp>
      <p:sp>
        <p:nvSpPr>
          <p:cNvPr id="9" name="Slide Number Placeholder 8">
            <a:extLst>
              <a:ext uri="{FF2B5EF4-FFF2-40B4-BE49-F238E27FC236}">
                <a16:creationId xmlns:a16="http://schemas.microsoft.com/office/drawing/2014/main" id="{56F9FC54-122B-43CC-89AC-E23FDBF7EA97}"/>
              </a:ext>
            </a:extLst>
          </p:cNvPr>
          <p:cNvSpPr>
            <a:spLocks noGrp="1"/>
          </p:cNvSpPr>
          <p:nvPr>
            <p:ph type="sldNum" sz="quarter" idx="19"/>
          </p:nvPr>
        </p:nvSpPr>
        <p:spPr/>
        <p:txBody>
          <a:bodyPr/>
          <a:lstStyle/>
          <a:p>
            <a:fld id="{5EE7099E-8998-4851-915A-4F4831808297}" type="slidenum">
              <a:rPr lang="nl-NL" smtClean="0"/>
              <a:pPr/>
              <a:t>21</a:t>
            </a:fld>
            <a:endParaRPr lang="nl-NL"/>
          </a:p>
        </p:txBody>
      </p:sp>
      <p:sp>
        <p:nvSpPr>
          <p:cNvPr id="3" name="Vertical Text Placeholder 2">
            <a:extLst>
              <a:ext uri="{FF2B5EF4-FFF2-40B4-BE49-F238E27FC236}">
                <a16:creationId xmlns:a16="http://schemas.microsoft.com/office/drawing/2014/main" id="{2FC50366-9DBE-5220-2553-302825679F1A}"/>
              </a:ext>
            </a:extLst>
          </p:cNvPr>
          <p:cNvSpPr>
            <a:spLocks noGrp="1"/>
          </p:cNvSpPr>
          <p:nvPr>
            <p:ph sz="quarter" idx="20"/>
          </p:nvPr>
        </p:nvSpPr>
        <p:spPr/>
        <p:txBody>
          <a:bodyPr>
            <a:noAutofit/>
          </a:bodyPr>
          <a:lstStyle/>
          <a:p>
            <a:pPr>
              <a:lnSpc>
                <a:spcPct val="120000"/>
              </a:lnSpc>
              <a:spcBef>
                <a:spcPts val="0"/>
              </a:spcBef>
            </a:pPr>
            <a:r>
              <a:rPr lang="de-CH" sz="800" b="1" dirty="0" err="1"/>
              <a:t>Methodology</a:t>
            </a:r>
            <a:endParaRPr lang="de-CH" sz="800" b="1" dirty="0"/>
          </a:p>
          <a:p>
            <a:pPr>
              <a:lnSpc>
                <a:spcPct val="120000"/>
              </a:lnSpc>
              <a:spcBef>
                <a:spcPts val="0"/>
              </a:spcBef>
            </a:pPr>
            <a:r>
              <a:rPr lang="de-CH" sz="800" dirty="0"/>
              <a:t>Sacchi R, Terlouw T, </a:t>
            </a:r>
            <a:r>
              <a:rPr lang="de-CH" sz="800" dirty="0" err="1"/>
              <a:t>Siala</a:t>
            </a:r>
            <a:r>
              <a:rPr lang="de-CH" sz="800" dirty="0"/>
              <a:t> K, Dirnaichner A, Bauer C, Cox B, Mutel C, Daioglou V, Luderer G (2022) </a:t>
            </a:r>
            <a:r>
              <a:rPr lang="de-CH" sz="800" dirty="0" err="1"/>
              <a:t>PRospective</a:t>
            </a:r>
            <a:r>
              <a:rPr lang="de-CH" sz="800" dirty="0"/>
              <a:t> </a:t>
            </a:r>
            <a:r>
              <a:rPr lang="de-CH" sz="800" dirty="0" err="1"/>
              <a:t>EnvironMental</a:t>
            </a:r>
            <a:r>
              <a:rPr lang="de-CH" sz="800" dirty="0"/>
              <a:t> Impact </a:t>
            </a:r>
            <a:r>
              <a:rPr lang="de-CH" sz="800" dirty="0" err="1"/>
              <a:t>asSEment</a:t>
            </a:r>
            <a:r>
              <a:rPr lang="de-CH" sz="800" dirty="0"/>
              <a:t> (</a:t>
            </a:r>
            <a:r>
              <a:rPr lang="de-CH" sz="800" dirty="0" err="1"/>
              <a:t>premise</a:t>
            </a:r>
            <a:r>
              <a:rPr lang="de-CH" sz="800" dirty="0"/>
              <a:t>): A </a:t>
            </a:r>
            <a:r>
              <a:rPr lang="de-CH" sz="800" dirty="0" err="1"/>
              <a:t>streamlined</a:t>
            </a:r>
            <a:r>
              <a:rPr lang="de-CH" sz="800" dirty="0"/>
              <a:t> </a:t>
            </a:r>
            <a:r>
              <a:rPr lang="de-CH" sz="800" dirty="0" err="1"/>
              <a:t>approach</a:t>
            </a:r>
            <a:r>
              <a:rPr lang="de-CH" sz="800" dirty="0"/>
              <a:t> </a:t>
            </a:r>
            <a:r>
              <a:rPr lang="de-CH" sz="800" dirty="0" err="1"/>
              <a:t>to</a:t>
            </a:r>
            <a:r>
              <a:rPr lang="de-CH" sz="800" dirty="0"/>
              <a:t> </a:t>
            </a:r>
            <a:r>
              <a:rPr lang="de-CH" sz="800" dirty="0" err="1"/>
              <a:t>producing</a:t>
            </a:r>
            <a:r>
              <a:rPr lang="de-CH" sz="800" dirty="0"/>
              <a:t> </a:t>
            </a:r>
            <a:r>
              <a:rPr lang="de-CH" sz="800" dirty="0" err="1"/>
              <a:t>databases</a:t>
            </a:r>
            <a:r>
              <a:rPr lang="de-CH" sz="800" dirty="0"/>
              <a:t> for </a:t>
            </a:r>
            <a:r>
              <a:rPr lang="de-CH" sz="800" dirty="0" err="1"/>
              <a:t>prospective</a:t>
            </a:r>
            <a:r>
              <a:rPr lang="de-CH" sz="800" dirty="0"/>
              <a:t> </a:t>
            </a:r>
            <a:r>
              <a:rPr lang="de-CH" sz="800" dirty="0" err="1"/>
              <a:t>life</a:t>
            </a:r>
            <a:r>
              <a:rPr lang="de-CH" sz="800" dirty="0"/>
              <a:t> </a:t>
            </a:r>
            <a:r>
              <a:rPr lang="de-CH" sz="800" dirty="0" err="1"/>
              <a:t>cycle</a:t>
            </a:r>
            <a:r>
              <a:rPr lang="de-CH" sz="800" dirty="0"/>
              <a:t> </a:t>
            </a:r>
            <a:r>
              <a:rPr lang="de-CH" sz="800" dirty="0" err="1"/>
              <a:t>assessment</a:t>
            </a:r>
            <a:r>
              <a:rPr lang="de-CH" sz="800" dirty="0"/>
              <a:t> </a:t>
            </a:r>
            <a:r>
              <a:rPr lang="de-CH" sz="800" dirty="0" err="1"/>
              <a:t>using</a:t>
            </a:r>
            <a:r>
              <a:rPr lang="de-CH" sz="800" dirty="0"/>
              <a:t> </a:t>
            </a:r>
            <a:r>
              <a:rPr lang="de-CH" sz="800" dirty="0" err="1"/>
              <a:t>integrated</a:t>
            </a:r>
            <a:r>
              <a:rPr lang="de-CH" sz="800" dirty="0"/>
              <a:t> </a:t>
            </a:r>
            <a:r>
              <a:rPr lang="de-CH" sz="800" dirty="0" err="1"/>
              <a:t>assessment</a:t>
            </a:r>
            <a:r>
              <a:rPr lang="de-CH" sz="800" dirty="0"/>
              <a:t> </a:t>
            </a:r>
            <a:r>
              <a:rPr lang="de-CH" sz="800" dirty="0" err="1"/>
              <a:t>models</a:t>
            </a:r>
            <a:r>
              <a:rPr lang="de-CH" sz="800" dirty="0"/>
              <a:t> </a:t>
            </a:r>
            <a:r>
              <a:rPr lang="de-CH" sz="800" dirty="0" err="1"/>
              <a:t>Renewable</a:t>
            </a:r>
            <a:r>
              <a:rPr lang="de-CH" sz="800" dirty="0"/>
              <a:t> </a:t>
            </a:r>
            <a:r>
              <a:rPr lang="de-CH" sz="800" dirty="0" err="1"/>
              <a:t>Sustainable</a:t>
            </a:r>
            <a:r>
              <a:rPr lang="de-CH" sz="800" dirty="0"/>
              <a:t> Energy Rev 160:112311 </a:t>
            </a:r>
            <a:r>
              <a:rPr lang="de-CH" sz="800" dirty="0" err="1"/>
              <a:t>doi:https</a:t>
            </a:r>
            <a:r>
              <a:rPr lang="de-CH" sz="800" dirty="0"/>
              <a:t>://doi.org/10.1016/j.rser.2022.112311</a:t>
            </a:r>
          </a:p>
          <a:p>
            <a:pPr>
              <a:lnSpc>
                <a:spcPct val="120000"/>
              </a:lnSpc>
              <a:spcBef>
                <a:spcPts val="0"/>
              </a:spcBef>
            </a:pPr>
            <a:r>
              <a:rPr lang="de-CH" sz="800" dirty="0"/>
              <a:t>Mendoza Beltran A, Cox B, Mutel C, van Vuuren DP, Font Vivanco D, Deetman S, </a:t>
            </a:r>
            <a:r>
              <a:rPr lang="de-CH" sz="800" dirty="0" err="1"/>
              <a:t>Edelenbosch</a:t>
            </a:r>
            <a:r>
              <a:rPr lang="de-CH" sz="800" dirty="0"/>
              <a:t> OY, </a:t>
            </a:r>
            <a:r>
              <a:rPr lang="de-CH" sz="800" dirty="0" err="1"/>
              <a:t>Guinée</a:t>
            </a:r>
            <a:r>
              <a:rPr lang="de-CH" sz="800" dirty="0"/>
              <a:t> J, Tukker A (2018) </a:t>
            </a:r>
            <a:r>
              <a:rPr lang="de-CH" sz="800" dirty="0" err="1"/>
              <a:t>When</a:t>
            </a:r>
            <a:r>
              <a:rPr lang="de-CH" sz="800" dirty="0"/>
              <a:t> </a:t>
            </a:r>
            <a:r>
              <a:rPr lang="de-CH" sz="800" dirty="0" err="1"/>
              <a:t>the</a:t>
            </a:r>
            <a:r>
              <a:rPr lang="de-CH" sz="800" dirty="0"/>
              <a:t> Background </a:t>
            </a:r>
            <a:r>
              <a:rPr lang="de-CH" sz="800" dirty="0" err="1"/>
              <a:t>Matters</a:t>
            </a:r>
            <a:r>
              <a:rPr lang="de-CH" sz="800" dirty="0"/>
              <a:t>: </a:t>
            </a:r>
            <a:r>
              <a:rPr lang="de-CH" sz="800" dirty="0" err="1"/>
              <a:t>Using</a:t>
            </a:r>
            <a:r>
              <a:rPr lang="de-CH" sz="800" dirty="0"/>
              <a:t> Scenarios </a:t>
            </a:r>
            <a:r>
              <a:rPr lang="de-CH" sz="800" dirty="0" err="1"/>
              <a:t>from</a:t>
            </a:r>
            <a:r>
              <a:rPr lang="de-CH" sz="800" dirty="0"/>
              <a:t> Integrated Assessment Models in </a:t>
            </a:r>
            <a:r>
              <a:rPr lang="de-CH" sz="800" dirty="0" err="1"/>
              <a:t>Prospective</a:t>
            </a:r>
            <a:r>
              <a:rPr lang="de-CH" sz="800" dirty="0"/>
              <a:t> Life Cycle Assessment J </a:t>
            </a:r>
            <a:r>
              <a:rPr lang="de-CH" sz="800" dirty="0" err="1"/>
              <a:t>Ind</a:t>
            </a:r>
            <a:r>
              <a:rPr lang="de-CH" sz="800" dirty="0"/>
              <a:t> </a:t>
            </a:r>
            <a:r>
              <a:rPr lang="de-CH" sz="800" dirty="0" err="1"/>
              <a:t>Ecol</a:t>
            </a:r>
            <a:r>
              <a:rPr lang="de-CH" sz="800" dirty="0"/>
              <a:t> doi:10.1111/jiec.12825</a:t>
            </a:r>
          </a:p>
          <a:p>
            <a:pPr>
              <a:lnSpc>
                <a:spcPct val="120000"/>
              </a:lnSpc>
              <a:spcBef>
                <a:spcPts val="0"/>
              </a:spcBef>
            </a:pPr>
            <a:r>
              <a:rPr lang="en-US" sz="800" dirty="0"/>
              <a:t>Steubing B, de Koning D (2021) Making the use of scenarios in LCA easier: the superstructure approach Int J Life Cycle Assess 26:2248-2262 doi:10.1007/s11367-021-01974-2</a:t>
            </a:r>
          </a:p>
          <a:p>
            <a:pPr>
              <a:lnSpc>
                <a:spcPct val="120000"/>
              </a:lnSpc>
              <a:spcBef>
                <a:spcPts val="0"/>
              </a:spcBef>
            </a:pPr>
            <a:r>
              <a:rPr lang="de-CH" sz="800" b="1" dirty="0"/>
              <a:t>Use of </a:t>
            </a:r>
            <a:r>
              <a:rPr lang="de-CH" sz="800" b="1" dirty="0" err="1"/>
              <a:t>broad</a:t>
            </a:r>
            <a:r>
              <a:rPr lang="de-CH" sz="800" b="1" dirty="0"/>
              <a:t> </a:t>
            </a:r>
            <a:r>
              <a:rPr lang="de-CH" sz="800" b="1" dirty="0" err="1"/>
              <a:t>future</a:t>
            </a:r>
            <a:r>
              <a:rPr lang="de-CH" sz="800" b="1" dirty="0"/>
              <a:t> </a:t>
            </a:r>
            <a:r>
              <a:rPr lang="de-CH" sz="800" b="1" dirty="0" err="1"/>
              <a:t>scenarios</a:t>
            </a:r>
            <a:r>
              <a:rPr lang="de-CH" sz="800" b="1" dirty="0"/>
              <a:t> (list not </a:t>
            </a:r>
            <a:r>
              <a:rPr lang="de-CH" sz="800" b="1" dirty="0" err="1"/>
              <a:t>comprehensive</a:t>
            </a:r>
            <a:r>
              <a:rPr lang="de-CH" sz="800" b="1" dirty="0"/>
              <a:t>)</a:t>
            </a:r>
          </a:p>
          <a:p>
            <a:pPr>
              <a:lnSpc>
                <a:spcPct val="120000"/>
              </a:lnSpc>
              <a:spcBef>
                <a:spcPts val="0"/>
              </a:spcBef>
            </a:pPr>
            <a:r>
              <a:rPr lang="en-US" sz="800" dirty="0"/>
              <a:t>Cox B, Mutel CL, Bauer C, Mendoza Beltran A, van Vuuren DP (2018) Uncertain Environmental Footprint of Current and Future Battery Electric Vehicles Environ Sci Technol 52:4989-4995 doi:10.1021/acs.est.8b00261</a:t>
            </a:r>
          </a:p>
          <a:p>
            <a:pPr>
              <a:lnSpc>
                <a:spcPct val="120000"/>
              </a:lnSpc>
              <a:spcBef>
                <a:spcPts val="0"/>
              </a:spcBef>
            </a:pPr>
            <a:r>
              <a:rPr lang="en-US" sz="800" dirty="0"/>
              <a:t>Cox B, Bauer C, Mendoza Beltran A, van Vuuren DP, Mutel CL (2020) Life cycle environmental and cost comparison of current and future passenger cars under different energy scenarios Applied Energy 269:115021 </a:t>
            </a:r>
            <a:r>
              <a:rPr lang="en-US" sz="800" dirty="0" err="1"/>
              <a:t>doi:https</a:t>
            </a:r>
            <a:r>
              <a:rPr lang="en-US" sz="800" dirty="0"/>
              <a:t>://doi.org/10.1016/j.apenergy.2020.115021</a:t>
            </a:r>
          </a:p>
          <a:p>
            <a:pPr>
              <a:lnSpc>
                <a:spcPct val="120000"/>
              </a:lnSpc>
              <a:spcBef>
                <a:spcPts val="0"/>
              </a:spcBef>
            </a:pPr>
            <a:r>
              <a:rPr lang="en-US" sz="800" dirty="0"/>
              <a:t>Harpprecht C, Oers L, Northey SA, Yang Y, Steubing B (2021) Environmental impacts of key metals' supply and low‐carbon technologies are likely to decrease in the future J Ind </a:t>
            </a:r>
            <a:r>
              <a:rPr lang="en-US" sz="800" dirty="0" err="1"/>
              <a:t>Ecol</a:t>
            </a:r>
            <a:r>
              <a:rPr lang="en-US" sz="800" dirty="0"/>
              <a:t> 25:1543-1559 doi:10.1111/jiec.13181</a:t>
            </a:r>
          </a:p>
          <a:p>
            <a:pPr>
              <a:lnSpc>
                <a:spcPct val="120000"/>
              </a:lnSpc>
              <a:spcBef>
                <a:spcPts val="0"/>
              </a:spcBef>
            </a:pPr>
            <a:r>
              <a:rPr lang="en-US" sz="800" dirty="0">
                <a:solidFill>
                  <a:schemeClr val="tx1"/>
                </a:solidFill>
              </a:rPr>
              <a:t>van der Meide M, Harpprecht C, Northey S, Yang Y, Steubing B (2022) Effects of the energy transition on environmental impacts of cobalt supply: A prospective life cycle assessment study on future supply of cobalt J Ind </a:t>
            </a:r>
            <a:r>
              <a:rPr lang="en-US" sz="800" dirty="0" err="1">
                <a:solidFill>
                  <a:schemeClr val="tx1"/>
                </a:solidFill>
              </a:rPr>
              <a:t>Ecol</a:t>
            </a:r>
            <a:r>
              <a:rPr lang="en-US" sz="800" dirty="0">
                <a:solidFill>
                  <a:schemeClr val="tx1"/>
                </a:solidFill>
              </a:rPr>
              <a:t> n/a </a:t>
            </a:r>
            <a:r>
              <a:rPr lang="en-US" sz="800" dirty="0" err="1">
                <a:solidFill>
                  <a:schemeClr val="tx1"/>
                </a:solidFill>
              </a:rPr>
              <a:t>doi:https</a:t>
            </a:r>
            <a:r>
              <a:rPr lang="en-US" sz="800" dirty="0">
                <a:solidFill>
                  <a:schemeClr val="tx1"/>
                </a:solidFill>
              </a:rPr>
              <a:t>://doi.org/10.1111/jiec.13258</a:t>
            </a:r>
          </a:p>
          <a:p>
            <a:pPr>
              <a:lnSpc>
                <a:spcPct val="120000"/>
              </a:lnSpc>
              <a:spcBef>
                <a:spcPts val="0"/>
              </a:spcBef>
            </a:pPr>
            <a:r>
              <a:rPr lang="de-CH" sz="800" dirty="0">
                <a:solidFill>
                  <a:schemeClr val="tx1"/>
                </a:solidFill>
              </a:rPr>
              <a:t>Li C, Mogollón JM, Tukker A, Dong J, von Terzi D, Zhang C, Steubing B (2022) Future material </a:t>
            </a:r>
            <a:r>
              <a:rPr lang="de-CH" sz="800" dirty="0" err="1">
                <a:solidFill>
                  <a:schemeClr val="tx1"/>
                </a:solidFill>
              </a:rPr>
              <a:t>requirements</a:t>
            </a:r>
            <a:r>
              <a:rPr lang="de-CH" sz="800" dirty="0">
                <a:solidFill>
                  <a:schemeClr val="tx1"/>
                </a:solidFill>
              </a:rPr>
              <a:t> for global </a:t>
            </a:r>
            <a:r>
              <a:rPr lang="de-CH" sz="800" dirty="0" err="1">
                <a:solidFill>
                  <a:schemeClr val="tx1"/>
                </a:solidFill>
              </a:rPr>
              <a:t>sustainable</a:t>
            </a:r>
            <a:r>
              <a:rPr lang="de-CH" sz="800" dirty="0">
                <a:solidFill>
                  <a:schemeClr val="tx1"/>
                </a:solidFill>
              </a:rPr>
              <a:t> offshore wind </a:t>
            </a:r>
            <a:r>
              <a:rPr lang="de-CH" sz="800" dirty="0" err="1">
                <a:solidFill>
                  <a:schemeClr val="tx1"/>
                </a:solidFill>
              </a:rPr>
              <a:t>energy</a:t>
            </a:r>
            <a:r>
              <a:rPr lang="de-CH" sz="800" dirty="0">
                <a:solidFill>
                  <a:schemeClr val="tx1"/>
                </a:solidFill>
              </a:rPr>
              <a:t> </a:t>
            </a:r>
            <a:r>
              <a:rPr lang="de-CH" sz="800" dirty="0" err="1">
                <a:solidFill>
                  <a:schemeClr val="tx1"/>
                </a:solidFill>
              </a:rPr>
              <a:t>development</a:t>
            </a:r>
            <a:r>
              <a:rPr lang="de-CH" sz="800" dirty="0">
                <a:solidFill>
                  <a:schemeClr val="tx1"/>
                </a:solidFill>
              </a:rPr>
              <a:t> </a:t>
            </a:r>
            <a:r>
              <a:rPr lang="de-CH" sz="800" dirty="0" err="1">
                <a:solidFill>
                  <a:schemeClr val="tx1"/>
                </a:solidFill>
              </a:rPr>
              <a:t>Renewable</a:t>
            </a:r>
            <a:r>
              <a:rPr lang="de-CH" sz="800" dirty="0">
                <a:solidFill>
                  <a:schemeClr val="tx1"/>
                </a:solidFill>
              </a:rPr>
              <a:t> </a:t>
            </a:r>
            <a:r>
              <a:rPr lang="de-CH" sz="800" dirty="0" err="1">
                <a:solidFill>
                  <a:schemeClr val="tx1"/>
                </a:solidFill>
              </a:rPr>
              <a:t>Sustainable</a:t>
            </a:r>
            <a:r>
              <a:rPr lang="de-CH" sz="800" dirty="0">
                <a:solidFill>
                  <a:schemeClr val="tx1"/>
                </a:solidFill>
              </a:rPr>
              <a:t> Energy Rev 164:112603 </a:t>
            </a:r>
            <a:r>
              <a:rPr lang="de-CH" sz="800" dirty="0" err="1">
                <a:solidFill>
                  <a:schemeClr val="tx1"/>
                </a:solidFill>
              </a:rPr>
              <a:t>doi:https</a:t>
            </a:r>
            <a:r>
              <a:rPr lang="de-CH" sz="800" dirty="0">
                <a:solidFill>
                  <a:schemeClr val="tx1"/>
                </a:solidFill>
              </a:rPr>
              <a:t>://doi.org/10.1016/j.rser.2022.112603</a:t>
            </a:r>
            <a:endParaRPr lang="en-US" sz="800" dirty="0">
              <a:solidFill>
                <a:schemeClr val="tx1"/>
              </a:solidFill>
            </a:endParaRPr>
          </a:p>
          <a:p>
            <a:pPr>
              <a:lnSpc>
                <a:spcPct val="120000"/>
              </a:lnSpc>
              <a:spcBef>
                <a:spcPts val="0"/>
              </a:spcBef>
            </a:pPr>
            <a:r>
              <a:rPr lang="de-CH" sz="800" dirty="0">
                <a:solidFill>
                  <a:schemeClr val="tx1"/>
                </a:solidFill>
              </a:rPr>
              <a:t>Xu C, Steubing B, Hu M, Harpprecht C, van der Meide M, Tukker A (2022) Future </a:t>
            </a:r>
            <a:r>
              <a:rPr lang="de-CH" sz="800" dirty="0" err="1">
                <a:solidFill>
                  <a:schemeClr val="tx1"/>
                </a:solidFill>
              </a:rPr>
              <a:t>greenhouse</a:t>
            </a:r>
            <a:r>
              <a:rPr lang="de-CH" sz="800" dirty="0">
                <a:solidFill>
                  <a:schemeClr val="tx1"/>
                </a:solidFill>
              </a:rPr>
              <a:t> gas </a:t>
            </a:r>
            <a:r>
              <a:rPr lang="de-CH" sz="800" dirty="0" err="1">
                <a:solidFill>
                  <a:schemeClr val="tx1"/>
                </a:solidFill>
              </a:rPr>
              <a:t>emissions</a:t>
            </a:r>
            <a:r>
              <a:rPr lang="de-CH" sz="800" dirty="0">
                <a:solidFill>
                  <a:schemeClr val="tx1"/>
                </a:solidFill>
              </a:rPr>
              <a:t> of </a:t>
            </a:r>
            <a:r>
              <a:rPr lang="de-CH" sz="800" dirty="0" err="1">
                <a:solidFill>
                  <a:schemeClr val="tx1"/>
                </a:solidFill>
              </a:rPr>
              <a:t>automotive</a:t>
            </a:r>
            <a:r>
              <a:rPr lang="de-CH" sz="800" dirty="0">
                <a:solidFill>
                  <a:schemeClr val="tx1"/>
                </a:solidFill>
              </a:rPr>
              <a:t> lithium-</a:t>
            </a:r>
            <a:r>
              <a:rPr lang="de-CH" sz="800" dirty="0" err="1">
                <a:solidFill>
                  <a:schemeClr val="tx1"/>
                </a:solidFill>
              </a:rPr>
              <a:t>ion</a:t>
            </a:r>
            <a:r>
              <a:rPr lang="de-CH" sz="800" dirty="0">
                <a:solidFill>
                  <a:schemeClr val="tx1"/>
                </a:solidFill>
              </a:rPr>
              <a:t> </a:t>
            </a:r>
            <a:r>
              <a:rPr lang="de-CH" sz="800" dirty="0" err="1">
                <a:solidFill>
                  <a:schemeClr val="tx1"/>
                </a:solidFill>
              </a:rPr>
              <a:t>battery</a:t>
            </a:r>
            <a:r>
              <a:rPr lang="de-CH" sz="800" dirty="0">
                <a:solidFill>
                  <a:schemeClr val="tx1"/>
                </a:solidFill>
              </a:rPr>
              <a:t> </a:t>
            </a:r>
            <a:r>
              <a:rPr lang="de-CH" sz="800" dirty="0" err="1">
                <a:solidFill>
                  <a:schemeClr val="tx1"/>
                </a:solidFill>
              </a:rPr>
              <a:t>cell</a:t>
            </a:r>
            <a:r>
              <a:rPr lang="de-CH" sz="800" dirty="0">
                <a:solidFill>
                  <a:schemeClr val="tx1"/>
                </a:solidFill>
              </a:rPr>
              <a:t> </a:t>
            </a:r>
            <a:r>
              <a:rPr lang="de-CH" sz="800" dirty="0" err="1">
                <a:solidFill>
                  <a:schemeClr val="tx1"/>
                </a:solidFill>
              </a:rPr>
              <a:t>production</a:t>
            </a:r>
            <a:r>
              <a:rPr lang="de-CH" sz="800" dirty="0">
                <a:solidFill>
                  <a:schemeClr val="tx1"/>
                </a:solidFill>
              </a:rPr>
              <a:t> Resources, </a:t>
            </a:r>
            <a:r>
              <a:rPr lang="de-CH" sz="800" dirty="0" err="1">
                <a:solidFill>
                  <a:schemeClr val="tx1"/>
                </a:solidFill>
              </a:rPr>
              <a:t>Conservation</a:t>
            </a:r>
            <a:r>
              <a:rPr lang="de-CH" sz="800" dirty="0">
                <a:solidFill>
                  <a:schemeClr val="tx1"/>
                </a:solidFill>
              </a:rPr>
              <a:t> and Recycling 187:106606 </a:t>
            </a:r>
            <a:r>
              <a:rPr lang="de-CH" sz="800" dirty="0" err="1">
                <a:solidFill>
                  <a:schemeClr val="tx1"/>
                </a:solidFill>
              </a:rPr>
              <a:t>doi:https</a:t>
            </a:r>
            <a:r>
              <a:rPr lang="de-CH" sz="800" dirty="0">
                <a:solidFill>
                  <a:schemeClr val="tx1"/>
                </a:solidFill>
              </a:rPr>
              <a:t>://doi.org/10.1016/j.resconrec.2022.106606</a:t>
            </a:r>
          </a:p>
          <a:p>
            <a:pPr>
              <a:lnSpc>
                <a:spcPct val="120000"/>
              </a:lnSpc>
              <a:spcBef>
                <a:spcPts val="0"/>
              </a:spcBef>
            </a:pPr>
            <a:r>
              <a:rPr lang="de-CH" sz="800" dirty="0">
                <a:solidFill>
                  <a:schemeClr val="tx1"/>
                </a:solidFill>
              </a:rPr>
              <a:t>Zhong X, Hu M, Deetman S, Steubing B, Lin HX, Hernandez GA, Harpprecht C, Zhang C, Tukker A, Behrens P (2021) Global </a:t>
            </a:r>
            <a:r>
              <a:rPr lang="de-CH" sz="800" dirty="0" err="1">
                <a:solidFill>
                  <a:schemeClr val="tx1"/>
                </a:solidFill>
              </a:rPr>
              <a:t>greenhouse</a:t>
            </a:r>
            <a:r>
              <a:rPr lang="de-CH" sz="800" dirty="0">
                <a:solidFill>
                  <a:schemeClr val="tx1"/>
                </a:solidFill>
              </a:rPr>
              <a:t> gas </a:t>
            </a:r>
            <a:r>
              <a:rPr lang="de-CH" sz="800" dirty="0" err="1">
                <a:solidFill>
                  <a:schemeClr val="tx1"/>
                </a:solidFill>
              </a:rPr>
              <a:t>emissions</a:t>
            </a:r>
            <a:r>
              <a:rPr lang="de-CH" sz="800" dirty="0">
                <a:solidFill>
                  <a:schemeClr val="tx1"/>
                </a:solidFill>
              </a:rPr>
              <a:t> </a:t>
            </a:r>
            <a:r>
              <a:rPr lang="de-CH" sz="800" dirty="0" err="1">
                <a:solidFill>
                  <a:schemeClr val="tx1"/>
                </a:solidFill>
              </a:rPr>
              <a:t>from</a:t>
            </a:r>
            <a:r>
              <a:rPr lang="de-CH" sz="800" dirty="0">
                <a:solidFill>
                  <a:schemeClr val="tx1"/>
                </a:solidFill>
              </a:rPr>
              <a:t> </a:t>
            </a:r>
            <a:r>
              <a:rPr lang="de-CH" sz="800" dirty="0" err="1">
                <a:solidFill>
                  <a:schemeClr val="tx1"/>
                </a:solidFill>
              </a:rPr>
              <a:t>residential</a:t>
            </a:r>
            <a:r>
              <a:rPr lang="de-CH" sz="800" dirty="0">
                <a:solidFill>
                  <a:schemeClr val="tx1"/>
                </a:solidFill>
              </a:rPr>
              <a:t> and </a:t>
            </a:r>
            <a:r>
              <a:rPr lang="de-CH" sz="800" dirty="0" err="1">
                <a:solidFill>
                  <a:schemeClr val="tx1"/>
                </a:solidFill>
              </a:rPr>
              <a:t>commercial</a:t>
            </a:r>
            <a:r>
              <a:rPr lang="de-CH" sz="800" dirty="0">
                <a:solidFill>
                  <a:schemeClr val="tx1"/>
                </a:solidFill>
              </a:rPr>
              <a:t> </a:t>
            </a:r>
            <a:r>
              <a:rPr lang="de-CH" sz="800" dirty="0" err="1">
                <a:solidFill>
                  <a:schemeClr val="tx1"/>
                </a:solidFill>
              </a:rPr>
              <a:t>building</a:t>
            </a:r>
            <a:r>
              <a:rPr lang="de-CH" sz="800" dirty="0">
                <a:solidFill>
                  <a:schemeClr val="tx1"/>
                </a:solidFill>
              </a:rPr>
              <a:t> </a:t>
            </a:r>
            <a:r>
              <a:rPr lang="de-CH" sz="800" dirty="0" err="1">
                <a:solidFill>
                  <a:schemeClr val="tx1"/>
                </a:solidFill>
              </a:rPr>
              <a:t>materials</a:t>
            </a:r>
            <a:r>
              <a:rPr lang="de-CH" sz="800" dirty="0">
                <a:solidFill>
                  <a:schemeClr val="tx1"/>
                </a:solidFill>
              </a:rPr>
              <a:t> and </a:t>
            </a:r>
            <a:r>
              <a:rPr lang="de-CH" sz="800" dirty="0" err="1">
                <a:solidFill>
                  <a:schemeClr val="tx1"/>
                </a:solidFill>
              </a:rPr>
              <a:t>mitigation</a:t>
            </a:r>
            <a:r>
              <a:rPr lang="de-CH" sz="800" dirty="0">
                <a:solidFill>
                  <a:schemeClr val="tx1"/>
                </a:solidFill>
              </a:rPr>
              <a:t> </a:t>
            </a:r>
            <a:r>
              <a:rPr lang="de-CH" sz="800" dirty="0" err="1">
                <a:solidFill>
                  <a:schemeClr val="tx1"/>
                </a:solidFill>
              </a:rPr>
              <a:t>strategies</a:t>
            </a:r>
            <a:r>
              <a:rPr lang="de-CH" sz="800" dirty="0">
                <a:solidFill>
                  <a:schemeClr val="tx1"/>
                </a:solidFill>
              </a:rPr>
              <a:t> </a:t>
            </a:r>
            <a:r>
              <a:rPr lang="de-CH" sz="800" dirty="0" err="1">
                <a:solidFill>
                  <a:schemeClr val="tx1"/>
                </a:solidFill>
              </a:rPr>
              <a:t>to</a:t>
            </a:r>
            <a:r>
              <a:rPr lang="de-CH" sz="800" dirty="0">
                <a:solidFill>
                  <a:schemeClr val="tx1"/>
                </a:solidFill>
              </a:rPr>
              <a:t> 2060 Nature Communications 12:6126 doi:10.1038/s41467-021-26212-z</a:t>
            </a:r>
          </a:p>
          <a:p>
            <a:pPr>
              <a:lnSpc>
                <a:spcPct val="120000"/>
              </a:lnSpc>
              <a:spcBef>
                <a:spcPts val="0"/>
              </a:spcBef>
            </a:pPr>
            <a:endParaRPr lang="en-US" sz="800" dirty="0"/>
          </a:p>
        </p:txBody>
      </p:sp>
      <p:sp>
        <p:nvSpPr>
          <p:cNvPr id="10" name="Vertical Text Placeholder 9">
            <a:extLst>
              <a:ext uri="{FF2B5EF4-FFF2-40B4-BE49-F238E27FC236}">
                <a16:creationId xmlns:a16="http://schemas.microsoft.com/office/drawing/2014/main" id="{8F0F8F8A-50A6-CD2B-B8A6-24F55E617351}"/>
              </a:ext>
            </a:extLst>
          </p:cNvPr>
          <p:cNvSpPr>
            <a:spLocks noGrp="1"/>
          </p:cNvSpPr>
          <p:nvPr>
            <p:ph sz="quarter" idx="21"/>
          </p:nvPr>
        </p:nvSpPr>
        <p:spPr/>
        <p:txBody>
          <a:bodyPr>
            <a:noAutofit/>
          </a:bodyPr>
          <a:lstStyle/>
          <a:p>
            <a:pPr>
              <a:lnSpc>
                <a:spcPct val="120000"/>
              </a:lnSpc>
              <a:spcBef>
                <a:spcPts val="0"/>
              </a:spcBef>
            </a:pPr>
            <a:r>
              <a:rPr lang="en-US" sz="800" dirty="0">
                <a:solidFill>
                  <a:schemeClr val="tx1"/>
                </a:solidFill>
              </a:rPr>
              <a:t>Yang X, Hu M, Tukker A, Zhang C, Huo T, Steubing B (2022) A bottom-up dynamic building stock model for residential energy transition: A case study for the Netherlands Applied Energy 306:118060 </a:t>
            </a:r>
            <a:r>
              <a:rPr lang="en-US" sz="800" dirty="0" err="1">
                <a:solidFill>
                  <a:schemeClr val="tx1"/>
                </a:solidFill>
              </a:rPr>
              <a:t>doi:https</a:t>
            </a:r>
            <a:r>
              <a:rPr lang="en-US" sz="800" dirty="0">
                <a:solidFill>
                  <a:schemeClr val="tx1"/>
                </a:solidFill>
              </a:rPr>
              <a:t>://doi.org/10.1016/j.apenergy.2021.118060</a:t>
            </a:r>
          </a:p>
          <a:p>
            <a:pPr marR="394712">
              <a:lnSpc>
                <a:spcPct val="120000"/>
              </a:lnSpc>
              <a:spcBef>
                <a:spcPts val="0"/>
              </a:spcBef>
              <a:tabLst>
                <a:tab pos="252717" algn="l"/>
              </a:tabLst>
            </a:pPr>
            <a:r>
              <a:rPr lang="en-GB" sz="800" dirty="0">
                <a:solidFill>
                  <a:schemeClr val="tx1"/>
                </a:solidFill>
              </a:rPr>
              <a:t>Dirnaichner, A. et al. Life-cycle impacts from different decarbonization pathways for the European car fleet. Environ. Res. Lett. 17, 044009 (2022).</a:t>
            </a:r>
          </a:p>
          <a:p>
            <a:pPr marR="394712">
              <a:lnSpc>
                <a:spcPct val="120000"/>
              </a:lnSpc>
              <a:spcBef>
                <a:spcPts val="0"/>
              </a:spcBef>
              <a:tabLst>
                <a:tab pos="252717" algn="l"/>
              </a:tabLst>
            </a:pPr>
            <a:r>
              <a:rPr lang="en-GB" sz="800" dirty="0">
                <a:solidFill>
                  <a:schemeClr val="tx1"/>
                </a:solidFill>
              </a:rPr>
              <a:t>Sacchi, R., Bauer, C., Cox, B. &amp; Mutel, C. When, where and how can the electrification of passenger cars reduce greenhouse gas emissions? Renew. Sustain. Energy Rev. 162, 112475 (2022).</a:t>
            </a:r>
          </a:p>
          <a:p>
            <a:pPr marR="394712">
              <a:lnSpc>
                <a:spcPct val="120000"/>
              </a:lnSpc>
              <a:spcBef>
                <a:spcPts val="0"/>
              </a:spcBef>
              <a:tabLst>
                <a:tab pos="252717" algn="l"/>
              </a:tabLst>
            </a:pPr>
            <a:r>
              <a:rPr lang="en-GB" sz="800" dirty="0">
                <a:solidFill>
                  <a:schemeClr val="tx1"/>
                </a:solidFill>
              </a:rPr>
              <a:t>Sacchi, R., Bauer, C. &amp; Cox, B. L. Does Size Matter? The Influence of Size, Load Factor, Range Autonomy, and Application Type on the Life Cycle Assessment of Current and Future Medium? The Heavy-Duty Vehicles. Environ. Sci. Technol. 55, 5224–5235 (2021).</a:t>
            </a:r>
          </a:p>
          <a:p>
            <a:pPr marR="394712">
              <a:lnSpc>
                <a:spcPct val="120000"/>
              </a:lnSpc>
              <a:spcBef>
                <a:spcPts val="0"/>
              </a:spcBef>
              <a:tabLst>
                <a:tab pos="252717" algn="l"/>
              </a:tabLst>
            </a:pPr>
            <a:r>
              <a:rPr lang="en-GB" sz="800" dirty="0" err="1">
                <a:solidFill>
                  <a:schemeClr val="tx1"/>
                </a:solidFill>
              </a:rPr>
              <a:t>Ueckerdt</a:t>
            </a:r>
            <a:r>
              <a:rPr lang="en-GB" sz="800" dirty="0">
                <a:solidFill>
                  <a:schemeClr val="tx1"/>
                </a:solidFill>
              </a:rPr>
              <a:t>, F. et al. Potential and risks of hydrogen-based e-fuels in climate change mitigation. Nat. </a:t>
            </a:r>
            <a:r>
              <a:rPr lang="en-GB" sz="800" dirty="0" err="1">
                <a:solidFill>
                  <a:schemeClr val="tx1"/>
                </a:solidFill>
              </a:rPr>
              <a:t>Clim</a:t>
            </a:r>
            <a:r>
              <a:rPr lang="en-GB" sz="800" dirty="0">
                <a:solidFill>
                  <a:schemeClr val="tx1"/>
                </a:solidFill>
              </a:rPr>
              <a:t>. Chang. 2021 115 11, 384–393 (2021).</a:t>
            </a:r>
          </a:p>
          <a:p>
            <a:pPr marR="394712">
              <a:lnSpc>
                <a:spcPct val="120000"/>
              </a:lnSpc>
              <a:spcBef>
                <a:spcPts val="0"/>
              </a:spcBef>
              <a:tabLst>
                <a:tab pos="252717" algn="l"/>
              </a:tabLst>
            </a:pPr>
            <a:r>
              <a:rPr lang="en-GB" sz="800" dirty="0">
                <a:solidFill>
                  <a:schemeClr val="tx1"/>
                </a:solidFill>
              </a:rPr>
              <a:t>Watanabe, M. D. B., Cherubini, F. &amp; </a:t>
            </a:r>
            <a:r>
              <a:rPr lang="en-GB" sz="800" dirty="0" err="1">
                <a:solidFill>
                  <a:schemeClr val="tx1"/>
                </a:solidFill>
              </a:rPr>
              <a:t>Cavalett</a:t>
            </a:r>
            <a:r>
              <a:rPr lang="en-GB" sz="800" dirty="0">
                <a:solidFill>
                  <a:schemeClr val="tx1"/>
                </a:solidFill>
              </a:rPr>
              <a:t>, O. Climate change mitigation of drop-in biofuels for deep-sea shipping under a prospective life-cycle assessment. J. Clean. Prod. 364, 132662 (2022).</a:t>
            </a:r>
          </a:p>
          <a:p>
            <a:pPr marR="394712">
              <a:lnSpc>
                <a:spcPct val="120000"/>
              </a:lnSpc>
              <a:spcBef>
                <a:spcPts val="0"/>
              </a:spcBef>
              <a:tabLst>
                <a:tab pos="252717" algn="l"/>
              </a:tabLst>
            </a:pPr>
            <a:r>
              <a:rPr lang="en-GB" sz="800" dirty="0">
                <a:solidFill>
                  <a:schemeClr val="tx1"/>
                </a:solidFill>
              </a:rPr>
              <a:t>Gibon, T., Menacho, À. &amp; </a:t>
            </a:r>
            <a:r>
              <a:rPr lang="en-GB" sz="800" dirty="0" err="1">
                <a:solidFill>
                  <a:schemeClr val="tx1"/>
                </a:solidFill>
              </a:rPr>
              <a:t>Guiton</a:t>
            </a:r>
            <a:r>
              <a:rPr lang="en-GB" sz="800" dirty="0">
                <a:solidFill>
                  <a:schemeClr val="tx1"/>
                </a:solidFill>
              </a:rPr>
              <a:t>, M. Carbon Neutrality in the UNECE Region: Integrated Life-cycle Assessment of Electricity Sources UNITED NATIONS ECONOMIC COMMISSION FOR EUROPE. https://unece.org/sites/default/files/2022-04/LCA_3_FINAL March 2022.pdf (2021).</a:t>
            </a:r>
          </a:p>
          <a:p>
            <a:pPr marR="394712">
              <a:lnSpc>
                <a:spcPct val="120000"/>
              </a:lnSpc>
              <a:spcBef>
                <a:spcPts val="0"/>
              </a:spcBef>
              <a:tabLst>
                <a:tab pos="252717" algn="l"/>
              </a:tabLst>
            </a:pPr>
            <a:r>
              <a:rPr lang="en-GB" sz="800" dirty="0" err="1">
                <a:solidFill>
                  <a:schemeClr val="tx1"/>
                </a:solidFill>
              </a:rPr>
              <a:t>Cavalett</a:t>
            </a:r>
            <a:r>
              <a:rPr lang="en-GB" sz="800" dirty="0">
                <a:solidFill>
                  <a:schemeClr val="tx1"/>
                </a:solidFill>
              </a:rPr>
              <a:t>, O., Watanabe, M. D. B., </a:t>
            </a:r>
            <a:r>
              <a:rPr lang="en-GB" sz="800" dirty="0" err="1">
                <a:solidFill>
                  <a:schemeClr val="tx1"/>
                </a:solidFill>
              </a:rPr>
              <a:t>Fleiger</a:t>
            </a:r>
            <a:r>
              <a:rPr lang="en-GB" sz="800" dirty="0">
                <a:solidFill>
                  <a:schemeClr val="tx1"/>
                </a:solidFill>
              </a:rPr>
              <a:t>, K., Hoenig, V. &amp; Cherubini, F. LCA and negative emission potential of retrofitted cement plants under oxyfuel conditions at high biogenic fuel shares. Sci. Reports 2022 121 12, 1–14 (2022).</a:t>
            </a:r>
          </a:p>
          <a:p>
            <a:pPr marR="394712">
              <a:lnSpc>
                <a:spcPct val="120000"/>
              </a:lnSpc>
              <a:spcBef>
                <a:spcPts val="0"/>
              </a:spcBef>
              <a:tabLst>
                <a:tab pos="252717" algn="l"/>
              </a:tabLst>
            </a:pPr>
            <a:r>
              <a:rPr lang="en-GB" sz="800" dirty="0" err="1">
                <a:solidFill>
                  <a:schemeClr val="tx1"/>
                </a:solidFill>
              </a:rPr>
              <a:t>Dávila</a:t>
            </a:r>
            <a:r>
              <a:rPr lang="en-GB" sz="800" dirty="0">
                <a:solidFill>
                  <a:schemeClr val="tx1"/>
                </a:solidFill>
              </a:rPr>
              <a:t>, J., Sacchi, R. &amp; Pizzol, M. Preconditions for CCUS to deliver climate neutrality in cement production. Appl. Energy.</a:t>
            </a:r>
          </a:p>
          <a:p>
            <a:pPr marR="394712">
              <a:lnSpc>
                <a:spcPct val="120000"/>
              </a:lnSpc>
              <a:spcBef>
                <a:spcPts val="0"/>
              </a:spcBef>
              <a:tabLst>
                <a:tab pos="252717" algn="l"/>
              </a:tabLst>
            </a:pPr>
            <a:r>
              <a:rPr lang="en-GB" sz="800" dirty="0">
                <a:solidFill>
                  <a:schemeClr val="tx1"/>
                </a:solidFill>
              </a:rPr>
              <a:t>Lamers, P., Ghosh, T., </a:t>
            </a:r>
            <a:r>
              <a:rPr lang="en-GB" sz="800" dirty="0" err="1">
                <a:solidFill>
                  <a:schemeClr val="tx1"/>
                </a:solidFill>
              </a:rPr>
              <a:t>Upasani</a:t>
            </a:r>
            <a:r>
              <a:rPr lang="en-GB" sz="800" dirty="0">
                <a:solidFill>
                  <a:schemeClr val="tx1"/>
                </a:solidFill>
              </a:rPr>
              <a:t>, S., Sacchi, R. &amp; Daioglou, V. Linking life cycle and integrated assessment </a:t>
            </a:r>
            <a:r>
              <a:rPr lang="en-GB" sz="800" dirty="0" err="1">
                <a:solidFill>
                  <a:schemeClr val="tx1"/>
                </a:solidFill>
              </a:rPr>
              <a:t>modeling</a:t>
            </a:r>
            <a:r>
              <a:rPr lang="en-GB" sz="800" dirty="0">
                <a:solidFill>
                  <a:schemeClr val="tx1"/>
                </a:solidFill>
              </a:rPr>
              <a:t> to evaluate technologies in an evolving system context: a Power-to-Hydrogen case study for the United States. Environ. Sci. Technol.</a:t>
            </a:r>
          </a:p>
          <a:p>
            <a:pPr marR="394712">
              <a:lnSpc>
                <a:spcPct val="120000"/>
              </a:lnSpc>
              <a:spcBef>
                <a:spcPts val="0"/>
              </a:spcBef>
              <a:tabLst>
                <a:tab pos="252717" algn="l"/>
              </a:tabLst>
            </a:pPr>
            <a:r>
              <a:rPr lang="en-GB" sz="800" dirty="0" err="1">
                <a:solidFill>
                  <a:schemeClr val="tx1"/>
                </a:solidFill>
              </a:rPr>
              <a:t>Strathoff</a:t>
            </a:r>
            <a:r>
              <a:rPr lang="en-GB" sz="800" dirty="0">
                <a:solidFill>
                  <a:schemeClr val="tx1"/>
                </a:solidFill>
              </a:rPr>
              <a:t>, P. et al. On the Design and Sustainability of Commuter Aircraft with Electrified Propulsion Systems. AIAA </a:t>
            </a:r>
            <a:r>
              <a:rPr lang="en-GB" sz="800" dirty="0" err="1">
                <a:solidFill>
                  <a:schemeClr val="tx1"/>
                </a:solidFill>
              </a:rPr>
              <a:t>Aviat</a:t>
            </a:r>
            <a:r>
              <a:rPr lang="en-GB" sz="800" dirty="0">
                <a:solidFill>
                  <a:schemeClr val="tx1"/>
                </a:solidFill>
              </a:rPr>
              <a:t>. 2022 Forum (2022) doi:10.2514/6.2022-3738.</a:t>
            </a:r>
          </a:p>
          <a:p>
            <a:pPr>
              <a:lnSpc>
                <a:spcPct val="120000"/>
              </a:lnSpc>
              <a:spcBef>
                <a:spcPts val="0"/>
              </a:spcBef>
            </a:pPr>
            <a:endParaRPr lang="en-CH" sz="800" dirty="0">
              <a:solidFill>
                <a:schemeClr val="tx1"/>
              </a:solidFill>
            </a:endParaRPr>
          </a:p>
        </p:txBody>
      </p:sp>
    </p:spTree>
    <p:extLst>
      <p:ext uri="{BB962C8B-B14F-4D97-AF65-F5344CB8AC3E}">
        <p14:creationId xmlns:p14="http://schemas.microsoft.com/office/powerpoint/2010/main" val="8826679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A0EE5A0C-C47A-18B7-F01F-B11731D8B4E4}"/>
              </a:ext>
            </a:extLst>
          </p:cNvPr>
          <p:cNvSpPr>
            <a:spLocks noGrp="1"/>
          </p:cNvSpPr>
          <p:nvPr>
            <p:ph type="dt" sz="half" idx="10"/>
          </p:nvPr>
        </p:nvSpPr>
        <p:spPr/>
        <p:txBody>
          <a:bodyPr/>
          <a:lstStyle/>
          <a:p>
            <a:r>
              <a:rPr lang="de-CH" dirty="0"/>
              <a:t>12.10.2024</a:t>
            </a:r>
          </a:p>
        </p:txBody>
      </p:sp>
      <p:sp>
        <p:nvSpPr>
          <p:cNvPr id="3" name="Fußzeilenplatzhalter 2">
            <a:extLst>
              <a:ext uri="{FF2B5EF4-FFF2-40B4-BE49-F238E27FC236}">
                <a16:creationId xmlns:a16="http://schemas.microsoft.com/office/drawing/2014/main" id="{11B63FC5-C0FA-7950-E623-0B4BC3784995}"/>
              </a:ext>
            </a:extLst>
          </p:cNvPr>
          <p:cNvSpPr>
            <a:spLocks noGrp="1"/>
          </p:cNvSpPr>
          <p:nvPr>
            <p:ph type="ftr" sz="quarter" idx="11"/>
          </p:nvPr>
        </p:nvSpPr>
        <p:spPr/>
        <p:txBody>
          <a:bodyPr/>
          <a:lstStyle/>
          <a:p>
            <a:r>
              <a:rPr lang="en-US"/>
              <a:t>PSI Centers for Nuclear Engineering and Sciences &amp; Energy and Environmental Sciences</a:t>
            </a:r>
            <a:endParaRPr lang="de-CH" dirty="0"/>
          </a:p>
        </p:txBody>
      </p:sp>
      <p:sp>
        <p:nvSpPr>
          <p:cNvPr id="4" name="Foliennummernplatzhalter 3">
            <a:extLst>
              <a:ext uri="{FF2B5EF4-FFF2-40B4-BE49-F238E27FC236}">
                <a16:creationId xmlns:a16="http://schemas.microsoft.com/office/drawing/2014/main" id="{28B0DEC0-D16E-E7AA-60C8-BD003360ABC4}"/>
              </a:ext>
            </a:extLst>
          </p:cNvPr>
          <p:cNvSpPr>
            <a:spLocks noGrp="1"/>
          </p:cNvSpPr>
          <p:nvPr>
            <p:ph type="sldNum" sz="quarter" idx="12"/>
          </p:nvPr>
        </p:nvSpPr>
        <p:spPr/>
        <p:txBody>
          <a:bodyPr/>
          <a:lstStyle/>
          <a:p>
            <a:fld id="{442AD375-037F-43D0-B059-5172DA06796A}" type="slidenum">
              <a:rPr lang="de-CH" smtClean="0"/>
              <a:pPr/>
              <a:t>22</a:t>
            </a:fld>
            <a:endParaRPr lang="de-CH" dirty="0"/>
          </a:p>
        </p:txBody>
      </p:sp>
      <p:sp>
        <p:nvSpPr>
          <p:cNvPr id="5" name="Textplatzhalter 4">
            <a:extLst>
              <a:ext uri="{FF2B5EF4-FFF2-40B4-BE49-F238E27FC236}">
                <a16:creationId xmlns:a16="http://schemas.microsoft.com/office/drawing/2014/main" id="{8D0E6348-4CED-4EC6-9726-7A1E2229B3F4}"/>
              </a:ext>
            </a:extLst>
          </p:cNvPr>
          <p:cNvSpPr>
            <a:spLocks noGrp="1"/>
          </p:cNvSpPr>
          <p:nvPr>
            <p:ph type="body" sz="quarter" idx="13"/>
          </p:nvPr>
        </p:nvSpPr>
        <p:spPr/>
        <p:txBody>
          <a:bodyPr/>
          <a:lstStyle/>
          <a:p>
            <a:r>
              <a:rPr lang="en-GB" noProof="0" dirty="0"/>
              <a:t>Learn more about PSI-LEA at </a:t>
            </a:r>
            <a:r>
              <a:rPr lang="en-GB" noProof="0" dirty="0">
                <a:hlinkClick r:id="rId2"/>
              </a:rPr>
              <a:t>https://www.psi.ch/en/lea</a:t>
            </a:r>
            <a:r>
              <a:rPr lang="en-GB" noProof="0" dirty="0"/>
              <a:t>. </a:t>
            </a:r>
          </a:p>
          <a:p>
            <a:endParaRPr lang="en-GB" dirty="0"/>
          </a:p>
          <a:p>
            <a:r>
              <a:rPr lang="en-GB" noProof="0" dirty="0"/>
              <a:t>Learn more about ETH-ESA at</a:t>
            </a:r>
          </a:p>
          <a:p>
            <a:r>
              <a:rPr lang="en-GB" noProof="0" dirty="0">
                <a:hlinkClick r:id="rId3"/>
              </a:rPr>
              <a:t>https://esa.ethz.ch/</a:t>
            </a:r>
            <a:r>
              <a:rPr lang="en-GB" dirty="0"/>
              <a:t>. </a:t>
            </a:r>
            <a:endParaRPr lang="en-GB" noProof="0" dirty="0"/>
          </a:p>
        </p:txBody>
      </p:sp>
    </p:spTree>
    <p:extLst>
      <p:ext uri="{BB962C8B-B14F-4D97-AF65-F5344CB8AC3E}">
        <p14:creationId xmlns:p14="http://schemas.microsoft.com/office/powerpoint/2010/main" val="3695623668"/>
      </p:ext>
    </p:extLst>
  </p:cSld>
  <p:clrMapOvr>
    <a:masterClrMapping/>
  </p:clrMapOvr>
</p:sld>
</file>

<file path=ppt/theme/theme1.xml><?xml version="1.0" encoding="utf-8"?>
<a:theme xmlns:a="http://schemas.openxmlformats.org/drawingml/2006/main" name="Benutzerdefiniertes Design">
  <a:themeElements>
    <a:clrScheme name="PSI">
      <a:dk1>
        <a:sysClr val="windowText" lastClr="000000"/>
      </a:dk1>
      <a:lt1>
        <a:sysClr val="window" lastClr="FFFFFF"/>
      </a:lt1>
      <a:dk2>
        <a:srgbClr val="4B4B4B"/>
      </a:dk2>
      <a:lt2>
        <a:srgbClr val="B9B9B9"/>
      </a:lt2>
      <a:accent1>
        <a:srgbClr val="0014E6"/>
      </a:accent1>
      <a:accent2>
        <a:srgbClr val="00F0A0"/>
      </a:accent2>
      <a:accent3>
        <a:srgbClr val="DC005A"/>
      </a:accent3>
      <a:accent4>
        <a:srgbClr val="6E14DC"/>
      </a:accent4>
      <a:accent5>
        <a:srgbClr val="F0F500"/>
      </a:accent5>
      <a:accent6>
        <a:srgbClr val="F050FA"/>
      </a:accent6>
      <a:hlink>
        <a:srgbClr val="000000"/>
      </a:hlink>
      <a:folHlink>
        <a:srgbClr val="000000"/>
      </a:folHlink>
    </a:clrScheme>
    <a:fontScheme name="PSI">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smtClean="0"/>
        </a:defPPr>
      </a:lstStyle>
    </a:txDef>
  </a:objectDefaults>
  <a:extraClrSchemeLst/>
  <a:extLst>
    <a:ext uri="{05A4C25C-085E-4340-85A3-A5531E510DB2}">
      <thm15:themeFamily xmlns:thm15="http://schemas.microsoft.com/office/thememl/2012/main" name="Presentation PSI CEE V8" id="{2BB4AEE5-8367-4671-B632-010E068763F1}" vid="{538D6FCE-8F02-425D-84A1-A00371120DDA}"/>
    </a:ext>
  </a:extLst>
</a:theme>
</file>

<file path=ppt/theme/theme2.xml><?xml version="1.0" encoding="utf-8"?>
<a:theme xmlns:a="http://schemas.openxmlformats.org/drawingml/2006/main" name="Office Theme">
  <a:themeElements>
    <a:clrScheme name="PSI">
      <a:dk1>
        <a:sysClr val="windowText" lastClr="000000"/>
      </a:dk1>
      <a:lt1>
        <a:sysClr val="window" lastClr="FFFFFF"/>
      </a:lt1>
      <a:dk2>
        <a:srgbClr val="4B4B4B"/>
      </a:dk2>
      <a:lt2>
        <a:srgbClr val="B9B9B9"/>
      </a:lt2>
      <a:accent1>
        <a:srgbClr val="0014E6"/>
      </a:accent1>
      <a:accent2>
        <a:srgbClr val="00F096"/>
      </a:accent2>
      <a:accent3>
        <a:srgbClr val="DC005A"/>
      </a:accent3>
      <a:accent4>
        <a:srgbClr val="6E14DC"/>
      </a:accent4>
      <a:accent5>
        <a:srgbClr val="F0F500"/>
      </a:accent5>
      <a:accent6>
        <a:srgbClr val="F050FA"/>
      </a:accent6>
      <a:hlink>
        <a:srgbClr val="000000"/>
      </a:hlink>
      <a:folHlink>
        <a:srgbClr val="000000"/>
      </a:folHlink>
    </a:clrScheme>
    <a:fontScheme name="PSI">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PSI">
      <a:dk1>
        <a:sysClr val="windowText" lastClr="000000"/>
      </a:dk1>
      <a:lt1>
        <a:sysClr val="window" lastClr="FFFFFF"/>
      </a:lt1>
      <a:dk2>
        <a:srgbClr val="4B4B4B"/>
      </a:dk2>
      <a:lt2>
        <a:srgbClr val="B9B9B9"/>
      </a:lt2>
      <a:accent1>
        <a:srgbClr val="0014E6"/>
      </a:accent1>
      <a:accent2>
        <a:srgbClr val="00F096"/>
      </a:accent2>
      <a:accent3>
        <a:srgbClr val="DC005A"/>
      </a:accent3>
      <a:accent4>
        <a:srgbClr val="6E14DC"/>
      </a:accent4>
      <a:accent5>
        <a:srgbClr val="F0F500"/>
      </a:accent5>
      <a:accent6>
        <a:srgbClr val="F050FA"/>
      </a:accent6>
      <a:hlink>
        <a:srgbClr val="000000"/>
      </a:hlink>
      <a:folHlink>
        <a:srgbClr val="000000"/>
      </a:folHlink>
    </a:clrScheme>
    <a:fontScheme name="PSI">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0E594130A2AF244FBF3F304D904ED593" ma:contentTypeVersion="18" ma:contentTypeDescription="Ein neues Dokument erstellen." ma:contentTypeScope="" ma:versionID="9c227ad3ab8d826471e210bb857ebfda">
  <xsd:schema xmlns:xsd="http://www.w3.org/2001/XMLSchema" xmlns:xs="http://www.w3.org/2001/XMLSchema" xmlns:p="http://schemas.microsoft.com/office/2006/metadata/properties" xmlns:ns2="c9077d15-72ed-4fec-bcfe-3472729e9195" xmlns:ns3="bc24777f-78b6-4f3c-a73a-d5fa08e4d537" targetNamespace="http://schemas.microsoft.com/office/2006/metadata/properties" ma:root="true" ma:fieldsID="2a0acd45fe6cc66a06723547185abeb0" ns2:_="" ns3:_="">
    <xsd:import namespace="c9077d15-72ed-4fec-bcfe-3472729e9195"/>
    <xsd:import namespace="bc24777f-78b6-4f3c-a73a-d5fa08e4d537"/>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3:TaxCatchAll"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9077d15-72ed-4fec-bcfe-3472729e919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Bildmarkierungen" ma:readOnly="false" ma:fieldId="{5cf76f15-5ced-4ddc-b409-7134ff3c332f}" ma:taxonomyMulti="true" ma:sspId="7fbe3b91-0d7a-4fca-85de-75d49bc052ce"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c24777f-78b6-4f3c-a73a-d5fa08e4d537"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523888c3-3691-4ee2-9093-74875a1c94d8}" ma:internalName="TaxCatchAll" ma:showField="CatchAllData" ma:web="bc24777f-78b6-4f3c-a73a-d5fa08e4d537">
      <xsd:complexType>
        <xsd:complexContent>
          <xsd:extension base="dms:MultiChoiceLookup">
            <xsd:sequence>
              <xsd:element name="Value" type="dms:Lookup" maxOccurs="unbounded" minOccurs="0" nillable="true"/>
            </xsd:sequence>
          </xsd:extension>
        </xsd:complexContent>
      </xsd:complexType>
    </xsd:element>
    <xsd:element name="SharedWithUsers" ma:index="22"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3"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bc24777f-78b6-4f3c-a73a-d5fa08e4d537" xsi:nil="true"/>
    <lcf76f155ced4ddcb4097134ff3c332f xmlns="c9077d15-72ed-4fec-bcfe-3472729e9195">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B9C8326-17BB-45BD-9C1C-A05512924ED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9077d15-72ed-4fec-bcfe-3472729e9195"/>
    <ds:schemaRef ds:uri="bc24777f-78b6-4f3c-a73a-d5fa08e4d53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626B806-0237-4942-A1FD-5C97285908C2}">
  <ds:schemaRefs>
    <ds:schemaRef ds:uri="http://purl.org/dc/dcmitype/"/>
    <ds:schemaRef ds:uri="http://schemas.microsoft.com/office/2006/documentManagement/types"/>
    <ds:schemaRef ds:uri="http://schemas.openxmlformats.org/package/2006/metadata/core-properties"/>
    <ds:schemaRef ds:uri="http://www.w3.org/XML/1998/namespace"/>
    <ds:schemaRef ds:uri="http://schemas.microsoft.com/office/2006/metadata/properties"/>
    <ds:schemaRef ds:uri="http://purl.org/dc/elements/1.1/"/>
    <ds:schemaRef ds:uri="http://purl.org/dc/terms/"/>
    <ds:schemaRef ds:uri="bc24777f-78b6-4f3c-a73a-d5fa08e4d537"/>
    <ds:schemaRef ds:uri="http://schemas.microsoft.com/office/infopath/2007/PartnerControls"/>
    <ds:schemaRef ds:uri="c9077d15-72ed-4fec-bcfe-3472729e9195"/>
  </ds:schemaRefs>
</ds:datastoreItem>
</file>

<file path=customXml/itemProps3.xml><?xml version="1.0" encoding="utf-8"?>
<ds:datastoreItem xmlns:ds="http://schemas.openxmlformats.org/officeDocument/2006/customXml" ds:itemID="{4B6B7BE2-63AD-4C37-AC44-F0E4FC348E2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Benutzerdefiniertes Design</Template>
  <TotalTime>0</TotalTime>
  <Words>2611</Words>
  <Application>Microsoft Office PowerPoint</Application>
  <PresentationFormat>Widescreen</PresentationFormat>
  <Paragraphs>323</Paragraphs>
  <Slides>22</Slides>
  <Notes>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Aptos</vt:lpstr>
      <vt:lpstr>Aptos SemiBold</vt:lpstr>
      <vt:lpstr>Arial</vt:lpstr>
      <vt:lpstr>Calibri</vt:lpstr>
      <vt:lpstr>Calibri Light</vt:lpstr>
      <vt:lpstr>Carlito</vt:lpstr>
      <vt:lpstr>Courier New</vt:lpstr>
      <vt:lpstr>Georgia</vt:lpstr>
      <vt:lpstr>Wingdings</vt:lpstr>
      <vt:lpstr>Benutzerdefiniertes Design</vt:lpstr>
      <vt:lpstr>Escenarios prospectivos para inventarios de ACV</vt:lpstr>
      <vt:lpstr>Contenido</vt:lpstr>
      <vt:lpstr>Herramientas de código abierto en el ecosistema BRIGHTWAY</vt:lpstr>
      <vt:lpstr>¿Qué es un escenario?</vt:lpstr>
      <vt:lpstr>Diferentes tipos de escenarios</vt:lpstr>
      <vt:lpstr>PowerPoint Presentation</vt:lpstr>
      <vt:lpstr>Terminologia “pLCI database”</vt:lpstr>
      <vt:lpstr>Una historia breve e incompleta de pLCI databases</vt:lpstr>
      <vt:lpstr>PowerPoint Presentation</vt:lpstr>
      <vt:lpstr>PowerPoint Presentation</vt:lpstr>
      <vt:lpstr>Proyecciones en sectores intensivos en energía</vt:lpstr>
      <vt:lpstr>Cómo funciona premise</vt:lpstr>
      <vt:lpstr>¿Qué hace premise?</vt:lpstr>
      <vt:lpstr>Ejemplo de transformación ESPECÍFICA por SECTOR: generación de energía</vt:lpstr>
      <vt:lpstr>GWP a lo largo del tiempo y en distintos escenarios</vt:lpstr>
      <vt:lpstr>Desafíos para la generación y uso de bases de datos pLCA</vt:lpstr>
      <vt:lpstr>Vision: “Qualities” of pLCI databases</vt:lpstr>
      <vt:lpstr>¿Cómo obtener bases de datos de Premise?</vt:lpstr>
      <vt:lpstr>Conclusiones</vt:lpstr>
      <vt:lpstr>Links to open-source tools</vt:lpstr>
      <vt:lpstr>Selected 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Laboratory for Energy Systems Analysis (LEA)</dc:title>
  <dc:creator>Kerchof Carolyn Brett</dc:creator>
  <dc:description>erstellt durch Vorlagenbauer.ch</dc:description>
  <cp:lastModifiedBy>Hahn Menacho Alvaro Jose</cp:lastModifiedBy>
  <cp:revision>36</cp:revision>
  <cp:lastPrinted>2024-08-09T07:12:39Z</cp:lastPrinted>
  <dcterms:created xsi:type="dcterms:W3CDTF">2024-08-05T16:22:00Z</dcterms:created>
  <dcterms:modified xsi:type="dcterms:W3CDTF">2025-02-03T23:37:47Z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0x0101000E594130A2AF244FBF3F304D904ED593</vt:lpwstr>
  </property>
  <property fmtid="{D5CDD505-2E9C-101B-9397-08002B2CF9AE}" pid="3" name="MediaServiceImageTags">
    <vt:lpwstr/>
  </property>
</Properties>
</file>